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b3eac1e6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b3eac1e6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b3eac1e64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b3eac1e64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nahian.salsabil@bracu.ac.bd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iny.cc/cse110_resources_NSB" TargetMode="External"/><Relationship Id="rId4" Type="http://schemas.openxmlformats.org/officeDocument/2006/relationships/hyperlink" Target="https://join.slack.com/t/cse110spring2024/signup" TargetMode="External"/><Relationship Id="rId5" Type="http://schemas.openxmlformats.org/officeDocument/2006/relationships/hyperlink" Target="http://tiny.cc/cse110_join_slac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 to CSE110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Nahian Salsabil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Faculty Introduction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Faculty Name: Nahian Salsabil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Initials: NSB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Email: </a:t>
            </a:r>
            <a:r>
              <a:rPr lang="en" u="sng">
                <a:solidFill>
                  <a:schemeClr val="hlink"/>
                </a:solidFill>
                <a:hlinkClick r:id="rId3"/>
              </a:rPr>
              <a:t>nahian.salsabil@bracu.ac.bd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Room No. 4K71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Consultation hours: Sun - Wed: 11am - 12:20pm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Links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https://tiny.cc/cse110_resources_NSB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Slack:</a:t>
            </a:r>
            <a:r>
              <a:rPr lang="en" u="sng">
                <a:solidFill>
                  <a:schemeClr val="hlink"/>
                </a:solidFill>
              </a:rPr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https://join.slack.com/t/cse110spring2024/signup</a:t>
            </a:r>
            <a:endParaRPr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Short Link: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http://tiny.cc/cse110_join_slack</a:t>
            </a:r>
            <a:endParaRPr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
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f0c0c8dc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f0c0c8dc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c5a205b7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c5a205b7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5a205b7d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c5a205b7d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5a205b7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c5a205b7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5a205b7d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c5a205b7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c6ad78785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c6ad78785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c6ad78785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c6ad78785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YDcVsVYYcMFxc7F9uJuCj_DgB1IxTmCb/view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VHIr9EgNAJFTUD8P_cBXW0-e_LbvTj-J/view" TargetMode="External"/><Relationship Id="rId4" Type="http://schemas.openxmlformats.org/officeDocument/2006/relationships/hyperlink" Target="https://drive.google.com/file/d/1VHIr9EgNAJFTUD8P_cBXW0-e_LbvTj-J/view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075550"/>
            <a:ext cx="8520600" cy="99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I/O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272325"/>
            <a:ext cx="8520600" cy="29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File I/O refers to </a:t>
            </a:r>
            <a:r>
              <a:rPr b="1" lang="en" sz="2000">
                <a:solidFill>
                  <a:srgbClr val="434343"/>
                </a:solidFill>
              </a:rPr>
              <a:t>File Input and Output</a:t>
            </a:r>
            <a:r>
              <a:rPr lang="en" sz="2000">
                <a:solidFill>
                  <a:srgbClr val="434343"/>
                </a:solidFill>
              </a:rPr>
              <a:t> which is reading data from disk and writing data to files on disk/storage.</a:t>
            </a:r>
            <a:endParaRPr sz="2000">
              <a:solidFill>
                <a:srgbClr val="43434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This is a very important aspect of programming for tasks like:</a:t>
            </a:r>
            <a:endParaRPr sz="2000">
              <a:solidFill>
                <a:srgbClr val="43434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○"/>
            </a:pPr>
            <a:r>
              <a:rPr lang="en" sz="1800">
                <a:solidFill>
                  <a:srgbClr val="434343"/>
                </a:solidFill>
              </a:rPr>
              <a:t>Processing user data stored in hard disk.</a:t>
            </a:r>
            <a:endParaRPr sz="1800">
              <a:solidFill>
                <a:srgbClr val="43434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○"/>
            </a:pPr>
            <a:r>
              <a:rPr lang="en" sz="1800">
                <a:solidFill>
                  <a:srgbClr val="434343"/>
                </a:solidFill>
              </a:rPr>
              <a:t>Storing Application Data.</a:t>
            </a:r>
            <a:endParaRPr sz="1800">
              <a:solidFill>
                <a:srgbClr val="43434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○"/>
            </a:pPr>
            <a:r>
              <a:rPr lang="en" sz="1800">
                <a:solidFill>
                  <a:srgbClr val="434343"/>
                </a:solidFill>
              </a:rPr>
              <a:t>Loading a previous state of the application by reading from storage.</a:t>
            </a:r>
            <a:endParaRPr sz="1800">
              <a:solidFill>
                <a:srgbClr val="43434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○"/>
            </a:pPr>
            <a:r>
              <a:rPr lang="en" sz="1800">
                <a:solidFill>
                  <a:srgbClr val="434343"/>
                </a:solidFill>
              </a:rPr>
              <a:t>Reading Configuration Files.</a:t>
            </a:r>
            <a:endParaRPr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Reading/Writing files in java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There are few different ways to read/write files in Java. We’ll be focusing on only one approach in this slide.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To read/write from a file we need to: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Create a </a:t>
            </a:r>
            <a:r>
              <a:rPr b="1" lang="en">
                <a:solidFill>
                  <a:srgbClr val="434343"/>
                </a:solidFill>
              </a:rPr>
              <a:t>FileReader/FileWriter object</a:t>
            </a:r>
            <a:r>
              <a:rPr lang="en">
                <a:solidFill>
                  <a:srgbClr val="434343"/>
                </a:solidFill>
              </a:rPr>
              <a:t> to read/write the file.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en">
                <a:solidFill>
                  <a:srgbClr val="434343"/>
                </a:solidFill>
              </a:rPr>
              <a:t>Then wrap it with a </a:t>
            </a:r>
            <a:r>
              <a:rPr b="1" lang="en">
                <a:solidFill>
                  <a:srgbClr val="434343"/>
                </a:solidFill>
              </a:rPr>
              <a:t>BufferedReader/BufferedWriter object</a:t>
            </a:r>
            <a:r>
              <a:rPr lang="en">
                <a:solidFill>
                  <a:srgbClr val="434343"/>
                </a:solidFill>
              </a:rPr>
              <a:t> for efficient reading/writing.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666666"/>
                </a:solidFill>
              </a:rPr>
              <a:t>Examples are given in the next slides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200100"/>
            <a:ext cx="852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Reading files in java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6351550" y="1387475"/>
            <a:ext cx="24807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666666"/>
                </a:solidFill>
              </a:rPr>
              <a:t>A file called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Hello.txt</a:t>
            </a:r>
            <a:r>
              <a:rPr lang="en">
                <a:solidFill>
                  <a:srgbClr val="666666"/>
                </a:solidFill>
              </a:rPr>
              <a:t> contains 3 sentences in 3 separate lines.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311700" y="870025"/>
            <a:ext cx="5812800" cy="3993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FileReader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BufferedReader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t/>
            </a:r>
            <a:endParaRPr sz="104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ReadingFile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"C:\\users\\bracu\\Hello.txt"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FileReader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fr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FileReader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(location);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BufferedReader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BufferedReader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(fr);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first_line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br.readLine();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second_line = br.readLine();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third_line = br.readLine();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first_line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second_line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.out.println(third_line);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br.close();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fr.close();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6281450" y="2979825"/>
            <a:ext cx="2550900" cy="1141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This is the first sentence.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This is the second sentence.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This is the third sentence.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6281450" y="2510875"/>
            <a:ext cx="255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Output: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147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loops to read lines from a file</a:t>
            </a: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311700" y="809275"/>
            <a:ext cx="5812800" cy="4057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FileReader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BufferedReader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ReadingFile_Loop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"C:\\users\\bracu\\names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.txt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FileReader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fr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FileReader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(location);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BufferedReader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BufferedReader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(fr);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ine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br.readLine();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1C55A7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" sz="104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(line!=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#"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+i+</a:t>
            </a:r>
            <a:r>
              <a:rPr lang="en" sz="10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": 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+line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i++;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line = br.readLine();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br.close();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fr.close();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6351600" y="720300"/>
            <a:ext cx="2480700" cy="10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666666"/>
                </a:solidFill>
              </a:rPr>
              <a:t>A</a:t>
            </a:r>
            <a:r>
              <a:rPr lang="en">
                <a:solidFill>
                  <a:srgbClr val="666666"/>
                </a:solidFill>
              </a:rPr>
              <a:t> file called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names</a:t>
            </a:r>
            <a:r>
              <a:rPr b="1" lang="en" u="sng">
                <a:solidFill>
                  <a:schemeClr val="hlink"/>
                </a:solidFill>
                <a:hlinkClick r:id="rId4"/>
              </a:rPr>
              <a:t>.txt</a:t>
            </a:r>
            <a:r>
              <a:rPr lang="en">
                <a:solidFill>
                  <a:srgbClr val="666666"/>
                </a:solidFill>
              </a:rPr>
              <a:t> contains unknown amount of names in separate lines.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6281400" y="2290275"/>
            <a:ext cx="2550900" cy="2326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</a:t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Name#1: Hayayo Miyazaki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Name#2: Daenerys Targaryen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Name#3: Chester Bennington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Name#4: Hideo Kojima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Name#5: Amy Lee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Name#6: Rustin Cohle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Name#7: Walter White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Name#8: Luke Skywalker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Name#9: Alan Moore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Name#10: Terry Davis</a:t>
            </a:r>
            <a:endParaRPr sz="11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6281400" y="1828575"/>
            <a:ext cx="255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Output: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25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files in java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6295500" y="2177700"/>
            <a:ext cx="2536800" cy="7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666666"/>
                </a:solidFill>
              </a:rPr>
              <a:t>Creating a</a:t>
            </a:r>
            <a:r>
              <a:rPr lang="en">
                <a:solidFill>
                  <a:srgbClr val="666666"/>
                </a:solidFill>
              </a:rPr>
              <a:t> file called </a:t>
            </a:r>
            <a:r>
              <a:rPr b="1" lang="en">
                <a:solidFill>
                  <a:srgbClr val="666666"/>
                </a:solidFill>
              </a:rPr>
              <a:t>test</a:t>
            </a:r>
            <a:r>
              <a:rPr b="1" lang="en">
                <a:solidFill>
                  <a:srgbClr val="666666"/>
                </a:solidFill>
              </a:rPr>
              <a:t>.txt</a:t>
            </a:r>
            <a:r>
              <a:rPr lang="en">
                <a:solidFill>
                  <a:srgbClr val="666666"/>
                </a:solidFill>
              </a:rPr>
              <a:t> and adding 3 </a:t>
            </a:r>
            <a:r>
              <a:rPr lang="en">
                <a:solidFill>
                  <a:srgbClr val="666666"/>
                </a:solidFill>
              </a:rPr>
              <a:t>separate lines to it.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311700" y="967900"/>
            <a:ext cx="5812800" cy="3888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FileWriter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BufferedWriter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Writing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"C:\\users\\bracu\\test.txt"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FileWriter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fw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FileWriter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(location);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BufferedWriter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bw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BufferedWriter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(fw);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bw.write(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"First Line\n"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bw.write(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"Second Line\n"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bw.write(</a:t>
            </a:r>
            <a:r>
              <a:rPr lang="en" sz="114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"Third Line\n"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bw.close();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fw.close();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/*after execution a </a:t>
            </a:r>
            <a:r>
              <a:rPr b="1" lang="en" sz="104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test.txt</a:t>
            </a:r>
            <a:r>
              <a:rPr lang="en" sz="104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file </a:t>
            </a:r>
            <a:endParaRPr sz="104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will be created with these lines written.*/</a:t>
            </a:r>
            <a:endParaRPr sz="104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15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loops to write lines to a file</a:t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311700" y="807800"/>
            <a:ext cx="5812800" cy="4014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FileReader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BufferedReader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java.io.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t/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WritingFile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_Loop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 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main(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args)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IOException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words = {</a:t>
            </a:r>
            <a:r>
              <a:rPr lang="en" sz="1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"Hi"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"Hey"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"Yes"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"No"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"C:\\users\\bracu\\names.txt"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FileWriter </a:t>
            </a:r>
            <a:r>
              <a:rPr lang="en" sz="1040">
                <a:latin typeface="Courier New"/>
                <a:ea typeface="Courier New"/>
                <a:cs typeface="Courier New"/>
                <a:sym typeface="Courier New"/>
              </a:rPr>
              <a:t>fw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FileWriter</a:t>
            </a: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(location);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BufferedWriter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bw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4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 BufferedWriter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(fw);</a:t>
            </a:r>
            <a:endParaRPr sz="1040"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4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i=0; i&lt;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words.length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i++) {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bw.writeline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en" sz="1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+(i+1)+words[i]+</a:t>
            </a:r>
            <a:r>
              <a:rPr lang="en" sz="10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"\n"</a:t>
            </a:r>
            <a:r>
              <a:rPr lang="en" sz="1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lang="en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  }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br.close();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fr.close();</a:t>
            </a:r>
            <a:endParaRPr sz="10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AutoNum type="arabicPeriod"/>
            </a:pPr>
            <a:r>
              <a:rPr lang="en" sz="104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4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/*after execution a </a:t>
            </a:r>
            <a:r>
              <a:rPr b="1" lang="en" sz="104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words.txt</a:t>
            </a:r>
            <a:r>
              <a:rPr lang="en" sz="104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file </a:t>
            </a:r>
            <a:endParaRPr sz="104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464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Courier New"/>
              <a:buAutoNum type="arabicPeriod"/>
            </a:pPr>
            <a:r>
              <a:rPr lang="en" sz="104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will be created with the words written.*/</a:t>
            </a:r>
            <a:endParaRPr sz="104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6351600" y="1446350"/>
            <a:ext cx="2480700" cy="14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666666"/>
                </a:solidFill>
              </a:rPr>
              <a:t>An array of Strings called </a:t>
            </a:r>
            <a:r>
              <a:rPr b="1" lang="en">
                <a:solidFill>
                  <a:srgbClr val="666666"/>
                </a:solidFill>
              </a:rPr>
              <a:t>words </a:t>
            </a:r>
            <a:r>
              <a:rPr lang="en">
                <a:solidFill>
                  <a:srgbClr val="666666"/>
                </a:solidFill>
              </a:rPr>
              <a:t>is given</a:t>
            </a:r>
            <a:r>
              <a:rPr lang="en">
                <a:solidFill>
                  <a:srgbClr val="666666"/>
                </a:solidFill>
              </a:rPr>
              <a:t>. Creating a file called words.txt and storing the values from the array in the file.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 b="1" sz="36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
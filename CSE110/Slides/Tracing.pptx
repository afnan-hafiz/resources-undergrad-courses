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6a2ef1d7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6a2ef1d7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Code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300" y="237675"/>
            <a:ext cx="4050450" cy="48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82200" y="1125150"/>
            <a:ext cx="1634100" cy="3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2"/>
                </a:solidFill>
              </a:rPr>
              <a:t>Output:</a:t>
            </a:r>
            <a:endParaRPr b="1" sz="18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-3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-6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-4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-2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
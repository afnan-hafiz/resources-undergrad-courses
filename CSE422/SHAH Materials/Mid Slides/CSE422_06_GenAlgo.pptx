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oboto"/>
      <p:regular r:id="rId26"/>
      <p:bold r:id="rId27"/>
      <p:italic r:id="rId28"/>
      <p:boldItalic r:id="rId29"/>
    </p:embeddedFont>
    <p:embeddedFont>
      <p:font typeface="Montserrat"/>
      <p:regular r:id="rId30"/>
      <p:bold r:id="rId31"/>
      <p:italic r:id="rId32"/>
      <p:boldItalic r:id="rId33"/>
    </p:embeddedFont>
    <p:embeddedFont>
      <p:font typeface="Montserrat Medium"/>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0C50C9-0091-44A6-A77D-DC54E6E23B45}">
  <a:tblStyle styleId="{F90C50C9-0091-44A6-A77D-DC54E6E23B4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F245A4B-F604-42AD-95EE-9D321663765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regular.fntdata"/><Relationship Id="rId25" Type="http://schemas.openxmlformats.org/officeDocument/2006/relationships/slide" Target="slides/slide18.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4.xml"/><Relationship Id="rId33" Type="http://schemas.openxmlformats.org/officeDocument/2006/relationships/font" Target="fonts/Montserrat-boldItalic.fntdata"/><Relationship Id="rId10" Type="http://schemas.openxmlformats.org/officeDocument/2006/relationships/slide" Target="slides/slide3.xml"/><Relationship Id="rId32" Type="http://schemas.openxmlformats.org/officeDocument/2006/relationships/font" Target="fonts/Montserrat-italic.fntdata"/><Relationship Id="rId13" Type="http://schemas.openxmlformats.org/officeDocument/2006/relationships/slide" Target="slides/slide6.xml"/><Relationship Id="rId35" Type="http://schemas.openxmlformats.org/officeDocument/2006/relationships/font" Target="fonts/MontserratMedium-bold.fntdata"/><Relationship Id="rId12" Type="http://schemas.openxmlformats.org/officeDocument/2006/relationships/slide" Target="slides/slide5.xml"/><Relationship Id="rId34" Type="http://schemas.openxmlformats.org/officeDocument/2006/relationships/font" Target="fonts/MontserratMedium-regular.fntdata"/><Relationship Id="rId15" Type="http://schemas.openxmlformats.org/officeDocument/2006/relationships/slide" Target="slides/slide8.xml"/><Relationship Id="rId37" Type="http://schemas.openxmlformats.org/officeDocument/2006/relationships/font" Target="fonts/MontserratMedium-boldItalic.fntdata"/><Relationship Id="rId14" Type="http://schemas.openxmlformats.org/officeDocument/2006/relationships/slide" Target="slides/slide7.xml"/><Relationship Id="rId36" Type="http://schemas.openxmlformats.org/officeDocument/2006/relationships/font" Target="fonts/MontserratMedium-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f6be204f25_1_379: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2f6be204f25_1_3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6d62978fcb_0_36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g36d62978fcb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6d62978fcb_0_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6d62978fc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6d62978fcb_0_13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g36d62978fcb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6d62978fcb_0_15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36d62978fcb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6d62978fcb_0_167: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36d62978fcb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6d62978fcb_0_183: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36d62978fcb_0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6d62978fcb_0_198: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36d62978fcb_0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6d62978fcb_0_235: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g36d62978fcb_0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6d62978fcb_0_252: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g36d62978fcb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6d62978fcb_0_267: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g36d62978fcb_0_2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6d62978fcb_0_282: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g36d62978fcb_0_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6d62978fcb_0_315: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g36d62978fcb_0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6d6e386a36_0_8: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g36d6e386a36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6d62978fcb_0_333: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g36d62978fcb_0_3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6d62978fcb_0_389: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g36d62978fcb_0_3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6e3d9e494f_0_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g36e3d9e494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6d6e386a36_0_3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g36d6e386a36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08" name="Shape 108"/>
        <p:cNvGrpSpPr/>
        <p:nvPr/>
      </p:nvGrpSpPr>
      <p:grpSpPr>
        <a:xfrm>
          <a:off x="0" y="0"/>
          <a:ext cx="0" cy="0"/>
          <a:chOff x="0" y="0"/>
          <a:chExt cx="0" cy="0"/>
        </a:xfrm>
      </p:grpSpPr>
      <p:grpSp>
        <p:nvGrpSpPr>
          <p:cNvPr id="109" name="Google Shape;109;p14"/>
          <p:cNvGrpSpPr/>
          <p:nvPr/>
        </p:nvGrpSpPr>
        <p:grpSpPr>
          <a:xfrm>
            <a:off x="-1" y="0"/>
            <a:ext cx="9144002" cy="5143500"/>
            <a:chOff x="-1" y="0"/>
            <a:chExt cx="12192002" cy="6858000"/>
          </a:xfrm>
        </p:grpSpPr>
        <p:cxnSp>
          <p:nvCxnSpPr>
            <p:cNvPr id="110" name="Google Shape;110;p14"/>
            <p:cNvCxnSpPr/>
            <p:nvPr/>
          </p:nvCxnSpPr>
          <p:spPr>
            <a:xfrm>
              <a:off x="610194"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1" name="Google Shape;111;p14"/>
            <p:cNvCxnSpPr/>
            <p:nvPr/>
          </p:nvCxnSpPr>
          <p:spPr>
            <a:xfrm>
              <a:off x="1829332"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2" name="Google Shape;112;p14"/>
            <p:cNvCxnSpPr/>
            <p:nvPr/>
          </p:nvCxnSpPr>
          <p:spPr>
            <a:xfrm>
              <a:off x="3048470"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3" name="Google Shape;113;p14"/>
            <p:cNvCxnSpPr/>
            <p:nvPr/>
          </p:nvCxnSpPr>
          <p:spPr>
            <a:xfrm>
              <a:off x="4267608"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4" name="Google Shape;114;p14"/>
            <p:cNvCxnSpPr/>
            <p:nvPr/>
          </p:nvCxnSpPr>
          <p:spPr>
            <a:xfrm>
              <a:off x="5486746"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5" name="Google Shape;115;p14"/>
            <p:cNvCxnSpPr/>
            <p:nvPr/>
          </p:nvCxnSpPr>
          <p:spPr>
            <a:xfrm>
              <a:off x="6705884"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6" name="Google Shape;116;p14"/>
            <p:cNvCxnSpPr/>
            <p:nvPr/>
          </p:nvCxnSpPr>
          <p:spPr>
            <a:xfrm>
              <a:off x="7925022"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7" name="Google Shape;117;p14"/>
            <p:cNvCxnSpPr/>
            <p:nvPr/>
          </p:nvCxnSpPr>
          <p:spPr>
            <a:xfrm>
              <a:off x="9144160"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8" name="Google Shape;118;p14"/>
            <p:cNvCxnSpPr/>
            <p:nvPr/>
          </p:nvCxnSpPr>
          <p:spPr>
            <a:xfrm>
              <a:off x="10363298"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9" name="Google Shape;119;p14"/>
            <p:cNvCxnSpPr/>
            <p:nvPr/>
          </p:nvCxnSpPr>
          <p:spPr>
            <a:xfrm>
              <a:off x="11582436"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0" name="Google Shape;120;p14"/>
            <p:cNvCxnSpPr/>
            <p:nvPr/>
          </p:nvCxnSpPr>
          <p:spPr>
            <a:xfrm>
              <a:off x="2819" y="386485"/>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1" name="Google Shape;121;p14"/>
            <p:cNvCxnSpPr/>
            <p:nvPr/>
          </p:nvCxnSpPr>
          <p:spPr>
            <a:xfrm>
              <a:off x="2819" y="1611181"/>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2" name="Google Shape;122;p14"/>
            <p:cNvCxnSpPr/>
            <p:nvPr/>
          </p:nvCxnSpPr>
          <p:spPr>
            <a:xfrm>
              <a:off x="2819" y="2835877"/>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3" name="Google Shape;123;p14"/>
            <p:cNvCxnSpPr/>
            <p:nvPr/>
          </p:nvCxnSpPr>
          <p:spPr>
            <a:xfrm>
              <a:off x="2819" y="4060573"/>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4" name="Google Shape;124;p14"/>
            <p:cNvCxnSpPr/>
            <p:nvPr/>
          </p:nvCxnSpPr>
          <p:spPr>
            <a:xfrm>
              <a:off x="2819" y="5285269"/>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5" name="Google Shape;125;p14"/>
            <p:cNvCxnSpPr/>
            <p:nvPr/>
          </p:nvCxnSpPr>
          <p:spPr>
            <a:xfrm>
              <a:off x="2819" y="6509965"/>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126" name="Google Shape;126;p14"/>
            <p:cNvGrpSpPr/>
            <p:nvPr/>
          </p:nvGrpSpPr>
          <p:grpSpPr>
            <a:xfrm>
              <a:off x="-1" y="0"/>
              <a:ext cx="12192001" cy="6858000"/>
              <a:chOff x="-1" y="0"/>
              <a:chExt cx="12192001" cy="6858000"/>
            </a:xfrm>
          </p:grpSpPr>
          <p:cxnSp>
            <p:nvCxnSpPr>
              <p:cNvPr id="127" name="Google Shape;127;p14"/>
              <p:cNvCxnSpPr/>
              <p:nvPr/>
            </p:nvCxnSpPr>
            <p:spPr>
              <a:xfrm>
                <a:off x="225425"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8" name="Google Shape;128;p14"/>
              <p:cNvCxnSpPr/>
              <p:nvPr/>
            </p:nvCxnSpPr>
            <p:spPr>
              <a:xfrm>
                <a:off x="1449154"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9" name="Google Shape;129;p14"/>
              <p:cNvCxnSpPr/>
              <p:nvPr/>
            </p:nvCxnSpPr>
            <p:spPr>
              <a:xfrm>
                <a:off x="266598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0" name="Google Shape;130;p14"/>
              <p:cNvCxnSpPr/>
              <p:nvPr/>
            </p:nvCxnSpPr>
            <p:spPr>
              <a:xfrm>
                <a:off x="3885119"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1" name="Google Shape;131;p14"/>
              <p:cNvCxnSpPr/>
              <p:nvPr/>
            </p:nvCxnSpPr>
            <p:spPr>
              <a:xfrm>
                <a:off x="510650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132" name="Google Shape;132;p14"/>
              <p:cNvGrpSpPr/>
              <p:nvPr/>
            </p:nvGrpSpPr>
            <p:grpSpPr>
              <a:xfrm>
                <a:off x="6327885" y="0"/>
                <a:ext cx="5864115" cy="5898673"/>
                <a:chOff x="6327885" y="0"/>
                <a:chExt cx="5864115" cy="5898673"/>
              </a:xfrm>
            </p:grpSpPr>
            <p:cxnSp>
              <p:nvCxnSpPr>
                <p:cNvPr id="133" name="Google Shape;133;p14"/>
                <p:cNvCxnSpPr/>
                <p:nvPr/>
              </p:nvCxnSpPr>
              <p:spPr>
                <a:xfrm>
                  <a:off x="6327885" y="0"/>
                  <a:ext cx="5864115" cy="5898673"/>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4" name="Google Shape;134;p14"/>
                <p:cNvCxnSpPr/>
                <p:nvPr/>
              </p:nvCxnSpPr>
              <p:spPr>
                <a:xfrm>
                  <a:off x="7549268" y="0"/>
                  <a:ext cx="4642732" cy="467242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5" name="Google Shape;135;p14"/>
                <p:cNvCxnSpPr/>
                <p:nvPr/>
              </p:nvCxnSpPr>
              <p:spPr>
                <a:xfrm>
                  <a:off x="8772997" y="0"/>
                  <a:ext cx="3419003" cy="34567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6" name="Google Shape;136;p14"/>
                <p:cNvCxnSpPr/>
                <p:nvPr/>
              </p:nvCxnSpPr>
              <p:spPr>
                <a:xfrm>
                  <a:off x="9982200" y="0"/>
                  <a:ext cx="2209800" cy="222646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7" name="Google Shape;137;p14"/>
                <p:cNvCxnSpPr/>
                <p:nvPr/>
              </p:nvCxnSpPr>
              <p:spPr>
                <a:xfrm>
                  <a:off x="11199019" y="0"/>
                  <a:ext cx="992981" cy="1002506"/>
                </a:xfrm>
                <a:prstGeom prst="straightConnector1">
                  <a:avLst/>
                </a:prstGeom>
                <a:noFill/>
                <a:ln cap="flat" cmpd="sng" w="9525">
                  <a:solidFill>
                    <a:srgbClr val="D8D8D8">
                      <a:alpha val="29803"/>
                    </a:srgbClr>
                  </a:solidFill>
                  <a:prstDash val="solid"/>
                  <a:miter lim="800000"/>
                  <a:headEnd len="sm" w="sm" type="none"/>
                  <a:tailEnd len="sm" w="sm" type="none"/>
                </a:ln>
              </p:spPr>
            </p:cxnSp>
          </p:grpSp>
          <p:cxnSp>
            <p:nvCxnSpPr>
              <p:cNvPr id="138" name="Google Shape;138;p14"/>
              <p:cNvCxnSpPr/>
              <p:nvPr/>
            </p:nvCxnSpPr>
            <p:spPr>
              <a:xfrm rot="10800000">
                <a:off x="-1" y="1012053"/>
                <a:ext cx="5828811" cy="584594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9" name="Google Shape;139;p14"/>
              <p:cNvCxnSpPr/>
              <p:nvPr/>
            </p:nvCxnSpPr>
            <p:spPr>
              <a:xfrm rot="10800000">
                <a:off x="-1" y="2227340"/>
                <a:ext cx="4614781" cy="4630658"/>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0" name="Google Shape;140;p14"/>
              <p:cNvCxnSpPr/>
              <p:nvPr/>
            </p:nvCxnSpPr>
            <p:spPr>
              <a:xfrm rot="10800000">
                <a:off x="-1" y="3432149"/>
                <a:ext cx="3398419" cy="34258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1" name="Google Shape;141;p14"/>
              <p:cNvCxnSpPr/>
              <p:nvPr/>
            </p:nvCxnSpPr>
            <p:spPr>
              <a:xfrm rot="10800000">
                <a:off x="-1" y="4651431"/>
                <a:ext cx="2196496" cy="2206567"/>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2" name="Google Shape;142;p14"/>
              <p:cNvCxnSpPr/>
              <p:nvPr/>
            </p:nvCxnSpPr>
            <p:spPr>
              <a:xfrm rot="10800000">
                <a:off x="-1" y="5864453"/>
                <a:ext cx="987003" cy="993545"/>
              </a:xfrm>
              <a:prstGeom prst="straightConnector1">
                <a:avLst/>
              </a:prstGeom>
              <a:noFill/>
              <a:ln cap="flat" cmpd="sng" w="9525">
                <a:solidFill>
                  <a:srgbClr val="D8D8D8">
                    <a:alpha val="29803"/>
                  </a:srgbClr>
                </a:solidFill>
                <a:prstDash val="solid"/>
                <a:miter lim="800000"/>
                <a:headEnd len="sm" w="sm" type="none"/>
                <a:tailEnd len="sm" w="sm" type="none"/>
              </a:ln>
            </p:spPr>
          </p:cxnSp>
        </p:grpSp>
        <p:grpSp>
          <p:nvGrpSpPr>
            <p:cNvPr id="143" name="Google Shape;143;p14"/>
            <p:cNvGrpSpPr/>
            <p:nvPr/>
          </p:nvGrpSpPr>
          <p:grpSpPr>
            <a:xfrm flipH="1">
              <a:off x="0" y="0"/>
              <a:ext cx="12192001" cy="6858000"/>
              <a:chOff x="-1" y="0"/>
              <a:chExt cx="12192001" cy="6858000"/>
            </a:xfrm>
          </p:grpSpPr>
          <p:cxnSp>
            <p:nvCxnSpPr>
              <p:cNvPr id="144" name="Google Shape;144;p14"/>
              <p:cNvCxnSpPr/>
              <p:nvPr/>
            </p:nvCxnSpPr>
            <p:spPr>
              <a:xfrm>
                <a:off x="225425"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5" name="Google Shape;145;p14"/>
              <p:cNvCxnSpPr/>
              <p:nvPr/>
            </p:nvCxnSpPr>
            <p:spPr>
              <a:xfrm>
                <a:off x="1449154"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6" name="Google Shape;146;p14"/>
              <p:cNvCxnSpPr/>
              <p:nvPr/>
            </p:nvCxnSpPr>
            <p:spPr>
              <a:xfrm>
                <a:off x="266598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7" name="Google Shape;147;p14"/>
              <p:cNvCxnSpPr/>
              <p:nvPr/>
            </p:nvCxnSpPr>
            <p:spPr>
              <a:xfrm>
                <a:off x="3885119"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8" name="Google Shape;148;p14"/>
              <p:cNvCxnSpPr/>
              <p:nvPr/>
            </p:nvCxnSpPr>
            <p:spPr>
              <a:xfrm>
                <a:off x="510650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149" name="Google Shape;149;p14"/>
              <p:cNvGrpSpPr/>
              <p:nvPr/>
            </p:nvGrpSpPr>
            <p:grpSpPr>
              <a:xfrm>
                <a:off x="6327885" y="0"/>
                <a:ext cx="5864115" cy="5898673"/>
                <a:chOff x="6327885" y="0"/>
                <a:chExt cx="5864115" cy="5898673"/>
              </a:xfrm>
            </p:grpSpPr>
            <p:cxnSp>
              <p:nvCxnSpPr>
                <p:cNvPr id="150" name="Google Shape;150;p14"/>
                <p:cNvCxnSpPr/>
                <p:nvPr/>
              </p:nvCxnSpPr>
              <p:spPr>
                <a:xfrm>
                  <a:off x="6327885" y="0"/>
                  <a:ext cx="5864115" cy="5898673"/>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1" name="Google Shape;151;p14"/>
                <p:cNvCxnSpPr/>
                <p:nvPr/>
              </p:nvCxnSpPr>
              <p:spPr>
                <a:xfrm>
                  <a:off x="7549268" y="0"/>
                  <a:ext cx="4642732" cy="467242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2" name="Google Shape;152;p14"/>
                <p:cNvCxnSpPr/>
                <p:nvPr/>
              </p:nvCxnSpPr>
              <p:spPr>
                <a:xfrm>
                  <a:off x="8772997" y="0"/>
                  <a:ext cx="3419003" cy="34567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3" name="Google Shape;153;p14"/>
                <p:cNvCxnSpPr/>
                <p:nvPr/>
              </p:nvCxnSpPr>
              <p:spPr>
                <a:xfrm>
                  <a:off x="9982200" y="0"/>
                  <a:ext cx="2209800" cy="222646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4" name="Google Shape;154;p14"/>
                <p:cNvCxnSpPr/>
                <p:nvPr/>
              </p:nvCxnSpPr>
              <p:spPr>
                <a:xfrm>
                  <a:off x="11199019" y="0"/>
                  <a:ext cx="992981" cy="1002506"/>
                </a:xfrm>
                <a:prstGeom prst="straightConnector1">
                  <a:avLst/>
                </a:prstGeom>
                <a:noFill/>
                <a:ln cap="flat" cmpd="sng" w="9525">
                  <a:solidFill>
                    <a:srgbClr val="D8D8D8">
                      <a:alpha val="29803"/>
                    </a:srgbClr>
                  </a:solidFill>
                  <a:prstDash val="solid"/>
                  <a:miter lim="800000"/>
                  <a:headEnd len="sm" w="sm" type="none"/>
                  <a:tailEnd len="sm" w="sm" type="none"/>
                </a:ln>
              </p:spPr>
            </p:cxnSp>
          </p:grpSp>
          <p:cxnSp>
            <p:nvCxnSpPr>
              <p:cNvPr id="155" name="Google Shape;155;p14"/>
              <p:cNvCxnSpPr/>
              <p:nvPr/>
            </p:nvCxnSpPr>
            <p:spPr>
              <a:xfrm rot="10800000">
                <a:off x="-1" y="1012053"/>
                <a:ext cx="5828811" cy="584594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6" name="Google Shape;156;p14"/>
              <p:cNvCxnSpPr/>
              <p:nvPr/>
            </p:nvCxnSpPr>
            <p:spPr>
              <a:xfrm rot="10800000">
                <a:off x="-1" y="2227340"/>
                <a:ext cx="4614781" cy="4630658"/>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7" name="Google Shape;157;p14"/>
              <p:cNvCxnSpPr/>
              <p:nvPr/>
            </p:nvCxnSpPr>
            <p:spPr>
              <a:xfrm rot="10800000">
                <a:off x="-1" y="3432149"/>
                <a:ext cx="3398419" cy="34258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8" name="Google Shape;158;p14"/>
              <p:cNvCxnSpPr/>
              <p:nvPr/>
            </p:nvCxnSpPr>
            <p:spPr>
              <a:xfrm rot="10800000">
                <a:off x="-1" y="4651431"/>
                <a:ext cx="2196496" cy="2206567"/>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9" name="Google Shape;159;p14"/>
              <p:cNvCxnSpPr/>
              <p:nvPr/>
            </p:nvCxnSpPr>
            <p:spPr>
              <a:xfrm rot="10800000">
                <a:off x="-1" y="5864453"/>
                <a:ext cx="987003" cy="993545"/>
              </a:xfrm>
              <a:prstGeom prst="straightConnector1">
                <a:avLst/>
              </a:prstGeom>
              <a:noFill/>
              <a:ln cap="flat" cmpd="sng" w="9525">
                <a:solidFill>
                  <a:srgbClr val="D8D8D8">
                    <a:alpha val="29803"/>
                  </a:srgbClr>
                </a:solidFill>
                <a:prstDash val="solid"/>
                <a:miter lim="800000"/>
                <a:headEnd len="sm" w="sm" type="none"/>
                <a:tailEnd len="sm" w="sm" type="none"/>
              </a:ln>
            </p:spPr>
          </p:cxnSp>
        </p:grpSp>
      </p:grpSp>
      <p:sp>
        <p:nvSpPr>
          <p:cNvPr id="160" name="Google Shape;160;p14"/>
          <p:cNvSpPr txBox="1"/>
          <p:nvPr>
            <p:ph idx="11" type="ftr"/>
          </p:nvPr>
        </p:nvSpPr>
        <p:spPr>
          <a:xfrm>
            <a:off x="462779" y="4929573"/>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1" name="Google Shape;161;p14"/>
          <p:cNvSpPr txBox="1"/>
          <p:nvPr>
            <p:ph idx="10" type="dt"/>
          </p:nvPr>
        </p:nvSpPr>
        <p:spPr>
          <a:xfrm>
            <a:off x="7007967" y="4933014"/>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14"/>
          <p:cNvSpPr txBox="1"/>
          <p:nvPr>
            <p:ph idx="12" type="sldNum"/>
          </p:nvPr>
        </p:nvSpPr>
        <p:spPr>
          <a:xfrm>
            <a:off x="8037713" y="4929573"/>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3" name="Shape 163"/>
        <p:cNvGrpSpPr/>
        <p:nvPr/>
      </p:nvGrpSpPr>
      <p:grpSpPr>
        <a:xfrm>
          <a:off x="0" y="0"/>
          <a:ext cx="0" cy="0"/>
          <a:chOff x="0" y="0"/>
          <a:chExt cx="0" cy="0"/>
        </a:xfrm>
      </p:grpSpPr>
      <p:grpSp>
        <p:nvGrpSpPr>
          <p:cNvPr id="164" name="Google Shape;164;p15"/>
          <p:cNvGrpSpPr/>
          <p:nvPr/>
        </p:nvGrpSpPr>
        <p:grpSpPr>
          <a:xfrm>
            <a:off x="-1" y="0"/>
            <a:ext cx="9144002" cy="5143500"/>
            <a:chOff x="-1" y="0"/>
            <a:chExt cx="12192002" cy="6858000"/>
          </a:xfrm>
        </p:grpSpPr>
        <p:cxnSp>
          <p:nvCxnSpPr>
            <p:cNvPr id="165" name="Google Shape;165;p15"/>
            <p:cNvCxnSpPr/>
            <p:nvPr/>
          </p:nvCxnSpPr>
          <p:spPr>
            <a:xfrm>
              <a:off x="61019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6" name="Google Shape;166;p15"/>
            <p:cNvCxnSpPr/>
            <p:nvPr/>
          </p:nvCxnSpPr>
          <p:spPr>
            <a:xfrm>
              <a:off x="182933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7" name="Google Shape;167;p15"/>
            <p:cNvCxnSpPr/>
            <p:nvPr/>
          </p:nvCxnSpPr>
          <p:spPr>
            <a:xfrm>
              <a:off x="304847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8" name="Google Shape;168;p15"/>
            <p:cNvCxnSpPr/>
            <p:nvPr/>
          </p:nvCxnSpPr>
          <p:spPr>
            <a:xfrm>
              <a:off x="426760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9" name="Google Shape;169;p15"/>
            <p:cNvCxnSpPr/>
            <p:nvPr/>
          </p:nvCxnSpPr>
          <p:spPr>
            <a:xfrm>
              <a:off x="548674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0" name="Google Shape;170;p15"/>
            <p:cNvCxnSpPr/>
            <p:nvPr/>
          </p:nvCxnSpPr>
          <p:spPr>
            <a:xfrm>
              <a:off x="670588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1" name="Google Shape;171;p15"/>
            <p:cNvCxnSpPr/>
            <p:nvPr/>
          </p:nvCxnSpPr>
          <p:spPr>
            <a:xfrm>
              <a:off x="792502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2" name="Google Shape;172;p15"/>
            <p:cNvCxnSpPr/>
            <p:nvPr/>
          </p:nvCxnSpPr>
          <p:spPr>
            <a:xfrm>
              <a:off x="914416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3" name="Google Shape;173;p15"/>
            <p:cNvCxnSpPr/>
            <p:nvPr/>
          </p:nvCxnSpPr>
          <p:spPr>
            <a:xfrm>
              <a:off x="1036329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4" name="Google Shape;174;p15"/>
            <p:cNvCxnSpPr/>
            <p:nvPr/>
          </p:nvCxnSpPr>
          <p:spPr>
            <a:xfrm>
              <a:off x="1158243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5" name="Google Shape;175;p15"/>
            <p:cNvCxnSpPr/>
            <p:nvPr/>
          </p:nvCxnSpPr>
          <p:spPr>
            <a:xfrm>
              <a:off x="2819" y="38648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6" name="Google Shape;176;p15"/>
            <p:cNvCxnSpPr/>
            <p:nvPr/>
          </p:nvCxnSpPr>
          <p:spPr>
            <a:xfrm>
              <a:off x="2819" y="1611181"/>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7" name="Google Shape;177;p15"/>
            <p:cNvCxnSpPr/>
            <p:nvPr/>
          </p:nvCxnSpPr>
          <p:spPr>
            <a:xfrm>
              <a:off x="2819" y="2835877"/>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8" name="Google Shape;178;p15"/>
            <p:cNvCxnSpPr/>
            <p:nvPr/>
          </p:nvCxnSpPr>
          <p:spPr>
            <a:xfrm>
              <a:off x="2819" y="4060573"/>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9" name="Google Shape;179;p15"/>
            <p:cNvCxnSpPr/>
            <p:nvPr/>
          </p:nvCxnSpPr>
          <p:spPr>
            <a:xfrm>
              <a:off x="2819" y="5285269"/>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0" name="Google Shape;180;p15"/>
            <p:cNvCxnSpPr/>
            <p:nvPr/>
          </p:nvCxnSpPr>
          <p:spPr>
            <a:xfrm>
              <a:off x="2819" y="650996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81" name="Google Shape;181;p15"/>
            <p:cNvGrpSpPr/>
            <p:nvPr/>
          </p:nvGrpSpPr>
          <p:grpSpPr>
            <a:xfrm>
              <a:off x="-1" y="0"/>
              <a:ext cx="12192001" cy="6858000"/>
              <a:chOff x="-1" y="0"/>
              <a:chExt cx="12192001" cy="6858000"/>
            </a:xfrm>
          </p:grpSpPr>
          <p:cxnSp>
            <p:nvCxnSpPr>
              <p:cNvPr id="182" name="Google Shape;182;p15"/>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3" name="Google Shape;183;p15"/>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4" name="Google Shape;184;p15"/>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5" name="Google Shape;185;p15"/>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6" name="Google Shape;186;p15"/>
              <p:cNvCxnSpPr/>
              <p:nvPr/>
            </p:nvCxnSpPr>
            <p:spPr>
              <a:xfrm>
                <a:off x="510650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87" name="Google Shape;187;p15"/>
              <p:cNvGrpSpPr/>
              <p:nvPr/>
            </p:nvGrpSpPr>
            <p:grpSpPr>
              <a:xfrm>
                <a:off x="6327885" y="0"/>
                <a:ext cx="5864115" cy="5898673"/>
                <a:chOff x="6327885" y="0"/>
                <a:chExt cx="5864115" cy="5898673"/>
              </a:xfrm>
            </p:grpSpPr>
            <p:cxnSp>
              <p:nvCxnSpPr>
                <p:cNvPr id="188" name="Google Shape;188;p15"/>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9" name="Google Shape;189;p15"/>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0" name="Google Shape;190;p15"/>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1" name="Google Shape;191;p15"/>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2" name="Google Shape;192;p15"/>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193" name="Google Shape;193;p15"/>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4" name="Google Shape;194;p15"/>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5" name="Google Shape;195;p15"/>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6" name="Google Shape;196;p15"/>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7" name="Google Shape;197;p15"/>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nvGrpSpPr>
            <p:cNvPr id="198" name="Google Shape;198;p15"/>
            <p:cNvGrpSpPr/>
            <p:nvPr/>
          </p:nvGrpSpPr>
          <p:grpSpPr>
            <a:xfrm flipH="1">
              <a:off x="0" y="0"/>
              <a:ext cx="12192001" cy="6858000"/>
              <a:chOff x="-1" y="0"/>
              <a:chExt cx="12192001" cy="6858000"/>
            </a:xfrm>
          </p:grpSpPr>
          <p:cxnSp>
            <p:nvCxnSpPr>
              <p:cNvPr id="199" name="Google Shape;199;p15"/>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0" name="Google Shape;200;p15"/>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1" name="Google Shape;201;p15"/>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2" name="Google Shape;202;p15"/>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3" name="Google Shape;203;p15"/>
              <p:cNvCxnSpPr/>
              <p:nvPr/>
            </p:nvCxnSpPr>
            <p:spPr>
              <a:xfrm>
                <a:off x="515064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204" name="Google Shape;204;p15"/>
              <p:cNvGrpSpPr/>
              <p:nvPr/>
            </p:nvGrpSpPr>
            <p:grpSpPr>
              <a:xfrm>
                <a:off x="6327885" y="0"/>
                <a:ext cx="5864115" cy="5898673"/>
                <a:chOff x="6327885" y="0"/>
                <a:chExt cx="5864115" cy="5898673"/>
              </a:xfrm>
            </p:grpSpPr>
            <p:cxnSp>
              <p:nvCxnSpPr>
                <p:cNvPr id="205" name="Google Shape;205;p15"/>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6" name="Google Shape;206;p15"/>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7" name="Google Shape;207;p15"/>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8" name="Google Shape;208;p15"/>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9" name="Google Shape;209;p15"/>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210" name="Google Shape;210;p15"/>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1" name="Google Shape;211;p15"/>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2" name="Google Shape;212;p15"/>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3" name="Google Shape;213;p15"/>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4" name="Google Shape;214;p15"/>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sp>
        <p:nvSpPr>
          <p:cNvPr id="215" name="Google Shape;215;p15"/>
          <p:cNvSpPr txBox="1"/>
          <p:nvPr>
            <p:ph type="ctrTitle"/>
          </p:nvPr>
        </p:nvSpPr>
        <p:spPr>
          <a:xfrm>
            <a:off x="970384" y="1432010"/>
            <a:ext cx="7203233" cy="2537460"/>
          </a:xfrm>
          <a:prstGeom prst="rect">
            <a:avLst/>
          </a:prstGeom>
          <a:noFill/>
          <a:ln>
            <a:noFill/>
          </a:ln>
        </p:spPr>
        <p:txBody>
          <a:bodyPr anchorCtr="0" anchor="b" bIns="34275" lIns="68575" spcFirstLastPara="1" rIns="68575" wrap="square" tIns="34275">
            <a:normAutofit/>
          </a:bodyPr>
          <a:lstStyle>
            <a:lvl1pPr lvl="0" algn="l">
              <a:lnSpc>
                <a:spcPct val="76000"/>
              </a:lnSpc>
              <a:spcBef>
                <a:spcPts val="0"/>
              </a:spcBef>
              <a:spcAft>
                <a:spcPts val="0"/>
              </a:spcAft>
              <a:buClr>
                <a:schemeClr val="dk1"/>
              </a:buClr>
              <a:buSzPts val="6000"/>
              <a:buFont typeface="Arial"/>
              <a:buNone/>
              <a:defRPr sz="6000" cap="none">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p15"/>
          <p:cNvSpPr txBox="1"/>
          <p:nvPr>
            <p:ph idx="1" type="subTitle"/>
          </p:nvPr>
        </p:nvSpPr>
        <p:spPr>
          <a:xfrm>
            <a:off x="970384" y="4074423"/>
            <a:ext cx="7203233" cy="342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SzPts val="1500"/>
              <a:buNone/>
              <a:defRPr b="0" sz="1500">
                <a:solidFill>
                  <a:srgbClr val="A43E27"/>
                </a:solidFill>
              </a:defRPr>
            </a:lvl1pPr>
            <a:lvl2pPr lvl="1" algn="ctr">
              <a:lnSpc>
                <a:spcPct val="90000"/>
              </a:lnSpc>
              <a:spcBef>
                <a:spcPts val="900"/>
              </a:spcBef>
              <a:spcAft>
                <a:spcPts val="0"/>
              </a:spcAft>
              <a:buSzPts val="1500"/>
              <a:buNone/>
              <a:defRPr sz="1500"/>
            </a:lvl2pPr>
            <a:lvl3pPr lvl="2" algn="ctr">
              <a:lnSpc>
                <a:spcPct val="90000"/>
              </a:lnSpc>
              <a:spcBef>
                <a:spcPts val="600"/>
              </a:spcBef>
              <a:spcAft>
                <a:spcPts val="0"/>
              </a:spcAft>
              <a:buSzPts val="1400"/>
              <a:buNone/>
              <a:defRPr sz="1400"/>
            </a:lvl3pPr>
            <a:lvl4pPr lvl="3" algn="ctr">
              <a:lnSpc>
                <a:spcPct val="90000"/>
              </a:lnSpc>
              <a:spcBef>
                <a:spcPts val="600"/>
              </a:spcBef>
              <a:spcAft>
                <a:spcPts val="0"/>
              </a:spcAft>
              <a:buSzPts val="1200"/>
              <a:buNone/>
              <a:defRPr sz="1200"/>
            </a:lvl4pPr>
            <a:lvl5pPr lvl="4" algn="ctr">
              <a:lnSpc>
                <a:spcPct val="90000"/>
              </a:lnSpc>
              <a:spcBef>
                <a:spcPts val="500"/>
              </a:spcBef>
              <a:spcAft>
                <a:spcPts val="0"/>
              </a:spcAft>
              <a:buSzPts val="1200"/>
              <a:buNone/>
              <a:defRPr sz="1200"/>
            </a:lvl5pPr>
            <a:lvl6pPr lvl="5" algn="ctr">
              <a:lnSpc>
                <a:spcPct val="90000"/>
              </a:lnSpc>
              <a:spcBef>
                <a:spcPts val="500"/>
              </a:spcBef>
              <a:spcAft>
                <a:spcPts val="0"/>
              </a:spcAft>
              <a:buSzPts val="1200"/>
              <a:buNone/>
              <a:defRPr sz="1200"/>
            </a:lvl6pPr>
            <a:lvl7pPr lvl="6" algn="ctr">
              <a:lnSpc>
                <a:spcPct val="90000"/>
              </a:lnSpc>
              <a:spcBef>
                <a:spcPts val="500"/>
              </a:spcBef>
              <a:spcAft>
                <a:spcPts val="0"/>
              </a:spcAft>
              <a:buSzPts val="1200"/>
              <a:buNone/>
              <a:defRPr sz="1200"/>
            </a:lvl7pPr>
            <a:lvl8pPr lvl="7" algn="ctr">
              <a:lnSpc>
                <a:spcPct val="90000"/>
              </a:lnSpc>
              <a:spcBef>
                <a:spcPts val="500"/>
              </a:spcBef>
              <a:spcAft>
                <a:spcPts val="0"/>
              </a:spcAft>
              <a:buSzPts val="1200"/>
              <a:buNone/>
              <a:defRPr sz="1200"/>
            </a:lvl8pPr>
            <a:lvl9pPr lvl="8" algn="ctr">
              <a:lnSpc>
                <a:spcPct val="90000"/>
              </a:lnSpc>
              <a:spcBef>
                <a:spcPts val="500"/>
              </a:spcBef>
              <a:spcAft>
                <a:spcPts val="0"/>
              </a:spcAft>
              <a:buSzPts val="1200"/>
              <a:buNone/>
              <a:defRPr sz="1200"/>
            </a:lvl9pPr>
          </a:lstStyle>
          <a:p/>
        </p:txBody>
      </p:sp>
      <p:cxnSp>
        <p:nvCxnSpPr>
          <p:cNvPr id="217" name="Google Shape;217;p15"/>
          <p:cNvCxnSpPr/>
          <p:nvPr/>
        </p:nvCxnSpPr>
        <p:spPr>
          <a:xfrm>
            <a:off x="971550" y="3970631"/>
            <a:ext cx="72009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8" name="Shape 218"/>
        <p:cNvGrpSpPr/>
        <p:nvPr/>
      </p:nvGrpSpPr>
      <p:grpSpPr>
        <a:xfrm>
          <a:off x="0" y="0"/>
          <a:ext cx="0" cy="0"/>
          <a:chOff x="0" y="0"/>
          <a:chExt cx="0" cy="0"/>
        </a:xfrm>
      </p:grpSpPr>
      <p:sp>
        <p:nvSpPr>
          <p:cNvPr id="219" name="Google Shape;219;p16"/>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0" name="Google Shape;220;p16"/>
          <p:cNvSpPr txBox="1"/>
          <p:nvPr>
            <p:ph idx="1" type="body"/>
          </p:nvPr>
        </p:nvSpPr>
        <p:spPr>
          <a:xfrm>
            <a:off x="971550" y="1485901"/>
            <a:ext cx="7200900" cy="2857499"/>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1400"/>
              </a:spcBef>
              <a:spcAft>
                <a:spcPts val="0"/>
              </a:spcAft>
              <a:buSzPts val="1400"/>
              <a:buChar char="▪"/>
              <a:defRPr/>
            </a:lvl1pPr>
            <a:lvl2pPr indent="-317500" lvl="1" marL="914400" algn="l">
              <a:lnSpc>
                <a:spcPct val="90000"/>
              </a:lnSpc>
              <a:spcBef>
                <a:spcPts val="900"/>
              </a:spcBef>
              <a:spcAft>
                <a:spcPts val="0"/>
              </a:spcAft>
              <a:buSzPts val="1400"/>
              <a:buChar char="▪"/>
              <a:defRPr/>
            </a:lvl2pPr>
            <a:lvl3pPr indent="-317500" lvl="2" marL="1371600" algn="l">
              <a:lnSpc>
                <a:spcPct val="90000"/>
              </a:lnSpc>
              <a:spcBef>
                <a:spcPts val="600"/>
              </a:spcBef>
              <a:spcAft>
                <a:spcPts val="0"/>
              </a:spcAft>
              <a:buSzPts val="1400"/>
              <a:buChar char="▪"/>
              <a:defRPr/>
            </a:lvl3pPr>
            <a:lvl4pPr indent="-317500" lvl="3" marL="1828800" algn="l">
              <a:lnSpc>
                <a:spcPct val="90000"/>
              </a:lnSpc>
              <a:spcBef>
                <a:spcPts val="600"/>
              </a:spcBef>
              <a:spcAft>
                <a:spcPts val="0"/>
              </a:spcAft>
              <a:buSzPts val="1400"/>
              <a:buChar char="▪"/>
              <a:defRPr/>
            </a:lvl4pPr>
            <a:lvl5pPr indent="-317500" lvl="4" marL="2286000" algn="l">
              <a:lnSpc>
                <a:spcPct val="90000"/>
              </a:lnSpc>
              <a:spcBef>
                <a:spcPts val="500"/>
              </a:spcBef>
              <a:spcAft>
                <a:spcPts val="0"/>
              </a:spcAft>
              <a:buSzPts val="1400"/>
              <a:buChar char="▪"/>
              <a:defRPr/>
            </a:lvl5pPr>
            <a:lvl6pPr indent="-317500" lvl="5" marL="2743200" algn="l">
              <a:lnSpc>
                <a:spcPct val="90000"/>
              </a:lnSpc>
              <a:spcBef>
                <a:spcPts val="500"/>
              </a:spcBef>
              <a:spcAft>
                <a:spcPts val="0"/>
              </a:spcAft>
              <a:buSzPts val="1400"/>
              <a:buChar char="▪"/>
              <a:defRPr/>
            </a:lvl6pPr>
            <a:lvl7pPr indent="-317500" lvl="6" marL="3200400" algn="l">
              <a:lnSpc>
                <a:spcPct val="90000"/>
              </a:lnSpc>
              <a:spcBef>
                <a:spcPts val="500"/>
              </a:spcBef>
              <a:spcAft>
                <a:spcPts val="0"/>
              </a:spcAft>
              <a:buSzPts val="1400"/>
              <a:buChar char="▪"/>
              <a:defRPr/>
            </a:lvl7pPr>
            <a:lvl8pPr indent="-317500" lvl="7" marL="3657600" algn="l">
              <a:lnSpc>
                <a:spcPct val="90000"/>
              </a:lnSpc>
              <a:spcBef>
                <a:spcPts val="500"/>
              </a:spcBef>
              <a:spcAft>
                <a:spcPts val="0"/>
              </a:spcAft>
              <a:buSzPts val="1400"/>
              <a:buChar char="▪"/>
              <a:defRPr/>
            </a:lvl8pPr>
            <a:lvl9pPr indent="-228600" lvl="8" marL="4114800" algn="l">
              <a:lnSpc>
                <a:spcPct val="90000"/>
              </a:lnSpc>
              <a:spcBef>
                <a:spcPts val="500"/>
              </a:spcBef>
              <a:spcAft>
                <a:spcPts val="0"/>
              </a:spcAft>
              <a:buSzPts val="1400"/>
              <a:buNone/>
              <a:defRPr/>
            </a:lvl9pPr>
          </a:lstStyle>
          <a:p/>
        </p:txBody>
      </p:sp>
      <p:sp>
        <p:nvSpPr>
          <p:cNvPr id="221" name="Google Shape;221;p16"/>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2" name="Google Shape;222;p16"/>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3" name="Google Shape;223;p16"/>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accent1"/>
            </a:gs>
            <a:gs pos="97000">
              <a:srgbClr val="AF4329"/>
            </a:gs>
            <a:gs pos="100000">
              <a:srgbClr val="AF4329"/>
            </a:gs>
          </a:gsLst>
          <a:path path="circle">
            <a:fillToRect b="50%" l="50%" r="50%" t="50%"/>
          </a:path>
          <a:tileRect/>
        </a:gradFill>
      </p:bgPr>
    </p:bg>
    <p:spTree>
      <p:nvGrpSpPr>
        <p:cNvPr id="224" name="Shape 224"/>
        <p:cNvGrpSpPr/>
        <p:nvPr/>
      </p:nvGrpSpPr>
      <p:grpSpPr>
        <a:xfrm>
          <a:off x="0" y="0"/>
          <a:ext cx="0" cy="0"/>
          <a:chOff x="0" y="0"/>
          <a:chExt cx="0" cy="0"/>
        </a:xfrm>
      </p:grpSpPr>
      <p:grpSp>
        <p:nvGrpSpPr>
          <p:cNvPr id="225" name="Google Shape;225;p17"/>
          <p:cNvGrpSpPr/>
          <p:nvPr/>
        </p:nvGrpSpPr>
        <p:grpSpPr>
          <a:xfrm>
            <a:off x="-1" y="0"/>
            <a:ext cx="9144002" cy="5143500"/>
            <a:chOff x="-1" y="0"/>
            <a:chExt cx="12192002" cy="6858000"/>
          </a:xfrm>
        </p:grpSpPr>
        <p:cxnSp>
          <p:nvCxnSpPr>
            <p:cNvPr id="226" name="Google Shape;226;p17"/>
            <p:cNvCxnSpPr/>
            <p:nvPr/>
          </p:nvCxnSpPr>
          <p:spPr>
            <a:xfrm>
              <a:off x="61019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27" name="Google Shape;227;p17"/>
            <p:cNvCxnSpPr/>
            <p:nvPr/>
          </p:nvCxnSpPr>
          <p:spPr>
            <a:xfrm>
              <a:off x="182933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28" name="Google Shape;228;p17"/>
            <p:cNvCxnSpPr/>
            <p:nvPr/>
          </p:nvCxnSpPr>
          <p:spPr>
            <a:xfrm>
              <a:off x="304847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29" name="Google Shape;229;p17"/>
            <p:cNvCxnSpPr/>
            <p:nvPr/>
          </p:nvCxnSpPr>
          <p:spPr>
            <a:xfrm>
              <a:off x="426760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0" name="Google Shape;230;p17"/>
            <p:cNvCxnSpPr/>
            <p:nvPr/>
          </p:nvCxnSpPr>
          <p:spPr>
            <a:xfrm>
              <a:off x="548674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1" name="Google Shape;231;p17"/>
            <p:cNvCxnSpPr/>
            <p:nvPr/>
          </p:nvCxnSpPr>
          <p:spPr>
            <a:xfrm>
              <a:off x="670588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2" name="Google Shape;232;p17"/>
            <p:cNvCxnSpPr/>
            <p:nvPr/>
          </p:nvCxnSpPr>
          <p:spPr>
            <a:xfrm>
              <a:off x="792502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3" name="Google Shape;233;p17"/>
            <p:cNvCxnSpPr/>
            <p:nvPr/>
          </p:nvCxnSpPr>
          <p:spPr>
            <a:xfrm>
              <a:off x="914416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4" name="Google Shape;234;p17"/>
            <p:cNvCxnSpPr/>
            <p:nvPr/>
          </p:nvCxnSpPr>
          <p:spPr>
            <a:xfrm>
              <a:off x="1036329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5" name="Google Shape;235;p17"/>
            <p:cNvCxnSpPr/>
            <p:nvPr/>
          </p:nvCxnSpPr>
          <p:spPr>
            <a:xfrm>
              <a:off x="1158243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6" name="Google Shape;236;p17"/>
            <p:cNvCxnSpPr/>
            <p:nvPr/>
          </p:nvCxnSpPr>
          <p:spPr>
            <a:xfrm>
              <a:off x="2819" y="38648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7" name="Google Shape;237;p17"/>
            <p:cNvCxnSpPr/>
            <p:nvPr/>
          </p:nvCxnSpPr>
          <p:spPr>
            <a:xfrm>
              <a:off x="2819" y="1611181"/>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8" name="Google Shape;238;p17"/>
            <p:cNvCxnSpPr/>
            <p:nvPr/>
          </p:nvCxnSpPr>
          <p:spPr>
            <a:xfrm>
              <a:off x="2819" y="2835877"/>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9" name="Google Shape;239;p17"/>
            <p:cNvCxnSpPr/>
            <p:nvPr/>
          </p:nvCxnSpPr>
          <p:spPr>
            <a:xfrm>
              <a:off x="2819" y="4060573"/>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0" name="Google Shape;240;p17"/>
            <p:cNvCxnSpPr/>
            <p:nvPr/>
          </p:nvCxnSpPr>
          <p:spPr>
            <a:xfrm>
              <a:off x="2819" y="5285269"/>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1" name="Google Shape;241;p17"/>
            <p:cNvCxnSpPr/>
            <p:nvPr/>
          </p:nvCxnSpPr>
          <p:spPr>
            <a:xfrm>
              <a:off x="2819" y="650996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242" name="Google Shape;242;p17"/>
            <p:cNvGrpSpPr/>
            <p:nvPr/>
          </p:nvGrpSpPr>
          <p:grpSpPr>
            <a:xfrm>
              <a:off x="-1" y="0"/>
              <a:ext cx="12192001" cy="6858000"/>
              <a:chOff x="-1" y="0"/>
              <a:chExt cx="12192001" cy="6858000"/>
            </a:xfrm>
          </p:grpSpPr>
          <p:cxnSp>
            <p:nvCxnSpPr>
              <p:cNvPr id="243" name="Google Shape;243;p17"/>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4" name="Google Shape;244;p17"/>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5" name="Google Shape;245;p17"/>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6" name="Google Shape;246;p17"/>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7" name="Google Shape;247;p17"/>
              <p:cNvCxnSpPr/>
              <p:nvPr/>
            </p:nvCxnSpPr>
            <p:spPr>
              <a:xfrm>
                <a:off x="510650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248" name="Google Shape;248;p17"/>
              <p:cNvGrpSpPr/>
              <p:nvPr/>
            </p:nvGrpSpPr>
            <p:grpSpPr>
              <a:xfrm>
                <a:off x="6327885" y="0"/>
                <a:ext cx="5864115" cy="5898673"/>
                <a:chOff x="6327885" y="0"/>
                <a:chExt cx="5864115" cy="5898673"/>
              </a:xfrm>
            </p:grpSpPr>
            <p:cxnSp>
              <p:nvCxnSpPr>
                <p:cNvPr id="249" name="Google Shape;249;p17"/>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0" name="Google Shape;250;p17"/>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1" name="Google Shape;251;p17"/>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2" name="Google Shape;252;p17"/>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3" name="Google Shape;253;p17"/>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254" name="Google Shape;254;p17"/>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5" name="Google Shape;255;p17"/>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6" name="Google Shape;256;p17"/>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7" name="Google Shape;257;p17"/>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8" name="Google Shape;258;p17"/>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nvGrpSpPr>
            <p:cNvPr id="259" name="Google Shape;259;p17"/>
            <p:cNvGrpSpPr/>
            <p:nvPr/>
          </p:nvGrpSpPr>
          <p:grpSpPr>
            <a:xfrm flipH="1">
              <a:off x="0" y="0"/>
              <a:ext cx="12192001" cy="6858000"/>
              <a:chOff x="-1" y="0"/>
              <a:chExt cx="12192001" cy="6858000"/>
            </a:xfrm>
          </p:grpSpPr>
          <p:cxnSp>
            <p:nvCxnSpPr>
              <p:cNvPr id="260" name="Google Shape;260;p17"/>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1" name="Google Shape;261;p17"/>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2" name="Google Shape;262;p17"/>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3" name="Google Shape;263;p17"/>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4" name="Google Shape;264;p17"/>
              <p:cNvCxnSpPr/>
              <p:nvPr/>
            </p:nvCxnSpPr>
            <p:spPr>
              <a:xfrm>
                <a:off x="515064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265" name="Google Shape;265;p17"/>
              <p:cNvGrpSpPr/>
              <p:nvPr/>
            </p:nvGrpSpPr>
            <p:grpSpPr>
              <a:xfrm>
                <a:off x="6327885" y="0"/>
                <a:ext cx="5864115" cy="5898673"/>
                <a:chOff x="6327885" y="0"/>
                <a:chExt cx="5864115" cy="5898673"/>
              </a:xfrm>
            </p:grpSpPr>
            <p:cxnSp>
              <p:nvCxnSpPr>
                <p:cNvPr id="266" name="Google Shape;266;p17"/>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7" name="Google Shape;267;p17"/>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8" name="Google Shape;268;p17"/>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9" name="Google Shape;269;p17"/>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0" name="Google Shape;270;p17"/>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271" name="Google Shape;271;p17"/>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2" name="Google Shape;272;p17"/>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3" name="Google Shape;273;p17"/>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4" name="Google Shape;274;p17"/>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5" name="Google Shape;275;p17"/>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sp>
        <p:nvSpPr>
          <p:cNvPr id="276" name="Google Shape;276;p17"/>
          <p:cNvSpPr txBox="1"/>
          <p:nvPr>
            <p:ph type="title"/>
          </p:nvPr>
        </p:nvSpPr>
        <p:spPr>
          <a:xfrm>
            <a:off x="971550" y="1906180"/>
            <a:ext cx="7200900" cy="20574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chemeClr val="lt1"/>
              </a:buClr>
              <a:buSzPts val="4500"/>
              <a:buFont typeface="Arial"/>
              <a:buNone/>
              <a:defRPr sz="45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7" name="Google Shape;277;p17"/>
          <p:cNvSpPr txBox="1"/>
          <p:nvPr>
            <p:ph idx="1" type="body"/>
          </p:nvPr>
        </p:nvSpPr>
        <p:spPr>
          <a:xfrm>
            <a:off x="971550" y="4073652"/>
            <a:ext cx="7200900" cy="3429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SzPts val="1500"/>
              <a:buNone/>
              <a:defRPr b="0" sz="1500">
                <a:solidFill>
                  <a:schemeClr val="lt1"/>
                </a:solidFill>
              </a:defRPr>
            </a:lvl1pPr>
            <a:lvl2pPr indent="-228600" lvl="1" marL="914400" algn="l">
              <a:lnSpc>
                <a:spcPct val="90000"/>
              </a:lnSpc>
              <a:spcBef>
                <a:spcPts val="900"/>
              </a:spcBef>
              <a:spcAft>
                <a:spcPts val="0"/>
              </a:spcAft>
              <a:buSzPts val="1500"/>
              <a:buNone/>
              <a:defRPr sz="1500"/>
            </a:lvl2pPr>
            <a:lvl3pPr indent="-228600" lvl="2" marL="1371600" algn="l">
              <a:lnSpc>
                <a:spcPct val="90000"/>
              </a:lnSpc>
              <a:spcBef>
                <a:spcPts val="600"/>
              </a:spcBef>
              <a:spcAft>
                <a:spcPts val="0"/>
              </a:spcAft>
              <a:buSzPts val="1400"/>
              <a:buNone/>
              <a:defRPr sz="1400"/>
            </a:lvl3pPr>
            <a:lvl4pPr indent="-228600" lvl="3" marL="1828800" algn="l">
              <a:lnSpc>
                <a:spcPct val="90000"/>
              </a:lnSpc>
              <a:spcBef>
                <a:spcPts val="600"/>
              </a:spcBef>
              <a:spcAft>
                <a:spcPts val="0"/>
              </a:spcAft>
              <a:buSzPts val="1200"/>
              <a:buNone/>
              <a:defRPr sz="1200"/>
            </a:lvl4pPr>
            <a:lvl5pPr indent="-228600" lvl="4" marL="2286000" algn="l">
              <a:lnSpc>
                <a:spcPct val="90000"/>
              </a:lnSpc>
              <a:spcBef>
                <a:spcPts val="500"/>
              </a:spcBef>
              <a:spcAft>
                <a:spcPts val="0"/>
              </a:spcAft>
              <a:buSzPts val="1200"/>
              <a:buNone/>
              <a:defRPr sz="1200"/>
            </a:lvl5pPr>
            <a:lvl6pPr indent="-228600" lvl="5" marL="2743200" algn="l">
              <a:lnSpc>
                <a:spcPct val="90000"/>
              </a:lnSpc>
              <a:spcBef>
                <a:spcPts val="500"/>
              </a:spcBef>
              <a:spcAft>
                <a:spcPts val="0"/>
              </a:spcAft>
              <a:buSzPts val="1200"/>
              <a:buNone/>
              <a:defRPr sz="1200"/>
            </a:lvl6pPr>
            <a:lvl7pPr indent="-228600" lvl="6" marL="3200400" algn="l">
              <a:lnSpc>
                <a:spcPct val="90000"/>
              </a:lnSpc>
              <a:spcBef>
                <a:spcPts val="500"/>
              </a:spcBef>
              <a:spcAft>
                <a:spcPts val="0"/>
              </a:spcAft>
              <a:buSzPts val="1200"/>
              <a:buNone/>
              <a:defRPr sz="1200"/>
            </a:lvl7pPr>
            <a:lvl8pPr indent="-228600" lvl="7" marL="3657600" algn="l">
              <a:lnSpc>
                <a:spcPct val="90000"/>
              </a:lnSpc>
              <a:spcBef>
                <a:spcPts val="500"/>
              </a:spcBef>
              <a:spcAft>
                <a:spcPts val="0"/>
              </a:spcAft>
              <a:buSzPts val="1200"/>
              <a:buNone/>
              <a:defRPr sz="1200"/>
            </a:lvl8pPr>
            <a:lvl9pPr indent="-228600" lvl="8" marL="4114800" algn="l">
              <a:lnSpc>
                <a:spcPct val="90000"/>
              </a:lnSpc>
              <a:spcBef>
                <a:spcPts val="500"/>
              </a:spcBef>
              <a:spcAft>
                <a:spcPts val="0"/>
              </a:spcAft>
              <a:buSzPts val="1200"/>
              <a:buNone/>
              <a:defRPr sz="1200"/>
            </a:lvl9pPr>
          </a:lstStyle>
          <a:p/>
        </p:txBody>
      </p:sp>
      <p:cxnSp>
        <p:nvCxnSpPr>
          <p:cNvPr id="278" name="Google Shape;278;p17"/>
          <p:cNvCxnSpPr/>
          <p:nvPr/>
        </p:nvCxnSpPr>
        <p:spPr>
          <a:xfrm>
            <a:off x="971550" y="3970631"/>
            <a:ext cx="72009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9" name="Shape 279"/>
        <p:cNvGrpSpPr/>
        <p:nvPr/>
      </p:nvGrpSpPr>
      <p:grpSpPr>
        <a:xfrm>
          <a:off x="0" y="0"/>
          <a:ext cx="0" cy="0"/>
          <a:chOff x="0" y="0"/>
          <a:chExt cx="0" cy="0"/>
        </a:xfrm>
      </p:grpSpPr>
      <p:sp>
        <p:nvSpPr>
          <p:cNvPr id="280" name="Google Shape;280;p18"/>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1" name="Google Shape;281;p18"/>
          <p:cNvSpPr txBox="1"/>
          <p:nvPr>
            <p:ph idx="1" type="body"/>
          </p:nvPr>
        </p:nvSpPr>
        <p:spPr>
          <a:xfrm>
            <a:off x="971550" y="1485899"/>
            <a:ext cx="3429000" cy="2857501"/>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17500" lvl="5" marL="2743200" algn="l">
              <a:lnSpc>
                <a:spcPct val="90000"/>
              </a:lnSpc>
              <a:spcBef>
                <a:spcPts val="500"/>
              </a:spcBef>
              <a:spcAft>
                <a:spcPts val="0"/>
              </a:spcAft>
              <a:buSzPts val="1400"/>
              <a:buChar char="▪"/>
              <a:defRPr sz="1400"/>
            </a:lvl6pPr>
            <a:lvl7pPr indent="-317500" lvl="6" marL="3200400" algn="l">
              <a:lnSpc>
                <a:spcPct val="90000"/>
              </a:lnSpc>
              <a:spcBef>
                <a:spcPts val="500"/>
              </a:spcBef>
              <a:spcAft>
                <a:spcPts val="0"/>
              </a:spcAft>
              <a:buSzPts val="1400"/>
              <a:buChar char="▪"/>
              <a:defRPr sz="1400"/>
            </a:lvl7pPr>
            <a:lvl8pPr indent="-317500" lvl="7" marL="3657600" algn="l">
              <a:lnSpc>
                <a:spcPct val="90000"/>
              </a:lnSpc>
              <a:spcBef>
                <a:spcPts val="500"/>
              </a:spcBef>
              <a:spcAft>
                <a:spcPts val="0"/>
              </a:spcAft>
              <a:buSzPts val="1400"/>
              <a:buChar char="▪"/>
              <a:defRPr sz="1400"/>
            </a:lvl8pPr>
            <a:lvl9pPr indent="-228600" lvl="8" marL="4114800" algn="l">
              <a:lnSpc>
                <a:spcPct val="90000"/>
              </a:lnSpc>
              <a:spcBef>
                <a:spcPts val="500"/>
              </a:spcBef>
              <a:spcAft>
                <a:spcPts val="0"/>
              </a:spcAft>
              <a:buSzPts val="1400"/>
              <a:buNone/>
              <a:defRPr sz="1400"/>
            </a:lvl9pPr>
          </a:lstStyle>
          <a:p/>
        </p:txBody>
      </p:sp>
      <p:sp>
        <p:nvSpPr>
          <p:cNvPr id="282" name="Google Shape;282;p18"/>
          <p:cNvSpPr txBox="1"/>
          <p:nvPr>
            <p:ph idx="2" type="body"/>
          </p:nvPr>
        </p:nvSpPr>
        <p:spPr>
          <a:xfrm>
            <a:off x="4743450" y="1485899"/>
            <a:ext cx="3429000" cy="2857501"/>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17500" lvl="5" marL="2743200" algn="l">
              <a:lnSpc>
                <a:spcPct val="90000"/>
              </a:lnSpc>
              <a:spcBef>
                <a:spcPts val="500"/>
              </a:spcBef>
              <a:spcAft>
                <a:spcPts val="0"/>
              </a:spcAft>
              <a:buSzPts val="1400"/>
              <a:buChar char="▪"/>
              <a:defRPr sz="1400"/>
            </a:lvl6pPr>
            <a:lvl7pPr indent="-317500" lvl="6" marL="3200400" algn="l">
              <a:lnSpc>
                <a:spcPct val="90000"/>
              </a:lnSpc>
              <a:spcBef>
                <a:spcPts val="500"/>
              </a:spcBef>
              <a:spcAft>
                <a:spcPts val="0"/>
              </a:spcAft>
              <a:buSzPts val="1400"/>
              <a:buChar char="▪"/>
              <a:defRPr sz="1400"/>
            </a:lvl7pPr>
            <a:lvl8pPr indent="-317500" lvl="7" marL="3657600" algn="l">
              <a:lnSpc>
                <a:spcPct val="90000"/>
              </a:lnSpc>
              <a:spcBef>
                <a:spcPts val="500"/>
              </a:spcBef>
              <a:spcAft>
                <a:spcPts val="0"/>
              </a:spcAft>
              <a:buSzPts val="1400"/>
              <a:buChar char="▪"/>
              <a:defRPr sz="1400"/>
            </a:lvl8pPr>
            <a:lvl9pPr indent="-228600" lvl="8" marL="4114800" algn="l">
              <a:lnSpc>
                <a:spcPct val="90000"/>
              </a:lnSpc>
              <a:spcBef>
                <a:spcPts val="500"/>
              </a:spcBef>
              <a:spcAft>
                <a:spcPts val="0"/>
              </a:spcAft>
              <a:buSzPts val="1400"/>
              <a:buNone/>
              <a:defRPr sz="1400"/>
            </a:lvl9pPr>
          </a:lstStyle>
          <a:p/>
        </p:txBody>
      </p:sp>
      <p:sp>
        <p:nvSpPr>
          <p:cNvPr id="283" name="Google Shape;283;p18"/>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4" name="Google Shape;284;p18"/>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5" name="Google Shape;285;p18"/>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86" name="Shape 286"/>
        <p:cNvGrpSpPr/>
        <p:nvPr/>
      </p:nvGrpSpPr>
      <p:grpSpPr>
        <a:xfrm>
          <a:off x="0" y="0"/>
          <a:ext cx="0" cy="0"/>
          <a:chOff x="0" y="0"/>
          <a:chExt cx="0" cy="0"/>
        </a:xfrm>
      </p:grpSpPr>
      <p:sp>
        <p:nvSpPr>
          <p:cNvPr id="287" name="Google Shape;287;p19"/>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8" name="Google Shape;288;p19"/>
          <p:cNvSpPr txBox="1"/>
          <p:nvPr>
            <p:ph idx="1" type="body"/>
          </p:nvPr>
        </p:nvSpPr>
        <p:spPr>
          <a:xfrm>
            <a:off x="971550" y="1363742"/>
            <a:ext cx="3429000" cy="481013"/>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0"/>
              </a:spcBef>
              <a:spcAft>
                <a:spcPts val="0"/>
              </a:spcAft>
              <a:buSzPts val="1500"/>
              <a:buNone/>
              <a:defRPr b="0" sz="1500">
                <a:solidFill>
                  <a:schemeClr val="accent1"/>
                </a:solidFill>
              </a:defRPr>
            </a:lvl1pPr>
            <a:lvl2pPr indent="-228600" lvl="1" marL="914400" algn="l">
              <a:lnSpc>
                <a:spcPct val="90000"/>
              </a:lnSpc>
              <a:spcBef>
                <a:spcPts val="900"/>
              </a:spcBef>
              <a:spcAft>
                <a:spcPts val="0"/>
              </a:spcAft>
              <a:buSzPts val="1500"/>
              <a:buNone/>
              <a:defRPr b="1" sz="1500"/>
            </a:lvl2pPr>
            <a:lvl3pPr indent="-228600" lvl="2" marL="1371600" algn="l">
              <a:lnSpc>
                <a:spcPct val="90000"/>
              </a:lnSpc>
              <a:spcBef>
                <a:spcPts val="600"/>
              </a:spcBef>
              <a:spcAft>
                <a:spcPts val="0"/>
              </a:spcAft>
              <a:buSzPts val="1400"/>
              <a:buNone/>
              <a:defRPr b="1" sz="1400"/>
            </a:lvl3pPr>
            <a:lvl4pPr indent="-228600" lvl="3" marL="1828800" algn="l">
              <a:lnSpc>
                <a:spcPct val="90000"/>
              </a:lnSpc>
              <a:spcBef>
                <a:spcPts val="600"/>
              </a:spcBef>
              <a:spcAft>
                <a:spcPts val="0"/>
              </a:spcAft>
              <a:buSzPts val="1200"/>
              <a:buNone/>
              <a:defRPr b="1" sz="1200"/>
            </a:lvl4pPr>
            <a:lvl5pPr indent="-228600" lvl="4" marL="2286000" algn="l">
              <a:lnSpc>
                <a:spcPct val="90000"/>
              </a:lnSpc>
              <a:spcBef>
                <a:spcPts val="500"/>
              </a:spcBef>
              <a:spcAft>
                <a:spcPts val="0"/>
              </a:spcAft>
              <a:buSzPts val="1200"/>
              <a:buNone/>
              <a:defRPr b="1" sz="1200"/>
            </a:lvl5pPr>
            <a:lvl6pPr indent="-228600" lvl="5" marL="2743200" algn="l">
              <a:lnSpc>
                <a:spcPct val="90000"/>
              </a:lnSpc>
              <a:spcBef>
                <a:spcPts val="500"/>
              </a:spcBef>
              <a:spcAft>
                <a:spcPts val="0"/>
              </a:spcAft>
              <a:buSzPts val="1200"/>
              <a:buNone/>
              <a:defRPr b="1" sz="1200"/>
            </a:lvl6pPr>
            <a:lvl7pPr indent="-228600" lvl="6" marL="3200400" algn="l">
              <a:lnSpc>
                <a:spcPct val="90000"/>
              </a:lnSpc>
              <a:spcBef>
                <a:spcPts val="500"/>
              </a:spcBef>
              <a:spcAft>
                <a:spcPts val="0"/>
              </a:spcAft>
              <a:buSzPts val="1200"/>
              <a:buNone/>
              <a:defRPr b="1" sz="1200"/>
            </a:lvl7pPr>
            <a:lvl8pPr indent="-228600" lvl="7" marL="3657600" algn="l">
              <a:lnSpc>
                <a:spcPct val="90000"/>
              </a:lnSpc>
              <a:spcBef>
                <a:spcPts val="500"/>
              </a:spcBef>
              <a:spcAft>
                <a:spcPts val="0"/>
              </a:spcAft>
              <a:buSzPts val="1200"/>
              <a:buNone/>
              <a:defRPr b="1" sz="1200"/>
            </a:lvl8pPr>
            <a:lvl9pPr indent="-228600" lvl="8" marL="4114800" algn="l">
              <a:lnSpc>
                <a:spcPct val="90000"/>
              </a:lnSpc>
              <a:spcBef>
                <a:spcPts val="500"/>
              </a:spcBef>
              <a:spcAft>
                <a:spcPts val="0"/>
              </a:spcAft>
              <a:buSzPts val="1200"/>
              <a:buNone/>
              <a:defRPr b="1" sz="1200"/>
            </a:lvl9pPr>
          </a:lstStyle>
          <a:p/>
        </p:txBody>
      </p:sp>
      <p:sp>
        <p:nvSpPr>
          <p:cNvPr id="289" name="Google Shape;289;p19"/>
          <p:cNvSpPr txBox="1"/>
          <p:nvPr>
            <p:ph idx="2" type="body"/>
          </p:nvPr>
        </p:nvSpPr>
        <p:spPr>
          <a:xfrm>
            <a:off x="971550" y="1877785"/>
            <a:ext cx="3429000" cy="2465615"/>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04800" lvl="5" marL="2743200" algn="l">
              <a:lnSpc>
                <a:spcPct val="90000"/>
              </a:lnSpc>
              <a:spcBef>
                <a:spcPts val="500"/>
              </a:spcBef>
              <a:spcAft>
                <a:spcPts val="0"/>
              </a:spcAft>
              <a:buSzPts val="1200"/>
              <a:buChar char="▪"/>
              <a:defRPr sz="1200"/>
            </a:lvl6pPr>
            <a:lvl7pPr indent="-304800" lvl="6" marL="3200400" algn="l">
              <a:lnSpc>
                <a:spcPct val="90000"/>
              </a:lnSpc>
              <a:spcBef>
                <a:spcPts val="500"/>
              </a:spcBef>
              <a:spcAft>
                <a:spcPts val="0"/>
              </a:spcAft>
              <a:buSzPts val="1200"/>
              <a:buChar char="▪"/>
              <a:defRPr sz="1200"/>
            </a:lvl7pPr>
            <a:lvl8pPr indent="-304800" lvl="7" marL="3657600" algn="l">
              <a:lnSpc>
                <a:spcPct val="90000"/>
              </a:lnSpc>
              <a:spcBef>
                <a:spcPts val="500"/>
              </a:spcBef>
              <a:spcAft>
                <a:spcPts val="0"/>
              </a:spcAft>
              <a:buSzPts val="1200"/>
              <a:buChar char="▪"/>
              <a:defRPr sz="1200"/>
            </a:lvl8pPr>
            <a:lvl9pPr indent="-228600" lvl="8" marL="4114800" algn="l">
              <a:lnSpc>
                <a:spcPct val="90000"/>
              </a:lnSpc>
              <a:spcBef>
                <a:spcPts val="500"/>
              </a:spcBef>
              <a:spcAft>
                <a:spcPts val="0"/>
              </a:spcAft>
              <a:buSzPts val="1200"/>
              <a:buNone/>
              <a:defRPr sz="1200"/>
            </a:lvl9pPr>
          </a:lstStyle>
          <a:p/>
        </p:txBody>
      </p:sp>
      <p:sp>
        <p:nvSpPr>
          <p:cNvPr id="290" name="Google Shape;290;p19"/>
          <p:cNvSpPr txBox="1"/>
          <p:nvPr>
            <p:ph idx="3" type="body"/>
          </p:nvPr>
        </p:nvSpPr>
        <p:spPr>
          <a:xfrm>
            <a:off x="4743450" y="1363742"/>
            <a:ext cx="3429000" cy="481013"/>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0"/>
              </a:spcBef>
              <a:spcAft>
                <a:spcPts val="0"/>
              </a:spcAft>
              <a:buSzPts val="1500"/>
              <a:buNone/>
              <a:defRPr b="0" sz="1500">
                <a:solidFill>
                  <a:schemeClr val="accent1"/>
                </a:solidFill>
              </a:defRPr>
            </a:lvl1pPr>
            <a:lvl2pPr indent="-228600" lvl="1" marL="914400" algn="l">
              <a:lnSpc>
                <a:spcPct val="90000"/>
              </a:lnSpc>
              <a:spcBef>
                <a:spcPts val="900"/>
              </a:spcBef>
              <a:spcAft>
                <a:spcPts val="0"/>
              </a:spcAft>
              <a:buSzPts val="1500"/>
              <a:buNone/>
              <a:defRPr b="1" sz="1500"/>
            </a:lvl2pPr>
            <a:lvl3pPr indent="-228600" lvl="2" marL="1371600" algn="l">
              <a:lnSpc>
                <a:spcPct val="90000"/>
              </a:lnSpc>
              <a:spcBef>
                <a:spcPts val="600"/>
              </a:spcBef>
              <a:spcAft>
                <a:spcPts val="0"/>
              </a:spcAft>
              <a:buSzPts val="1400"/>
              <a:buNone/>
              <a:defRPr b="1" sz="1400"/>
            </a:lvl3pPr>
            <a:lvl4pPr indent="-228600" lvl="3" marL="1828800" algn="l">
              <a:lnSpc>
                <a:spcPct val="90000"/>
              </a:lnSpc>
              <a:spcBef>
                <a:spcPts val="600"/>
              </a:spcBef>
              <a:spcAft>
                <a:spcPts val="0"/>
              </a:spcAft>
              <a:buSzPts val="1200"/>
              <a:buNone/>
              <a:defRPr b="1" sz="1200"/>
            </a:lvl4pPr>
            <a:lvl5pPr indent="-228600" lvl="4" marL="2286000" algn="l">
              <a:lnSpc>
                <a:spcPct val="90000"/>
              </a:lnSpc>
              <a:spcBef>
                <a:spcPts val="500"/>
              </a:spcBef>
              <a:spcAft>
                <a:spcPts val="0"/>
              </a:spcAft>
              <a:buSzPts val="1200"/>
              <a:buNone/>
              <a:defRPr b="1" sz="1200"/>
            </a:lvl5pPr>
            <a:lvl6pPr indent="-228600" lvl="5" marL="2743200" algn="l">
              <a:lnSpc>
                <a:spcPct val="90000"/>
              </a:lnSpc>
              <a:spcBef>
                <a:spcPts val="500"/>
              </a:spcBef>
              <a:spcAft>
                <a:spcPts val="0"/>
              </a:spcAft>
              <a:buSzPts val="1200"/>
              <a:buNone/>
              <a:defRPr b="1" sz="1200"/>
            </a:lvl6pPr>
            <a:lvl7pPr indent="-228600" lvl="6" marL="3200400" algn="l">
              <a:lnSpc>
                <a:spcPct val="90000"/>
              </a:lnSpc>
              <a:spcBef>
                <a:spcPts val="500"/>
              </a:spcBef>
              <a:spcAft>
                <a:spcPts val="0"/>
              </a:spcAft>
              <a:buSzPts val="1200"/>
              <a:buNone/>
              <a:defRPr b="1" sz="1200"/>
            </a:lvl7pPr>
            <a:lvl8pPr indent="-228600" lvl="7" marL="3657600" algn="l">
              <a:lnSpc>
                <a:spcPct val="90000"/>
              </a:lnSpc>
              <a:spcBef>
                <a:spcPts val="500"/>
              </a:spcBef>
              <a:spcAft>
                <a:spcPts val="0"/>
              </a:spcAft>
              <a:buSzPts val="1200"/>
              <a:buNone/>
              <a:defRPr b="1" sz="1200"/>
            </a:lvl8pPr>
            <a:lvl9pPr indent="-228600" lvl="8" marL="4114800" algn="l">
              <a:lnSpc>
                <a:spcPct val="90000"/>
              </a:lnSpc>
              <a:spcBef>
                <a:spcPts val="500"/>
              </a:spcBef>
              <a:spcAft>
                <a:spcPts val="0"/>
              </a:spcAft>
              <a:buSzPts val="1200"/>
              <a:buNone/>
              <a:defRPr b="1" sz="1200"/>
            </a:lvl9pPr>
          </a:lstStyle>
          <a:p/>
        </p:txBody>
      </p:sp>
      <p:sp>
        <p:nvSpPr>
          <p:cNvPr id="291" name="Google Shape;291;p19"/>
          <p:cNvSpPr txBox="1"/>
          <p:nvPr>
            <p:ph idx="4" type="body"/>
          </p:nvPr>
        </p:nvSpPr>
        <p:spPr>
          <a:xfrm>
            <a:off x="4743450" y="1877785"/>
            <a:ext cx="3429000" cy="2465615"/>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04800" lvl="5" marL="2743200" algn="l">
              <a:lnSpc>
                <a:spcPct val="90000"/>
              </a:lnSpc>
              <a:spcBef>
                <a:spcPts val="500"/>
              </a:spcBef>
              <a:spcAft>
                <a:spcPts val="0"/>
              </a:spcAft>
              <a:buSzPts val="1200"/>
              <a:buChar char="▪"/>
              <a:defRPr sz="1200"/>
            </a:lvl6pPr>
            <a:lvl7pPr indent="-304800" lvl="6" marL="3200400" algn="l">
              <a:lnSpc>
                <a:spcPct val="90000"/>
              </a:lnSpc>
              <a:spcBef>
                <a:spcPts val="500"/>
              </a:spcBef>
              <a:spcAft>
                <a:spcPts val="0"/>
              </a:spcAft>
              <a:buSzPts val="1200"/>
              <a:buChar char="▪"/>
              <a:defRPr sz="1200"/>
            </a:lvl7pPr>
            <a:lvl8pPr indent="-304800" lvl="7" marL="3657600" algn="l">
              <a:lnSpc>
                <a:spcPct val="90000"/>
              </a:lnSpc>
              <a:spcBef>
                <a:spcPts val="500"/>
              </a:spcBef>
              <a:spcAft>
                <a:spcPts val="0"/>
              </a:spcAft>
              <a:buSzPts val="1200"/>
              <a:buChar char="▪"/>
              <a:defRPr sz="1200"/>
            </a:lvl8pPr>
            <a:lvl9pPr indent="-228600" lvl="8" marL="4114800" algn="l">
              <a:lnSpc>
                <a:spcPct val="90000"/>
              </a:lnSpc>
              <a:spcBef>
                <a:spcPts val="500"/>
              </a:spcBef>
              <a:spcAft>
                <a:spcPts val="0"/>
              </a:spcAft>
              <a:buSzPts val="1200"/>
              <a:buNone/>
              <a:defRPr sz="1200"/>
            </a:lvl9pPr>
          </a:lstStyle>
          <a:p/>
        </p:txBody>
      </p:sp>
      <p:sp>
        <p:nvSpPr>
          <p:cNvPr id="292" name="Google Shape;292;p19"/>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3" name="Google Shape;293;p19"/>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4" name="Google Shape;294;p19"/>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5" name="Shape 295"/>
        <p:cNvGrpSpPr/>
        <p:nvPr/>
      </p:nvGrpSpPr>
      <p:grpSpPr>
        <a:xfrm>
          <a:off x="0" y="0"/>
          <a:ext cx="0" cy="0"/>
          <a:chOff x="0" y="0"/>
          <a:chExt cx="0" cy="0"/>
        </a:xfrm>
      </p:grpSpPr>
      <p:sp>
        <p:nvSpPr>
          <p:cNvPr id="296" name="Google Shape;296;p20"/>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7" name="Google Shape;297;p20"/>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8" name="Google Shape;298;p20"/>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9" name="Google Shape;299;p20"/>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chemeClr val="accent1"/>
            </a:gs>
            <a:gs pos="100000">
              <a:srgbClr val="AF4329"/>
            </a:gs>
          </a:gsLst>
          <a:path path="circle">
            <a:fillToRect b="50%" l="50%" r="50%" t="50%"/>
          </a:path>
          <a:tileRect/>
        </a:gradFill>
      </p:bgPr>
    </p:bg>
    <p:spTree>
      <p:nvGrpSpPr>
        <p:cNvPr id="300" name="Shape 300"/>
        <p:cNvGrpSpPr/>
        <p:nvPr/>
      </p:nvGrpSpPr>
      <p:grpSpPr>
        <a:xfrm>
          <a:off x="0" y="0"/>
          <a:ext cx="0" cy="0"/>
          <a:chOff x="0" y="0"/>
          <a:chExt cx="0" cy="0"/>
        </a:xfrm>
      </p:grpSpPr>
      <p:grpSp>
        <p:nvGrpSpPr>
          <p:cNvPr id="301" name="Google Shape;301;p21"/>
          <p:cNvGrpSpPr/>
          <p:nvPr/>
        </p:nvGrpSpPr>
        <p:grpSpPr>
          <a:xfrm>
            <a:off x="-1" y="0"/>
            <a:ext cx="9144002" cy="5143500"/>
            <a:chOff x="-1" y="0"/>
            <a:chExt cx="12192002" cy="6858000"/>
          </a:xfrm>
        </p:grpSpPr>
        <p:cxnSp>
          <p:nvCxnSpPr>
            <p:cNvPr id="302" name="Google Shape;302;p21"/>
            <p:cNvCxnSpPr/>
            <p:nvPr/>
          </p:nvCxnSpPr>
          <p:spPr>
            <a:xfrm>
              <a:off x="61019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3" name="Google Shape;303;p21"/>
            <p:cNvCxnSpPr/>
            <p:nvPr/>
          </p:nvCxnSpPr>
          <p:spPr>
            <a:xfrm>
              <a:off x="182933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4" name="Google Shape;304;p21"/>
            <p:cNvCxnSpPr/>
            <p:nvPr/>
          </p:nvCxnSpPr>
          <p:spPr>
            <a:xfrm>
              <a:off x="304847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5" name="Google Shape;305;p21"/>
            <p:cNvCxnSpPr/>
            <p:nvPr/>
          </p:nvCxnSpPr>
          <p:spPr>
            <a:xfrm>
              <a:off x="426760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6" name="Google Shape;306;p21"/>
            <p:cNvCxnSpPr/>
            <p:nvPr/>
          </p:nvCxnSpPr>
          <p:spPr>
            <a:xfrm>
              <a:off x="548674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7" name="Google Shape;307;p21"/>
            <p:cNvCxnSpPr/>
            <p:nvPr/>
          </p:nvCxnSpPr>
          <p:spPr>
            <a:xfrm>
              <a:off x="670588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8" name="Google Shape;308;p21"/>
            <p:cNvCxnSpPr/>
            <p:nvPr/>
          </p:nvCxnSpPr>
          <p:spPr>
            <a:xfrm>
              <a:off x="792502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9" name="Google Shape;309;p21"/>
            <p:cNvCxnSpPr/>
            <p:nvPr/>
          </p:nvCxnSpPr>
          <p:spPr>
            <a:xfrm>
              <a:off x="914416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0" name="Google Shape;310;p21"/>
            <p:cNvCxnSpPr/>
            <p:nvPr/>
          </p:nvCxnSpPr>
          <p:spPr>
            <a:xfrm>
              <a:off x="1036329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1" name="Google Shape;311;p21"/>
            <p:cNvCxnSpPr/>
            <p:nvPr/>
          </p:nvCxnSpPr>
          <p:spPr>
            <a:xfrm>
              <a:off x="1158243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2" name="Google Shape;312;p21"/>
            <p:cNvCxnSpPr/>
            <p:nvPr/>
          </p:nvCxnSpPr>
          <p:spPr>
            <a:xfrm>
              <a:off x="2819" y="38648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3" name="Google Shape;313;p21"/>
            <p:cNvCxnSpPr/>
            <p:nvPr/>
          </p:nvCxnSpPr>
          <p:spPr>
            <a:xfrm>
              <a:off x="2819" y="1611181"/>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4" name="Google Shape;314;p21"/>
            <p:cNvCxnSpPr/>
            <p:nvPr/>
          </p:nvCxnSpPr>
          <p:spPr>
            <a:xfrm>
              <a:off x="2819" y="2835877"/>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5" name="Google Shape;315;p21"/>
            <p:cNvCxnSpPr/>
            <p:nvPr/>
          </p:nvCxnSpPr>
          <p:spPr>
            <a:xfrm>
              <a:off x="2819" y="4060573"/>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6" name="Google Shape;316;p21"/>
            <p:cNvCxnSpPr/>
            <p:nvPr/>
          </p:nvCxnSpPr>
          <p:spPr>
            <a:xfrm>
              <a:off x="2819" y="5285269"/>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7" name="Google Shape;317;p21"/>
            <p:cNvCxnSpPr/>
            <p:nvPr/>
          </p:nvCxnSpPr>
          <p:spPr>
            <a:xfrm>
              <a:off x="2819" y="650996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18" name="Google Shape;318;p21"/>
            <p:cNvGrpSpPr/>
            <p:nvPr/>
          </p:nvGrpSpPr>
          <p:grpSpPr>
            <a:xfrm>
              <a:off x="-1" y="0"/>
              <a:ext cx="12192001" cy="6858000"/>
              <a:chOff x="-1" y="0"/>
              <a:chExt cx="12192001" cy="6858000"/>
            </a:xfrm>
          </p:grpSpPr>
          <p:cxnSp>
            <p:nvCxnSpPr>
              <p:cNvPr id="319" name="Google Shape;319;p21"/>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0" name="Google Shape;320;p21"/>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1" name="Google Shape;321;p21"/>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2" name="Google Shape;322;p21"/>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3" name="Google Shape;323;p21"/>
              <p:cNvCxnSpPr/>
              <p:nvPr/>
            </p:nvCxnSpPr>
            <p:spPr>
              <a:xfrm>
                <a:off x="510650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24" name="Google Shape;324;p21"/>
              <p:cNvGrpSpPr/>
              <p:nvPr/>
            </p:nvGrpSpPr>
            <p:grpSpPr>
              <a:xfrm>
                <a:off x="6327885" y="0"/>
                <a:ext cx="5864115" cy="5898673"/>
                <a:chOff x="6327885" y="0"/>
                <a:chExt cx="5864115" cy="5898673"/>
              </a:xfrm>
            </p:grpSpPr>
            <p:cxnSp>
              <p:nvCxnSpPr>
                <p:cNvPr id="325" name="Google Shape;325;p21"/>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6" name="Google Shape;326;p21"/>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7" name="Google Shape;327;p21"/>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8" name="Google Shape;328;p21"/>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9" name="Google Shape;329;p21"/>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330" name="Google Shape;330;p21"/>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1" name="Google Shape;331;p21"/>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2" name="Google Shape;332;p21"/>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3" name="Google Shape;333;p21"/>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4" name="Google Shape;334;p21"/>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nvGrpSpPr>
            <p:cNvPr id="335" name="Google Shape;335;p21"/>
            <p:cNvGrpSpPr/>
            <p:nvPr/>
          </p:nvGrpSpPr>
          <p:grpSpPr>
            <a:xfrm flipH="1">
              <a:off x="0" y="0"/>
              <a:ext cx="12192001" cy="6858000"/>
              <a:chOff x="-1" y="0"/>
              <a:chExt cx="12192001" cy="6858000"/>
            </a:xfrm>
          </p:grpSpPr>
          <p:cxnSp>
            <p:nvCxnSpPr>
              <p:cNvPr id="336" name="Google Shape;336;p21"/>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7" name="Google Shape;337;p21"/>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8" name="Google Shape;338;p21"/>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9" name="Google Shape;339;p21"/>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0" name="Google Shape;340;p21"/>
              <p:cNvCxnSpPr/>
              <p:nvPr/>
            </p:nvCxnSpPr>
            <p:spPr>
              <a:xfrm>
                <a:off x="515064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41" name="Google Shape;341;p21"/>
              <p:cNvGrpSpPr/>
              <p:nvPr/>
            </p:nvGrpSpPr>
            <p:grpSpPr>
              <a:xfrm>
                <a:off x="6327885" y="0"/>
                <a:ext cx="5864115" cy="5898673"/>
                <a:chOff x="6327885" y="0"/>
                <a:chExt cx="5864115" cy="5898673"/>
              </a:xfrm>
            </p:grpSpPr>
            <p:cxnSp>
              <p:nvCxnSpPr>
                <p:cNvPr id="342" name="Google Shape;342;p21"/>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3" name="Google Shape;343;p21"/>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4" name="Google Shape;344;p21"/>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5" name="Google Shape;345;p21"/>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6" name="Google Shape;346;p21"/>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347" name="Google Shape;347;p21"/>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8" name="Google Shape;348;p21"/>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9" name="Google Shape;349;p21"/>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50" name="Google Shape;350;p21"/>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51" name="Google Shape;351;p21"/>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sp>
        <p:nvSpPr>
          <p:cNvPr id="352" name="Google Shape;352;p21"/>
          <p:cNvSpPr/>
          <p:nvPr/>
        </p:nvSpPr>
        <p:spPr>
          <a:xfrm>
            <a:off x="0" y="0"/>
            <a:ext cx="5486400" cy="51435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3" name="Google Shape;353;p21"/>
          <p:cNvSpPr txBox="1"/>
          <p:nvPr>
            <p:ph type="title"/>
          </p:nvPr>
        </p:nvSpPr>
        <p:spPr>
          <a:xfrm>
            <a:off x="5934864" y="428625"/>
            <a:ext cx="2743200" cy="164782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000"/>
              <a:buFont typeface="Arial"/>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4" name="Google Shape;354;p21"/>
          <p:cNvSpPr txBox="1"/>
          <p:nvPr>
            <p:ph idx="1" type="body"/>
          </p:nvPr>
        </p:nvSpPr>
        <p:spPr>
          <a:xfrm>
            <a:off x="407398" y="428625"/>
            <a:ext cx="4663440" cy="4286250"/>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23850" lvl="5" marL="2743200" algn="l">
              <a:lnSpc>
                <a:spcPct val="90000"/>
              </a:lnSpc>
              <a:spcBef>
                <a:spcPts val="500"/>
              </a:spcBef>
              <a:spcAft>
                <a:spcPts val="0"/>
              </a:spcAft>
              <a:buSzPts val="1500"/>
              <a:buChar char="▪"/>
              <a:defRPr sz="1500"/>
            </a:lvl6pPr>
            <a:lvl7pPr indent="-323850" lvl="6" marL="3200400" algn="l">
              <a:lnSpc>
                <a:spcPct val="90000"/>
              </a:lnSpc>
              <a:spcBef>
                <a:spcPts val="500"/>
              </a:spcBef>
              <a:spcAft>
                <a:spcPts val="0"/>
              </a:spcAft>
              <a:buSzPts val="1500"/>
              <a:buChar char="▪"/>
              <a:defRPr sz="1500"/>
            </a:lvl7pPr>
            <a:lvl8pPr indent="-323850" lvl="7" marL="3657600" algn="l">
              <a:lnSpc>
                <a:spcPct val="90000"/>
              </a:lnSpc>
              <a:spcBef>
                <a:spcPts val="500"/>
              </a:spcBef>
              <a:spcAft>
                <a:spcPts val="0"/>
              </a:spcAft>
              <a:buSzPts val="1500"/>
              <a:buChar char="▪"/>
              <a:defRPr sz="1500"/>
            </a:lvl8pPr>
            <a:lvl9pPr indent="-228600" lvl="8" marL="4114800" algn="l">
              <a:lnSpc>
                <a:spcPct val="90000"/>
              </a:lnSpc>
              <a:spcBef>
                <a:spcPts val="500"/>
              </a:spcBef>
              <a:spcAft>
                <a:spcPts val="0"/>
              </a:spcAft>
              <a:buSzPts val="1500"/>
              <a:buNone/>
              <a:defRPr sz="1500"/>
            </a:lvl9pPr>
          </a:lstStyle>
          <a:p/>
        </p:txBody>
      </p:sp>
      <p:sp>
        <p:nvSpPr>
          <p:cNvPr id="355" name="Google Shape;355;p21"/>
          <p:cNvSpPr txBox="1"/>
          <p:nvPr>
            <p:ph idx="2" type="body"/>
          </p:nvPr>
        </p:nvSpPr>
        <p:spPr>
          <a:xfrm>
            <a:off x="5934864" y="2246259"/>
            <a:ext cx="2743200" cy="1714462"/>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200"/>
              <a:buNone/>
              <a:defRPr sz="1200">
                <a:solidFill>
                  <a:schemeClr val="lt1"/>
                </a:solidFill>
              </a:defRPr>
            </a:lvl1pPr>
            <a:lvl2pPr indent="-228600" lvl="1" marL="914400" algn="l">
              <a:lnSpc>
                <a:spcPct val="90000"/>
              </a:lnSpc>
              <a:spcBef>
                <a:spcPts val="900"/>
              </a:spcBef>
              <a:spcAft>
                <a:spcPts val="0"/>
              </a:spcAft>
              <a:buSzPts val="1100"/>
              <a:buNone/>
              <a:defRPr sz="1100"/>
            </a:lvl2pPr>
            <a:lvl3pPr indent="-228600" lvl="2" marL="1371600" algn="l">
              <a:lnSpc>
                <a:spcPct val="90000"/>
              </a:lnSpc>
              <a:spcBef>
                <a:spcPts val="600"/>
              </a:spcBef>
              <a:spcAft>
                <a:spcPts val="0"/>
              </a:spcAft>
              <a:buSzPts val="900"/>
              <a:buNone/>
              <a:defRPr sz="900"/>
            </a:lvl3pPr>
            <a:lvl4pPr indent="-228600" lvl="3" marL="1828800" algn="l">
              <a:lnSpc>
                <a:spcPct val="90000"/>
              </a:lnSpc>
              <a:spcBef>
                <a:spcPts val="600"/>
              </a:spcBef>
              <a:spcAft>
                <a:spcPts val="0"/>
              </a:spcAft>
              <a:buSzPts val="800"/>
              <a:buNone/>
              <a:defRPr sz="800"/>
            </a:lvl4pPr>
            <a:lvl5pPr indent="-228600" lvl="4" marL="2286000" algn="l">
              <a:lnSpc>
                <a:spcPct val="90000"/>
              </a:lnSpc>
              <a:spcBef>
                <a:spcPts val="500"/>
              </a:spcBef>
              <a:spcAft>
                <a:spcPts val="0"/>
              </a:spcAft>
              <a:buSzPts val="800"/>
              <a:buNone/>
              <a:defRPr sz="800"/>
            </a:lvl5pPr>
            <a:lvl6pPr indent="-228600" lvl="5" marL="2743200" algn="l">
              <a:lnSpc>
                <a:spcPct val="90000"/>
              </a:lnSpc>
              <a:spcBef>
                <a:spcPts val="500"/>
              </a:spcBef>
              <a:spcAft>
                <a:spcPts val="0"/>
              </a:spcAft>
              <a:buSzPts val="800"/>
              <a:buNone/>
              <a:defRPr sz="800"/>
            </a:lvl6pPr>
            <a:lvl7pPr indent="-228600" lvl="6" marL="3200400" algn="l">
              <a:lnSpc>
                <a:spcPct val="90000"/>
              </a:lnSpc>
              <a:spcBef>
                <a:spcPts val="500"/>
              </a:spcBef>
              <a:spcAft>
                <a:spcPts val="0"/>
              </a:spcAft>
              <a:buSzPts val="800"/>
              <a:buNone/>
              <a:defRPr sz="800"/>
            </a:lvl7pPr>
            <a:lvl8pPr indent="-228600" lvl="7" marL="3657600" algn="l">
              <a:lnSpc>
                <a:spcPct val="90000"/>
              </a:lnSpc>
              <a:spcBef>
                <a:spcPts val="500"/>
              </a:spcBef>
              <a:spcAft>
                <a:spcPts val="0"/>
              </a:spcAft>
              <a:buSzPts val="800"/>
              <a:buNone/>
              <a:defRPr sz="800"/>
            </a:lvl8pPr>
            <a:lvl9pPr indent="-228600" lvl="8" marL="4114800" algn="l">
              <a:lnSpc>
                <a:spcPct val="90000"/>
              </a:lnSpc>
              <a:spcBef>
                <a:spcPts val="500"/>
              </a:spcBef>
              <a:spcAft>
                <a:spcPts val="0"/>
              </a:spcAft>
              <a:buSzPts val="800"/>
              <a:buNone/>
              <a:defRPr sz="800"/>
            </a:lvl9pPr>
          </a:lstStyle>
          <a:p/>
        </p:txBody>
      </p:sp>
      <p:cxnSp>
        <p:nvCxnSpPr>
          <p:cNvPr id="356" name="Google Shape;356;p21"/>
          <p:cNvCxnSpPr/>
          <p:nvPr/>
        </p:nvCxnSpPr>
        <p:spPr>
          <a:xfrm>
            <a:off x="5942317" y="2171700"/>
            <a:ext cx="2744483" cy="0"/>
          </a:xfrm>
          <a:prstGeom prst="straightConnector1">
            <a:avLst/>
          </a:prstGeom>
          <a:noFill/>
          <a:ln cap="flat" cmpd="sng" w="19050">
            <a:solidFill>
              <a:schemeClr val="lt1"/>
            </a:solidFill>
            <a:prstDash val="solid"/>
            <a:miter lim="800000"/>
            <a:headEnd len="sm" w="sm" type="none"/>
            <a:tailEnd len="sm" w="sm" type="none"/>
          </a:ln>
        </p:spPr>
      </p:cxnSp>
      <p:sp>
        <p:nvSpPr>
          <p:cNvPr id="357" name="Google Shape;357;p21"/>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8" name="Google Shape;358;p21"/>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9" name="Google Shape;359;p21"/>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800" u="none" cap="none" strike="noStrike">
                <a:solidFill>
                  <a:schemeClr val="lt1"/>
                </a:solidFill>
                <a:latin typeface="Arial"/>
                <a:ea typeface="Arial"/>
                <a:cs typeface="Arial"/>
                <a:sym typeface="Arial"/>
              </a:defRPr>
            </a:lvl1pPr>
            <a:lvl2pPr indent="0" lvl="1" marL="0" algn="r">
              <a:spcBef>
                <a:spcPts val="0"/>
              </a:spcBef>
              <a:buNone/>
              <a:defRPr b="0" i="0" sz="800" u="none" cap="none" strike="noStrike">
                <a:solidFill>
                  <a:schemeClr val="lt1"/>
                </a:solidFill>
                <a:latin typeface="Arial"/>
                <a:ea typeface="Arial"/>
                <a:cs typeface="Arial"/>
                <a:sym typeface="Arial"/>
              </a:defRPr>
            </a:lvl2pPr>
            <a:lvl3pPr indent="0" lvl="2" marL="0" algn="r">
              <a:spcBef>
                <a:spcPts val="0"/>
              </a:spcBef>
              <a:buNone/>
              <a:defRPr b="0" i="0" sz="800" u="none" cap="none" strike="noStrike">
                <a:solidFill>
                  <a:schemeClr val="lt1"/>
                </a:solidFill>
                <a:latin typeface="Arial"/>
                <a:ea typeface="Arial"/>
                <a:cs typeface="Arial"/>
                <a:sym typeface="Arial"/>
              </a:defRPr>
            </a:lvl3pPr>
            <a:lvl4pPr indent="0" lvl="3" marL="0" algn="r">
              <a:spcBef>
                <a:spcPts val="0"/>
              </a:spcBef>
              <a:buNone/>
              <a:defRPr b="0" i="0" sz="800" u="none" cap="none" strike="noStrike">
                <a:solidFill>
                  <a:schemeClr val="lt1"/>
                </a:solidFill>
                <a:latin typeface="Arial"/>
                <a:ea typeface="Arial"/>
                <a:cs typeface="Arial"/>
                <a:sym typeface="Arial"/>
              </a:defRPr>
            </a:lvl4pPr>
            <a:lvl5pPr indent="0" lvl="4" marL="0" algn="r">
              <a:spcBef>
                <a:spcPts val="0"/>
              </a:spcBef>
              <a:buNone/>
              <a:defRPr b="0" i="0" sz="800" u="none" cap="none" strike="noStrike">
                <a:solidFill>
                  <a:schemeClr val="lt1"/>
                </a:solidFill>
                <a:latin typeface="Arial"/>
                <a:ea typeface="Arial"/>
                <a:cs typeface="Arial"/>
                <a:sym typeface="Arial"/>
              </a:defRPr>
            </a:lvl5pPr>
            <a:lvl6pPr indent="0" lvl="5" marL="0" algn="r">
              <a:spcBef>
                <a:spcPts val="0"/>
              </a:spcBef>
              <a:buNone/>
              <a:defRPr b="0" i="0" sz="800" u="none" cap="none" strike="noStrike">
                <a:solidFill>
                  <a:schemeClr val="lt1"/>
                </a:solidFill>
                <a:latin typeface="Arial"/>
                <a:ea typeface="Arial"/>
                <a:cs typeface="Arial"/>
                <a:sym typeface="Arial"/>
              </a:defRPr>
            </a:lvl6pPr>
            <a:lvl7pPr indent="0" lvl="6" marL="0" algn="r">
              <a:spcBef>
                <a:spcPts val="0"/>
              </a:spcBef>
              <a:buNone/>
              <a:defRPr b="0" i="0" sz="800" u="none" cap="none" strike="noStrike">
                <a:solidFill>
                  <a:schemeClr val="lt1"/>
                </a:solidFill>
                <a:latin typeface="Arial"/>
                <a:ea typeface="Arial"/>
                <a:cs typeface="Arial"/>
                <a:sym typeface="Arial"/>
              </a:defRPr>
            </a:lvl7pPr>
            <a:lvl8pPr indent="0" lvl="7" marL="0" algn="r">
              <a:spcBef>
                <a:spcPts val="0"/>
              </a:spcBef>
              <a:buNone/>
              <a:defRPr b="0" i="0" sz="800" u="none" cap="none" strike="noStrike">
                <a:solidFill>
                  <a:schemeClr val="lt1"/>
                </a:solidFill>
                <a:latin typeface="Arial"/>
                <a:ea typeface="Arial"/>
                <a:cs typeface="Arial"/>
                <a:sym typeface="Arial"/>
              </a:defRPr>
            </a:lvl8pPr>
            <a:lvl9pPr indent="0" lvl="8" marL="0" algn="r">
              <a:spcBef>
                <a:spcPts val="0"/>
              </a:spcBef>
              <a:buNone/>
              <a:defRPr b="0" i="0" sz="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accent1"/>
            </a:gs>
            <a:gs pos="100000">
              <a:srgbClr val="AF4329"/>
            </a:gs>
          </a:gsLst>
          <a:path path="circle">
            <a:fillToRect b="50%" l="50%" r="50%" t="50%"/>
          </a:path>
          <a:tileRect/>
        </a:gradFill>
      </p:bgPr>
    </p:bg>
    <p:spTree>
      <p:nvGrpSpPr>
        <p:cNvPr id="360" name="Shape 360"/>
        <p:cNvGrpSpPr/>
        <p:nvPr/>
      </p:nvGrpSpPr>
      <p:grpSpPr>
        <a:xfrm>
          <a:off x="0" y="0"/>
          <a:ext cx="0" cy="0"/>
          <a:chOff x="0" y="0"/>
          <a:chExt cx="0" cy="0"/>
        </a:xfrm>
      </p:grpSpPr>
      <p:grpSp>
        <p:nvGrpSpPr>
          <p:cNvPr id="361" name="Google Shape;361;p22"/>
          <p:cNvGrpSpPr/>
          <p:nvPr/>
        </p:nvGrpSpPr>
        <p:grpSpPr>
          <a:xfrm>
            <a:off x="-1" y="0"/>
            <a:ext cx="9144002" cy="5143500"/>
            <a:chOff x="-1" y="0"/>
            <a:chExt cx="12192002" cy="6858000"/>
          </a:xfrm>
        </p:grpSpPr>
        <p:cxnSp>
          <p:nvCxnSpPr>
            <p:cNvPr id="362" name="Google Shape;362;p22"/>
            <p:cNvCxnSpPr/>
            <p:nvPr/>
          </p:nvCxnSpPr>
          <p:spPr>
            <a:xfrm>
              <a:off x="61019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3" name="Google Shape;363;p22"/>
            <p:cNvCxnSpPr/>
            <p:nvPr/>
          </p:nvCxnSpPr>
          <p:spPr>
            <a:xfrm>
              <a:off x="182933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4" name="Google Shape;364;p22"/>
            <p:cNvCxnSpPr/>
            <p:nvPr/>
          </p:nvCxnSpPr>
          <p:spPr>
            <a:xfrm>
              <a:off x="304847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5" name="Google Shape;365;p22"/>
            <p:cNvCxnSpPr/>
            <p:nvPr/>
          </p:nvCxnSpPr>
          <p:spPr>
            <a:xfrm>
              <a:off x="426760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6" name="Google Shape;366;p22"/>
            <p:cNvCxnSpPr/>
            <p:nvPr/>
          </p:nvCxnSpPr>
          <p:spPr>
            <a:xfrm>
              <a:off x="548674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7" name="Google Shape;367;p22"/>
            <p:cNvCxnSpPr/>
            <p:nvPr/>
          </p:nvCxnSpPr>
          <p:spPr>
            <a:xfrm>
              <a:off x="670588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8" name="Google Shape;368;p22"/>
            <p:cNvCxnSpPr/>
            <p:nvPr/>
          </p:nvCxnSpPr>
          <p:spPr>
            <a:xfrm>
              <a:off x="792502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9" name="Google Shape;369;p22"/>
            <p:cNvCxnSpPr/>
            <p:nvPr/>
          </p:nvCxnSpPr>
          <p:spPr>
            <a:xfrm>
              <a:off x="914416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0" name="Google Shape;370;p22"/>
            <p:cNvCxnSpPr/>
            <p:nvPr/>
          </p:nvCxnSpPr>
          <p:spPr>
            <a:xfrm>
              <a:off x="1036329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1" name="Google Shape;371;p22"/>
            <p:cNvCxnSpPr/>
            <p:nvPr/>
          </p:nvCxnSpPr>
          <p:spPr>
            <a:xfrm>
              <a:off x="1158243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2" name="Google Shape;372;p22"/>
            <p:cNvCxnSpPr/>
            <p:nvPr/>
          </p:nvCxnSpPr>
          <p:spPr>
            <a:xfrm>
              <a:off x="2819" y="38648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3" name="Google Shape;373;p22"/>
            <p:cNvCxnSpPr/>
            <p:nvPr/>
          </p:nvCxnSpPr>
          <p:spPr>
            <a:xfrm>
              <a:off x="2819" y="1611181"/>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4" name="Google Shape;374;p22"/>
            <p:cNvCxnSpPr/>
            <p:nvPr/>
          </p:nvCxnSpPr>
          <p:spPr>
            <a:xfrm>
              <a:off x="2819" y="2835877"/>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5" name="Google Shape;375;p22"/>
            <p:cNvCxnSpPr/>
            <p:nvPr/>
          </p:nvCxnSpPr>
          <p:spPr>
            <a:xfrm>
              <a:off x="2819" y="4060573"/>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6" name="Google Shape;376;p22"/>
            <p:cNvCxnSpPr/>
            <p:nvPr/>
          </p:nvCxnSpPr>
          <p:spPr>
            <a:xfrm>
              <a:off x="2819" y="5285269"/>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7" name="Google Shape;377;p22"/>
            <p:cNvCxnSpPr/>
            <p:nvPr/>
          </p:nvCxnSpPr>
          <p:spPr>
            <a:xfrm>
              <a:off x="2819" y="650996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78" name="Google Shape;378;p22"/>
            <p:cNvGrpSpPr/>
            <p:nvPr/>
          </p:nvGrpSpPr>
          <p:grpSpPr>
            <a:xfrm>
              <a:off x="-1" y="0"/>
              <a:ext cx="12192001" cy="6858000"/>
              <a:chOff x="-1" y="0"/>
              <a:chExt cx="12192001" cy="6858000"/>
            </a:xfrm>
          </p:grpSpPr>
          <p:cxnSp>
            <p:nvCxnSpPr>
              <p:cNvPr id="379" name="Google Shape;379;p22"/>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0" name="Google Shape;380;p22"/>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1" name="Google Shape;381;p22"/>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2" name="Google Shape;382;p22"/>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3" name="Google Shape;383;p22"/>
              <p:cNvCxnSpPr/>
              <p:nvPr/>
            </p:nvCxnSpPr>
            <p:spPr>
              <a:xfrm>
                <a:off x="510650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84" name="Google Shape;384;p22"/>
              <p:cNvGrpSpPr/>
              <p:nvPr/>
            </p:nvGrpSpPr>
            <p:grpSpPr>
              <a:xfrm>
                <a:off x="6327885" y="0"/>
                <a:ext cx="5864115" cy="5898673"/>
                <a:chOff x="6327885" y="0"/>
                <a:chExt cx="5864115" cy="5898673"/>
              </a:xfrm>
            </p:grpSpPr>
            <p:cxnSp>
              <p:nvCxnSpPr>
                <p:cNvPr id="385" name="Google Shape;385;p22"/>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6" name="Google Shape;386;p22"/>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7" name="Google Shape;387;p22"/>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8" name="Google Shape;388;p22"/>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9" name="Google Shape;389;p22"/>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390" name="Google Shape;390;p22"/>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1" name="Google Shape;391;p22"/>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2" name="Google Shape;392;p22"/>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3" name="Google Shape;393;p22"/>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4" name="Google Shape;394;p22"/>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nvGrpSpPr>
            <p:cNvPr id="395" name="Google Shape;395;p22"/>
            <p:cNvGrpSpPr/>
            <p:nvPr/>
          </p:nvGrpSpPr>
          <p:grpSpPr>
            <a:xfrm flipH="1">
              <a:off x="0" y="0"/>
              <a:ext cx="12192001" cy="6858000"/>
              <a:chOff x="-1" y="0"/>
              <a:chExt cx="12192001" cy="6858000"/>
            </a:xfrm>
          </p:grpSpPr>
          <p:cxnSp>
            <p:nvCxnSpPr>
              <p:cNvPr id="396" name="Google Shape;396;p22"/>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7" name="Google Shape;397;p22"/>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8" name="Google Shape;398;p22"/>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9" name="Google Shape;399;p22"/>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0" name="Google Shape;400;p22"/>
              <p:cNvCxnSpPr/>
              <p:nvPr/>
            </p:nvCxnSpPr>
            <p:spPr>
              <a:xfrm>
                <a:off x="515064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401" name="Google Shape;401;p22"/>
              <p:cNvGrpSpPr/>
              <p:nvPr/>
            </p:nvGrpSpPr>
            <p:grpSpPr>
              <a:xfrm>
                <a:off x="6327885" y="0"/>
                <a:ext cx="5864115" cy="5898673"/>
                <a:chOff x="6327885" y="0"/>
                <a:chExt cx="5864115" cy="5898673"/>
              </a:xfrm>
            </p:grpSpPr>
            <p:cxnSp>
              <p:nvCxnSpPr>
                <p:cNvPr id="402" name="Google Shape;402;p22"/>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3" name="Google Shape;403;p22"/>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4" name="Google Shape;404;p22"/>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5" name="Google Shape;405;p22"/>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6" name="Google Shape;406;p22"/>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407" name="Google Shape;407;p22"/>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8" name="Google Shape;408;p22"/>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9" name="Google Shape;409;p22"/>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10" name="Google Shape;410;p22"/>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11" name="Google Shape;411;p22"/>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sp>
        <p:nvSpPr>
          <p:cNvPr id="412" name="Google Shape;412;p22"/>
          <p:cNvSpPr/>
          <p:nvPr/>
        </p:nvSpPr>
        <p:spPr>
          <a:xfrm>
            <a:off x="0" y="0"/>
            <a:ext cx="5486400" cy="51435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13" name="Google Shape;413;p22"/>
          <p:cNvCxnSpPr/>
          <p:nvPr/>
        </p:nvCxnSpPr>
        <p:spPr>
          <a:xfrm>
            <a:off x="5942317" y="2171700"/>
            <a:ext cx="2744483" cy="0"/>
          </a:xfrm>
          <a:prstGeom prst="straightConnector1">
            <a:avLst/>
          </a:prstGeom>
          <a:noFill/>
          <a:ln cap="flat" cmpd="sng" w="19050">
            <a:solidFill>
              <a:schemeClr val="lt1"/>
            </a:solidFill>
            <a:prstDash val="solid"/>
            <a:miter lim="800000"/>
            <a:headEnd len="sm" w="sm" type="none"/>
            <a:tailEnd len="sm" w="sm" type="none"/>
          </a:ln>
        </p:spPr>
      </p:cxnSp>
      <p:sp>
        <p:nvSpPr>
          <p:cNvPr id="414" name="Google Shape;414;p22"/>
          <p:cNvSpPr txBox="1"/>
          <p:nvPr>
            <p:ph type="title"/>
          </p:nvPr>
        </p:nvSpPr>
        <p:spPr>
          <a:xfrm>
            <a:off x="5932170" y="432054"/>
            <a:ext cx="2743200" cy="164592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000"/>
              <a:buFont typeface="Arial"/>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An empty placeholder to add an image. Click on the placeholder and select the image that you wish to add." id="415" name="Google Shape;415;p22"/>
          <p:cNvSpPr/>
          <p:nvPr>
            <p:ph idx="2" type="pic"/>
          </p:nvPr>
        </p:nvSpPr>
        <p:spPr>
          <a:xfrm>
            <a:off x="3309" y="-119"/>
            <a:ext cx="5486400" cy="5143500"/>
          </a:xfrm>
          <a:prstGeom prst="rect">
            <a:avLst/>
          </a:prstGeom>
          <a:noFill/>
          <a:ln>
            <a:noFill/>
          </a:ln>
        </p:spPr>
      </p:sp>
      <p:sp>
        <p:nvSpPr>
          <p:cNvPr id="416" name="Google Shape;416;p22"/>
          <p:cNvSpPr txBox="1"/>
          <p:nvPr>
            <p:ph idx="1" type="body"/>
          </p:nvPr>
        </p:nvSpPr>
        <p:spPr>
          <a:xfrm>
            <a:off x="5932170" y="2249424"/>
            <a:ext cx="2743200" cy="17145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200"/>
              <a:buNone/>
              <a:defRPr sz="1200">
                <a:solidFill>
                  <a:schemeClr val="lt1"/>
                </a:solidFill>
              </a:defRPr>
            </a:lvl1pPr>
            <a:lvl2pPr indent="-228600" lvl="1" marL="914400" algn="l">
              <a:lnSpc>
                <a:spcPct val="90000"/>
              </a:lnSpc>
              <a:spcBef>
                <a:spcPts val="900"/>
              </a:spcBef>
              <a:spcAft>
                <a:spcPts val="0"/>
              </a:spcAft>
              <a:buSzPts val="1100"/>
              <a:buNone/>
              <a:defRPr sz="1100"/>
            </a:lvl2pPr>
            <a:lvl3pPr indent="-228600" lvl="2" marL="1371600" algn="l">
              <a:lnSpc>
                <a:spcPct val="90000"/>
              </a:lnSpc>
              <a:spcBef>
                <a:spcPts val="600"/>
              </a:spcBef>
              <a:spcAft>
                <a:spcPts val="0"/>
              </a:spcAft>
              <a:buSzPts val="900"/>
              <a:buNone/>
              <a:defRPr sz="900"/>
            </a:lvl3pPr>
            <a:lvl4pPr indent="-228600" lvl="3" marL="1828800" algn="l">
              <a:lnSpc>
                <a:spcPct val="90000"/>
              </a:lnSpc>
              <a:spcBef>
                <a:spcPts val="600"/>
              </a:spcBef>
              <a:spcAft>
                <a:spcPts val="0"/>
              </a:spcAft>
              <a:buSzPts val="800"/>
              <a:buNone/>
              <a:defRPr sz="800"/>
            </a:lvl4pPr>
            <a:lvl5pPr indent="-228600" lvl="4" marL="2286000" algn="l">
              <a:lnSpc>
                <a:spcPct val="90000"/>
              </a:lnSpc>
              <a:spcBef>
                <a:spcPts val="500"/>
              </a:spcBef>
              <a:spcAft>
                <a:spcPts val="0"/>
              </a:spcAft>
              <a:buSzPts val="800"/>
              <a:buNone/>
              <a:defRPr sz="800"/>
            </a:lvl5pPr>
            <a:lvl6pPr indent="-228600" lvl="5" marL="2743200" algn="l">
              <a:lnSpc>
                <a:spcPct val="90000"/>
              </a:lnSpc>
              <a:spcBef>
                <a:spcPts val="500"/>
              </a:spcBef>
              <a:spcAft>
                <a:spcPts val="0"/>
              </a:spcAft>
              <a:buSzPts val="800"/>
              <a:buNone/>
              <a:defRPr sz="800"/>
            </a:lvl6pPr>
            <a:lvl7pPr indent="-228600" lvl="6" marL="3200400" algn="l">
              <a:lnSpc>
                <a:spcPct val="90000"/>
              </a:lnSpc>
              <a:spcBef>
                <a:spcPts val="500"/>
              </a:spcBef>
              <a:spcAft>
                <a:spcPts val="0"/>
              </a:spcAft>
              <a:buSzPts val="800"/>
              <a:buNone/>
              <a:defRPr sz="800"/>
            </a:lvl7pPr>
            <a:lvl8pPr indent="-228600" lvl="7" marL="3657600" algn="l">
              <a:lnSpc>
                <a:spcPct val="90000"/>
              </a:lnSpc>
              <a:spcBef>
                <a:spcPts val="500"/>
              </a:spcBef>
              <a:spcAft>
                <a:spcPts val="0"/>
              </a:spcAft>
              <a:buSzPts val="800"/>
              <a:buNone/>
              <a:defRPr sz="800"/>
            </a:lvl8pPr>
            <a:lvl9pPr indent="-228600" lvl="8" marL="4114800" algn="l">
              <a:lnSpc>
                <a:spcPct val="90000"/>
              </a:lnSpc>
              <a:spcBef>
                <a:spcPts val="500"/>
              </a:spcBef>
              <a:spcAft>
                <a:spcPts val="0"/>
              </a:spcAft>
              <a:buSzPts val="800"/>
              <a:buNone/>
              <a:defRPr sz="8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17" name="Shape 417"/>
        <p:cNvGrpSpPr/>
        <p:nvPr/>
      </p:nvGrpSpPr>
      <p:grpSpPr>
        <a:xfrm>
          <a:off x="0" y="0"/>
          <a:ext cx="0" cy="0"/>
          <a:chOff x="0" y="0"/>
          <a:chExt cx="0" cy="0"/>
        </a:xfrm>
      </p:grpSpPr>
      <p:sp>
        <p:nvSpPr>
          <p:cNvPr id="418" name="Google Shape;418;p23"/>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9" name="Google Shape;419;p23"/>
          <p:cNvSpPr txBox="1"/>
          <p:nvPr>
            <p:ph idx="1" type="body"/>
          </p:nvPr>
        </p:nvSpPr>
        <p:spPr>
          <a:xfrm rot="5400000">
            <a:off x="3143250" y="-685800"/>
            <a:ext cx="2857499" cy="72009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1400"/>
              </a:spcBef>
              <a:spcAft>
                <a:spcPts val="0"/>
              </a:spcAft>
              <a:buSzPts val="1400"/>
              <a:buChar char="▪"/>
              <a:defRPr/>
            </a:lvl1pPr>
            <a:lvl2pPr indent="-317500" lvl="1" marL="914400" algn="l">
              <a:lnSpc>
                <a:spcPct val="90000"/>
              </a:lnSpc>
              <a:spcBef>
                <a:spcPts val="900"/>
              </a:spcBef>
              <a:spcAft>
                <a:spcPts val="0"/>
              </a:spcAft>
              <a:buSzPts val="1400"/>
              <a:buChar char="▪"/>
              <a:defRPr/>
            </a:lvl2pPr>
            <a:lvl3pPr indent="-317500" lvl="2" marL="1371600" algn="l">
              <a:lnSpc>
                <a:spcPct val="90000"/>
              </a:lnSpc>
              <a:spcBef>
                <a:spcPts val="600"/>
              </a:spcBef>
              <a:spcAft>
                <a:spcPts val="0"/>
              </a:spcAft>
              <a:buSzPts val="1400"/>
              <a:buChar char="▪"/>
              <a:defRPr/>
            </a:lvl3pPr>
            <a:lvl4pPr indent="-317500" lvl="3" marL="1828800" algn="l">
              <a:lnSpc>
                <a:spcPct val="90000"/>
              </a:lnSpc>
              <a:spcBef>
                <a:spcPts val="600"/>
              </a:spcBef>
              <a:spcAft>
                <a:spcPts val="0"/>
              </a:spcAft>
              <a:buSzPts val="1400"/>
              <a:buChar char="▪"/>
              <a:defRPr/>
            </a:lvl4pPr>
            <a:lvl5pPr indent="-317500" lvl="4" marL="2286000" algn="l">
              <a:lnSpc>
                <a:spcPct val="90000"/>
              </a:lnSpc>
              <a:spcBef>
                <a:spcPts val="500"/>
              </a:spcBef>
              <a:spcAft>
                <a:spcPts val="0"/>
              </a:spcAft>
              <a:buSzPts val="1400"/>
              <a:buChar char="▪"/>
              <a:defRPr/>
            </a:lvl5pPr>
            <a:lvl6pPr indent="-317500" lvl="5" marL="2743200" algn="l">
              <a:lnSpc>
                <a:spcPct val="90000"/>
              </a:lnSpc>
              <a:spcBef>
                <a:spcPts val="500"/>
              </a:spcBef>
              <a:spcAft>
                <a:spcPts val="0"/>
              </a:spcAft>
              <a:buSzPts val="1400"/>
              <a:buChar char="▪"/>
              <a:defRPr/>
            </a:lvl6pPr>
            <a:lvl7pPr indent="-317500" lvl="6" marL="3200400" algn="l">
              <a:lnSpc>
                <a:spcPct val="90000"/>
              </a:lnSpc>
              <a:spcBef>
                <a:spcPts val="500"/>
              </a:spcBef>
              <a:spcAft>
                <a:spcPts val="0"/>
              </a:spcAft>
              <a:buSzPts val="1400"/>
              <a:buChar char="▪"/>
              <a:defRPr/>
            </a:lvl7pPr>
            <a:lvl8pPr indent="-317500" lvl="7" marL="3657600" algn="l">
              <a:lnSpc>
                <a:spcPct val="90000"/>
              </a:lnSpc>
              <a:spcBef>
                <a:spcPts val="500"/>
              </a:spcBef>
              <a:spcAft>
                <a:spcPts val="0"/>
              </a:spcAft>
              <a:buSzPts val="1400"/>
              <a:buChar char="▪"/>
              <a:defRPr/>
            </a:lvl8pPr>
            <a:lvl9pPr indent="-228600" lvl="8" marL="4114800" algn="l">
              <a:lnSpc>
                <a:spcPct val="90000"/>
              </a:lnSpc>
              <a:spcBef>
                <a:spcPts val="500"/>
              </a:spcBef>
              <a:spcAft>
                <a:spcPts val="0"/>
              </a:spcAft>
              <a:buSzPts val="1400"/>
              <a:buNone/>
              <a:defRPr/>
            </a:lvl9pPr>
          </a:lstStyle>
          <a:p/>
        </p:txBody>
      </p:sp>
      <p:sp>
        <p:nvSpPr>
          <p:cNvPr id="420" name="Google Shape;420;p23"/>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1" name="Google Shape;421;p23"/>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2" name="Google Shape;422;p23"/>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23" name="Shape 423"/>
        <p:cNvGrpSpPr/>
        <p:nvPr/>
      </p:nvGrpSpPr>
      <p:grpSpPr>
        <a:xfrm>
          <a:off x="0" y="0"/>
          <a:ext cx="0" cy="0"/>
          <a:chOff x="0" y="0"/>
          <a:chExt cx="0" cy="0"/>
        </a:xfrm>
      </p:grpSpPr>
      <p:sp>
        <p:nvSpPr>
          <p:cNvPr id="424" name="Google Shape;424;p24"/>
          <p:cNvSpPr txBox="1"/>
          <p:nvPr>
            <p:ph type="title"/>
          </p:nvPr>
        </p:nvSpPr>
        <p:spPr>
          <a:xfrm rot="5400000">
            <a:off x="5551714" y="1722663"/>
            <a:ext cx="3976007" cy="126546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5" name="Google Shape;425;p24"/>
          <p:cNvSpPr txBox="1"/>
          <p:nvPr>
            <p:ph idx="1" type="body"/>
          </p:nvPr>
        </p:nvSpPr>
        <p:spPr>
          <a:xfrm rot="5400000">
            <a:off x="1828800" y="-489858"/>
            <a:ext cx="3976007" cy="5690508"/>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1400"/>
              </a:spcBef>
              <a:spcAft>
                <a:spcPts val="0"/>
              </a:spcAft>
              <a:buSzPts val="1400"/>
              <a:buChar char="▪"/>
              <a:defRPr/>
            </a:lvl1pPr>
            <a:lvl2pPr indent="-317500" lvl="1" marL="914400" algn="l">
              <a:lnSpc>
                <a:spcPct val="90000"/>
              </a:lnSpc>
              <a:spcBef>
                <a:spcPts val="900"/>
              </a:spcBef>
              <a:spcAft>
                <a:spcPts val="0"/>
              </a:spcAft>
              <a:buSzPts val="1400"/>
              <a:buChar char="▪"/>
              <a:defRPr/>
            </a:lvl2pPr>
            <a:lvl3pPr indent="-317500" lvl="2" marL="1371600" algn="l">
              <a:lnSpc>
                <a:spcPct val="90000"/>
              </a:lnSpc>
              <a:spcBef>
                <a:spcPts val="600"/>
              </a:spcBef>
              <a:spcAft>
                <a:spcPts val="0"/>
              </a:spcAft>
              <a:buSzPts val="1400"/>
              <a:buChar char="▪"/>
              <a:defRPr/>
            </a:lvl3pPr>
            <a:lvl4pPr indent="-317500" lvl="3" marL="1828800" algn="l">
              <a:lnSpc>
                <a:spcPct val="90000"/>
              </a:lnSpc>
              <a:spcBef>
                <a:spcPts val="600"/>
              </a:spcBef>
              <a:spcAft>
                <a:spcPts val="0"/>
              </a:spcAft>
              <a:buSzPts val="1400"/>
              <a:buChar char="▪"/>
              <a:defRPr/>
            </a:lvl4pPr>
            <a:lvl5pPr indent="-317500" lvl="4" marL="2286000" algn="l">
              <a:lnSpc>
                <a:spcPct val="90000"/>
              </a:lnSpc>
              <a:spcBef>
                <a:spcPts val="500"/>
              </a:spcBef>
              <a:spcAft>
                <a:spcPts val="0"/>
              </a:spcAft>
              <a:buSzPts val="1400"/>
              <a:buChar char="▪"/>
              <a:defRPr/>
            </a:lvl5pPr>
            <a:lvl6pPr indent="-317500" lvl="5" marL="2743200" algn="l">
              <a:lnSpc>
                <a:spcPct val="90000"/>
              </a:lnSpc>
              <a:spcBef>
                <a:spcPts val="500"/>
              </a:spcBef>
              <a:spcAft>
                <a:spcPts val="0"/>
              </a:spcAft>
              <a:buSzPts val="1400"/>
              <a:buChar char="▪"/>
              <a:defRPr/>
            </a:lvl6pPr>
            <a:lvl7pPr indent="-317500" lvl="6" marL="3200400" algn="l">
              <a:lnSpc>
                <a:spcPct val="90000"/>
              </a:lnSpc>
              <a:spcBef>
                <a:spcPts val="500"/>
              </a:spcBef>
              <a:spcAft>
                <a:spcPts val="0"/>
              </a:spcAft>
              <a:buSzPts val="1400"/>
              <a:buChar char="▪"/>
              <a:defRPr/>
            </a:lvl7pPr>
            <a:lvl8pPr indent="-317500" lvl="7" marL="3657600" algn="l">
              <a:lnSpc>
                <a:spcPct val="90000"/>
              </a:lnSpc>
              <a:spcBef>
                <a:spcPts val="500"/>
              </a:spcBef>
              <a:spcAft>
                <a:spcPts val="0"/>
              </a:spcAft>
              <a:buSzPts val="1400"/>
              <a:buChar char="▪"/>
              <a:defRPr/>
            </a:lvl8pPr>
            <a:lvl9pPr indent="-228600" lvl="8" marL="4114800" algn="l">
              <a:lnSpc>
                <a:spcPct val="90000"/>
              </a:lnSpc>
              <a:spcBef>
                <a:spcPts val="500"/>
              </a:spcBef>
              <a:spcAft>
                <a:spcPts val="0"/>
              </a:spcAft>
              <a:buSzPts val="1400"/>
              <a:buNone/>
              <a:defRPr/>
            </a:lvl9pPr>
          </a:lstStyle>
          <a:p/>
        </p:txBody>
      </p:sp>
      <p:sp>
        <p:nvSpPr>
          <p:cNvPr id="426" name="Google Shape;426;p24"/>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7" name="Google Shape;427;p24"/>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8" name="Google Shape;428;p24"/>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3000">
              <a:schemeClr val="lt1"/>
            </a:gs>
            <a:gs pos="100000">
              <a:srgbClr val="F2F2F2">
                <a:alpha val="64705"/>
              </a:srgbClr>
            </a:gs>
          </a:gsLst>
          <a:lin ang="5400000" scaled="0"/>
        </a:gradFill>
      </p:bgPr>
    </p:bg>
    <p:spTree>
      <p:nvGrpSpPr>
        <p:cNvPr id="50" name="Shape 50"/>
        <p:cNvGrpSpPr/>
        <p:nvPr/>
      </p:nvGrpSpPr>
      <p:grpSpPr>
        <a:xfrm>
          <a:off x="0" y="0"/>
          <a:ext cx="0" cy="0"/>
          <a:chOff x="0" y="0"/>
          <a:chExt cx="0" cy="0"/>
        </a:xfrm>
      </p:grpSpPr>
      <p:grpSp>
        <p:nvGrpSpPr>
          <p:cNvPr id="51" name="Google Shape;51;p13"/>
          <p:cNvGrpSpPr/>
          <p:nvPr/>
        </p:nvGrpSpPr>
        <p:grpSpPr>
          <a:xfrm>
            <a:off x="-1" y="-146957"/>
            <a:ext cx="9144002" cy="5143500"/>
            <a:chOff x="-1" y="0"/>
            <a:chExt cx="12192002" cy="6858000"/>
          </a:xfrm>
        </p:grpSpPr>
        <p:cxnSp>
          <p:nvCxnSpPr>
            <p:cNvPr id="52" name="Google Shape;52;p13"/>
            <p:cNvCxnSpPr/>
            <p:nvPr/>
          </p:nvCxnSpPr>
          <p:spPr>
            <a:xfrm>
              <a:off x="610194"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3" name="Google Shape;53;p13"/>
            <p:cNvCxnSpPr/>
            <p:nvPr/>
          </p:nvCxnSpPr>
          <p:spPr>
            <a:xfrm>
              <a:off x="1829332"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4" name="Google Shape;54;p13"/>
            <p:cNvCxnSpPr/>
            <p:nvPr/>
          </p:nvCxnSpPr>
          <p:spPr>
            <a:xfrm>
              <a:off x="3048470"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5" name="Google Shape;55;p13"/>
            <p:cNvCxnSpPr/>
            <p:nvPr/>
          </p:nvCxnSpPr>
          <p:spPr>
            <a:xfrm>
              <a:off x="4267608"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6" name="Google Shape;56;p13"/>
            <p:cNvCxnSpPr/>
            <p:nvPr/>
          </p:nvCxnSpPr>
          <p:spPr>
            <a:xfrm>
              <a:off x="5486746"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7" name="Google Shape;57;p13"/>
            <p:cNvCxnSpPr/>
            <p:nvPr/>
          </p:nvCxnSpPr>
          <p:spPr>
            <a:xfrm>
              <a:off x="6705884"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8" name="Google Shape;58;p13"/>
            <p:cNvCxnSpPr/>
            <p:nvPr/>
          </p:nvCxnSpPr>
          <p:spPr>
            <a:xfrm>
              <a:off x="7925022"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9" name="Google Shape;59;p13"/>
            <p:cNvCxnSpPr/>
            <p:nvPr/>
          </p:nvCxnSpPr>
          <p:spPr>
            <a:xfrm>
              <a:off x="9144160"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0" name="Google Shape;60;p13"/>
            <p:cNvCxnSpPr/>
            <p:nvPr/>
          </p:nvCxnSpPr>
          <p:spPr>
            <a:xfrm>
              <a:off x="10363298"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1" name="Google Shape;61;p13"/>
            <p:cNvCxnSpPr/>
            <p:nvPr/>
          </p:nvCxnSpPr>
          <p:spPr>
            <a:xfrm>
              <a:off x="11582436"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2" name="Google Shape;62;p13"/>
            <p:cNvCxnSpPr/>
            <p:nvPr/>
          </p:nvCxnSpPr>
          <p:spPr>
            <a:xfrm>
              <a:off x="2819" y="386485"/>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3" name="Google Shape;63;p13"/>
            <p:cNvCxnSpPr/>
            <p:nvPr/>
          </p:nvCxnSpPr>
          <p:spPr>
            <a:xfrm>
              <a:off x="2819" y="1611181"/>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4" name="Google Shape;64;p13"/>
            <p:cNvCxnSpPr/>
            <p:nvPr/>
          </p:nvCxnSpPr>
          <p:spPr>
            <a:xfrm>
              <a:off x="2819" y="2835877"/>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5" name="Google Shape;65;p13"/>
            <p:cNvCxnSpPr/>
            <p:nvPr/>
          </p:nvCxnSpPr>
          <p:spPr>
            <a:xfrm>
              <a:off x="2819" y="4060573"/>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6" name="Google Shape;66;p13"/>
            <p:cNvCxnSpPr/>
            <p:nvPr/>
          </p:nvCxnSpPr>
          <p:spPr>
            <a:xfrm>
              <a:off x="2819" y="5285269"/>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7" name="Google Shape;67;p13"/>
            <p:cNvCxnSpPr/>
            <p:nvPr/>
          </p:nvCxnSpPr>
          <p:spPr>
            <a:xfrm>
              <a:off x="2819" y="6509965"/>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68" name="Google Shape;68;p13"/>
            <p:cNvGrpSpPr/>
            <p:nvPr/>
          </p:nvGrpSpPr>
          <p:grpSpPr>
            <a:xfrm>
              <a:off x="-1" y="0"/>
              <a:ext cx="12192001" cy="6858000"/>
              <a:chOff x="-1" y="0"/>
              <a:chExt cx="12192001" cy="6858000"/>
            </a:xfrm>
          </p:grpSpPr>
          <p:cxnSp>
            <p:nvCxnSpPr>
              <p:cNvPr id="69" name="Google Shape;69;p13"/>
              <p:cNvCxnSpPr/>
              <p:nvPr/>
            </p:nvCxnSpPr>
            <p:spPr>
              <a:xfrm>
                <a:off x="225425"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0" name="Google Shape;70;p13"/>
              <p:cNvCxnSpPr/>
              <p:nvPr/>
            </p:nvCxnSpPr>
            <p:spPr>
              <a:xfrm>
                <a:off x="1449154"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1" name="Google Shape;71;p13"/>
              <p:cNvCxnSpPr/>
              <p:nvPr/>
            </p:nvCxnSpPr>
            <p:spPr>
              <a:xfrm>
                <a:off x="266598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2" name="Google Shape;72;p13"/>
              <p:cNvCxnSpPr/>
              <p:nvPr/>
            </p:nvCxnSpPr>
            <p:spPr>
              <a:xfrm>
                <a:off x="3885119"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3" name="Google Shape;73;p13"/>
              <p:cNvCxnSpPr/>
              <p:nvPr/>
            </p:nvCxnSpPr>
            <p:spPr>
              <a:xfrm>
                <a:off x="510650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74" name="Google Shape;74;p13"/>
              <p:cNvGrpSpPr/>
              <p:nvPr/>
            </p:nvGrpSpPr>
            <p:grpSpPr>
              <a:xfrm>
                <a:off x="6327885" y="0"/>
                <a:ext cx="5864115" cy="5898673"/>
                <a:chOff x="6327885" y="0"/>
                <a:chExt cx="5864115" cy="5898673"/>
              </a:xfrm>
            </p:grpSpPr>
            <p:cxnSp>
              <p:nvCxnSpPr>
                <p:cNvPr id="75" name="Google Shape;75;p13"/>
                <p:cNvCxnSpPr/>
                <p:nvPr/>
              </p:nvCxnSpPr>
              <p:spPr>
                <a:xfrm>
                  <a:off x="6327885" y="0"/>
                  <a:ext cx="5864115" cy="5898673"/>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6" name="Google Shape;76;p13"/>
                <p:cNvCxnSpPr/>
                <p:nvPr/>
              </p:nvCxnSpPr>
              <p:spPr>
                <a:xfrm>
                  <a:off x="7549268" y="0"/>
                  <a:ext cx="4642732" cy="467242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7" name="Google Shape;77;p13"/>
                <p:cNvCxnSpPr/>
                <p:nvPr/>
              </p:nvCxnSpPr>
              <p:spPr>
                <a:xfrm>
                  <a:off x="8772997" y="0"/>
                  <a:ext cx="3419003" cy="34567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8" name="Google Shape;78;p13"/>
                <p:cNvCxnSpPr/>
                <p:nvPr/>
              </p:nvCxnSpPr>
              <p:spPr>
                <a:xfrm>
                  <a:off x="9982200" y="0"/>
                  <a:ext cx="2209800" cy="222646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9" name="Google Shape;79;p13"/>
                <p:cNvCxnSpPr/>
                <p:nvPr/>
              </p:nvCxnSpPr>
              <p:spPr>
                <a:xfrm>
                  <a:off x="11199019" y="0"/>
                  <a:ext cx="992981" cy="1002506"/>
                </a:xfrm>
                <a:prstGeom prst="straightConnector1">
                  <a:avLst/>
                </a:prstGeom>
                <a:noFill/>
                <a:ln cap="flat" cmpd="sng" w="9525">
                  <a:solidFill>
                    <a:srgbClr val="D8D8D8">
                      <a:alpha val="24705"/>
                    </a:srgbClr>
                  </a:solidFill>
                  <a:prstDash val="solid"/>
                  <a:miter lim="800000"/>
                  <a:headEnd len="sm" w="sm" type="none"/>
                  <a:tailEnd len="sm" w="sm" type="none"/>
                </a:ln>
              </p:spPr>
            </p:cxnSp>
          </p:grpSp>
          <p:cxnSp>
            <p:nvCxnSpPr>
              <p:cNvPr id="80" name="Google Shape;80;p13"/>
              <p:cNvCxnSpPr/>
              <p:nvPr/>
            </p:nvCxnSpPr>
            <p:spPr>
              <a:xfrm rot="10800000">
                <a:off x="-1" y="1012053"/>
                <a:ext cx="5828811" cy="584594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1" name="Google Shape;81;p13"/>
              <p:cNvCxnSpPr/>
              <p:nvPr/>
            </p:nvCxnSpPr>
            <p:spPr>
              <a:xfrm rot="10800000">
                <a:off x="-1" y="2227340"/>
                <a:ext cx="4614781" cy="4630658"/>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2" name="Google Shape;82;p13"/>
              <p:cNvCxnSpPr/>
              <p:nvPr/>
            </p:nvCxnSpPr>
            <p:spPr>
              <a:xfrm rot="10800000">
                <a:off x="-1" y="3432149"/>
                <a:ext cx="3398419" cy="34258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3" name="Google Shape;83;p13"/>
              <p:cNvCxnSpPr/>
              <p:nvPr/>
            </p:nvCxnSpPr>
            <p:spPr>
              <a:xfrm rot="10800000">
                <a:off x="-1" y="4651431"/>
                <a:ext cx="2196496" cy="2206567"/>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4" name="Google Shape;84;p13"/>
              <p:cNvCxnSpPr/>
              <p:nvPr/>
            </p:nvCxnSpPr>
            <p:spPr>
              <a:xfrm rot="10800000">
                <a:off x="-1" y="5864453"/>
                <a:ext cx="987003" cy="993545"/>
              </a:xfrm>
              <a:prstGeom prst="straightConnector1">
                <a:avLst/>
              </a:prstGeom>
              <a:noFill/>
              <a:ln cap="flat" cmpd="sng" w="9525">
                <a:solidFill>
                  <a:srgbClr val="D8D8D8">
                    <a:alpha val="24705"/>
                  </a:srgbClr>
                </a:solidFill>
                <a:prstDash val="solid"/>
                <a:miter lim="800000"/>
                <a:headEnd len="sm" w="sm" type="none"/>
                <a:tailEnd len="sm" w="sm" type="none"/>
              </a:ln>
            </p:spPr>
          </p:cxnSp>
        </p:grpSp>
        <p:grpSp>
          <p:nvGrpSpPr>
            <p:cNvPr id="85" name="Google Shape;85;p13"/>
            <p:cNvGrpSpPr/>
            <p:nvPr/>
          </p:nvGrpSpPr>
          <p:grpSpPr>
            <a:xfrm flipH="1">
              <a:off x="0" y="0"/>
              <a:ext cx="12192001" cy="6858000"/>
              <a:chOff x="-1" y="0"/>
              <a:chExt cx="12192001" cy="6858000"/>
            </a:xfrm>
          </p:grpSpPr>
          <p:cxnSp>
            <p:nvCxnSpPr>
              <p:cNvPr id="86" name="Google Shape;86;p13"/>
              <p:cNvCxnSpPr/>
              <p:nvPr/>
            </p:nvCxnSpPr>
            <p:spPr>
              <a:xfrm>
                <a:off x="225425"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7" name="Google Shape;87;p13"/>
              <p:cNvCxnSpPr/>
              <p:nvPr/>
            </p:nvCxnSpPr>
            <p:spPr>
              <a:xfrm>
                <a:off x="1449154"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8" name="Google Shape;88;p13"/>
              <p:cNvCxnSpPr/>
              <p:nvPr/>
            </p:nvCxnSpPr>
            <p:spPr>
              <a:xfrm>
                <a:off x="266598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9" name="Google Shape;89;p13"/>
              <p:cNvCxnSpPr/>
              <p:nvPr/>
            </p:nvCxnSpPr>
            <p:spPr>
              <a:xfrm>
                <a:off x="3885119"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0" name="Google Shape;90;p13"/>
              <p:cNvCxnSpPr/>
              <p:nvPr/>
            </p:nvCxnSpPr>
            <p:spPr>
              <a:xfrm>
                <a:off x="510650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91" name="Google Shape;91;p13"/>
              <p:cNvGrpSpPr/>
              <p:nvPr/>
            </p:nvGrpSpPr>
            <p:grpSpPr>
              <a:xfrm>
                <a:off x="6327885" y="0"/>
                <a:ext cx="5864115" cy="5898673"/>
                <a:chOff x="6327885" y="0"/>
                <a:chExt cx="5864115" cy="5898673"/>
              </a:xfrm>
            </p:grpSpPr>
            <p:cxnSp>
              <p:nvCxnSpPr>
                <p:cNvPr id="92" name="Google Shape;92;p13"/>
                <p:cNvCxnSpPr/>
                <p:nvPr/>
              </p:nvCxnSpPr>
              <p:spPr>
                <a:xfrm>
                  <a:off x="6327885" y="0"/>
                  <a:ext cx="5864115" cy="5898673"/>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3" name="Google Shape;93;p13"/>
                <p:cNvCxnSpPr/>
                <p:nvPr/>
              </p:nvCxnSpPr>
              <p:spPr>
                <a:xfrm>
                  <a:off x="7549268" y="0"/>
                  <a:ext cx="4642732" cy="467242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4" name="Google Shape;94;p13"/>
                <p:cNvCxnSpPr/>
                <p:nvPr/>
              </p:nvCxnSpPr>
              <p:spPr>
                <a:xfrm>
                  <a:off x="8772997" y="0"/>
                  <a:ext cx="3419003" cy="34567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5" name="Google Shape;95;p13"/>
                <p:cNvCxnSpPr/>
                <p:nvPr/>
              </p:nvCxnSpPr>
              <p:spPr>
                <a:xfrm>
                  <a:off x="9982200" y="0"/>
                  <a:ext cx="2209800" cy="222646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6" name="Google Shape;96;p13"/>
                <p:cNvCxnSpPr/>
                <p:nvPr/>
              </p:nvCxnSpPr>
              <p:spPr>
                <a:xfrm>
                  <a:off x="11199019" y="0"/>
                  <a:ext cx="992981" cy="1002506"/>
                </a:xfrm>
                <a:prstGeom prst="straightConnector1">
                  <a:avLst/>
                </a:prstGeom>
                <a:noFill/>
                <a:ln cap="flat" cmpd="sng" w="9525">
                  <a:solidFill>
                    <a:srgbClr val="D8D8D8">
                      <a:alpha val="24705"/>
                    </a:srgbClr>
                  </a:solidFill>
                  <a:prstDash val="solid"/>
                  <a:miter lim="800000"/>
                  <a:headEnd len="sm" w="sm" type="none"/>
                  <a:tailEnd len="sm" w="sm" type="none"/>
                </a:ln>
              </p:spPr>
            </p:cxnSp>
          </p:grpSp>
          <p:cxnSp>
            <p:nvCxnSpPr>
              <p:cNvPr id="97" name="Google Shape;97;p13"/>
              <p:cNvCxnSpPr/>
              <p:nvPr/>
            </p:nvCxnSpPr>
            <p:spPr>
              <a:xfrm rot="10800000">
                <a:off x="-1" y="1012053"/>
                <a:ext cx="5828811" cy="584594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8" name="Google Shape;98;p13"/>
              <p:cNvCxnSpPr/>
              <p:nvPr/>
            </p:nvCxnSpPr>
            <p:spPr>
              <a:xfrm rot="10800000">
                <a:off x="-1" y="2227340"/>
                <a:ext cx="4614781" cy="4630658"/>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9" name="Google Shape;99;p13"/>
              <p:cNvCxnSpPr/>
              <p:nvPr/>
            </p:nvCxnSpPr>
            <p:spPr>
              <a:xfrm rot="10800000">
                <a:off x="-1" y="3432149"/>
                <a:ext cx="3398419" cy="34258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00" name="Google Shape;100;p13"/>
              <p:cNvCxnSpPr/>
              <p:nvPr/>
            </p:nvCxnSpPr>
            <p:spPr>
              <a:xfrm rot="10800000">
                <a:off x="-1" y="4651431"/>
                <a:ext cx="2196496" cy="2206567"/>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01" name="Google Shape;101;p13"/>
              <p:cNvCxnSpPr/>
              <p:nvPr/>
            </p:nvCxnSpPr>
            <p:spPr>
              <a:xfrm rot="10800000">
                <a:off x="-1" y="5864453"/>
                <a:ext cx="987003" cy="993545"/>
              </a:xfrm>
              <a:prstGeom prst="straightConnector1">
                <a:avLst/>
              </a:prstGeom>
              <a:noFill/>
              <a:ln cap="flat" cmpd="sng" w="9525">
                <a:solidFill>
                  <a:srgbClr val="D8D8D8">
                    <a:alpha val="24705"/>
                  </a:srgbClr>
                </a:solidFill>
                <a:prstDash val="solid"/>
                <a:miter lim="800000"/>
                <a:headEnd len="sm" w="sm" type="none"/>
                <a:tailEnd len="sm" w="sm" type="none"/>
              </a:ln>
            </p:spPr>
          </p:cxnSp>
        </p:grpSp>
      </p:grpSp>
      <p:sp>
        <p:nvSpPr>
          <p:cNvPr id="102" name="Google Shape;102;p13"/>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A43E27"/>
              </a:buClr>
              <a:buSzPts val="2400"/>
              <a:buFont typeface="Arial"/>
              <a:buNone/>
              <a:defRPr b="1" i="0" sz="2400" u="none" cap="none" strike="noStrike">
                <a:solidFill>
                  <a:srgbClr val="A43E27"/>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3" name="Google Shape;103;p13"/>
          <p:cNvSpPr txBox="1"/>
          <p:nvPr>
            <p:ph idx="1" type="body"/>
          </p:nvPr>
        </p:nvSpPr>
        <p:spPr>
          <a:xfrm>
            <a:off x="971550" y="1485901"/>
            <a:ext cx="7200900" cy="2857499"/>
          </a:xfrm>
          <a:prstGeom prst="rect">
            <a:avLst/>
          </a:prstGeom>
          <a:noFill/>
          <a:ln>
            <a:noFill/>
          </a:ln>
        </p:spPr>
        <p:txBody>
          <a:bodyPr anchorCtr="0" anchor="t" bIns="34275" lIns="68575" spcFirstLastPara="1" rIns="68575" wrap="square" tIns="34275">
            <a:normAutofit/>
          </a:bodyPr>
          <a:lstStyle>
            <a:lvl1pPr indent="-323850" lvl="0" marL="457200" marR="0" rtl="0" algn="l">
              <a:lnSpc>
                <a:spcPct val="90000"/>
              </a:lnSpc>
              <a:spcBef>
                <a:spcPts val="1400"/>
              </a:spcBef>
              <a:spcAft>
                <a:spcPts val="0"/>
              </a:spcAft>
              <a:buClr>
                <a:srgbClr val="A43E27"/>
              </a:buClr>
              <a:buSzPts val="1500"/>
              <a:buFont typeface="Arial"/>
              <a:buChar char="▪"/>
              <a:defRPr b="0" i="0" sz="1500" u="none" cap="none" strike="noStrike">
                <a:solidFill>
                  <a:schemeClr val="dk1"/>
                </a:solidFill>
                <a:latin typeface="Arial"/>
                <a:ea typeface="Arial"/>
                <a:cs typeface="Arial"/>
                <a:sym typeface="Arial"/>
              </a:defRPr>
            </a:lvl1pPr>
            <a:lvl2pPr indent="-317500" lvl="1" marL="914400" marR="0" rtl="0" algn="l">
              <a:lnSpc>
                <a:spcPct val="90000"/>
              </a:lnSpc>
              <a:spcBef>
                <a:spcPts val="900"/>
              </a:spcBef>
              <a:spcAft>
                <a:spcPts val="0"/>
              </a:spcAft>
              <a:buClr>
                <a:srgbClr val="A43E27"/>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0000"/>
              </a:lnSpc>
              <a:spcBef>
                <a:spcPts val="600"/>
              </a:spcBef>
              <a:spcAft>
                <a:spcPts val="0"/>
              </a:spcAft>
              <a:buClr>
                <a:srgbClr val="A43E27"/>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0000"/>
              </a:lnSpc>
              <a:spcBef>
                <a:spcPts val="6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rgbClr val="A43E27"/>
              </a:buClr>
              <a:buSzPts val="1100"/>
              <a:buFont typeface="Arial"/>
              <a:buNone/>
              <a:defRPr b="0" i="0" sz="1100" u="none" cap="none" strike="noStrike">
                <a:solidFill>
                  <a:schemeClr val="dk1"/>
                </a:solidFill>
                <a:latin typeface="Arial"/>
                <a:ea typeface="Arial"/>
                <a:cs typeface="Arial"/>
                <a:sym typeface="Arial"/>
              </a:defRPr>
            </a:lvl9pPr>
          </a:lstStyle>
          <a:p/>
        </p:txBody>
      </p:sp>
      <p:cxnSp>
        <p:nvCxnSpPr>
          <p:cNvPr id="104" name="Google Shape;104;p13"/>
          <p:cNvCxnSpPr/>
          <p:nvPr/>
        </p:nvCxnSpPr>
        <p:spPr>
          <a:xfrm>
            <a:off x="457200" y="4629150"/>
            <a:ext cx="8229600" cy="0"/>
          </a:xfrm>
          <a:prstGeom prst="straightConnector1">
            <a:avLst/>
          </a:prstGeom>
          <a:noFill/>
          <a:ln cap="flat" cmpd="sng" w="12700">
            <a:solidFill>
              <a:srgbClr val="A43E27"/>
            </a:solidFill>
            <a:prstDash val="solid"/>
            <a:miter lim="800000"/>
            <a:headEnd len="sm" w="sm" type="none"/>
            <a:tailEnd len="sm" w="sm" type="none"/>
          </a:ln>
        </p:spPr>
      </p:cxnSp>
      <p:sp>
        <p:nvSpPr>
          <p:cNvPr id="105" name="Google Shape;105;p13"/>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800" u="none" cap="none" strike="noStrike">
                <a:solidFill>
                  <a:srgbClr val="414241"/>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6" name="Google Shape;106;p13"/>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rgbClr val="414241"/>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7" name="Google Shape;107;p13"/>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800" u="none" cap="none" strike="noStrike">
                <a:solidFill>
                  <a:srgbClr val="414241"/>
                </a:solidFill>
                <a:latin typeface="Arial"/>
                <a:ea typeface="Arial"/>
                <a:cs typeface="Arial"/>
                <a:sym typeface="Arial"/>
              </a:defRPr>
            </a:lvl1pPr>
            <a:lvl2pPr indent="0" lvl="1" marL="0" marR="0" rtl="0" algn="r">
              <a:spcBef>
                <a:spcPts val="0"/>
              </a:spcBef>
              <a:buNone/>
              <a:defRPr b="0" i="0" sz="800" u="none" cap="none" strike="noStrike">
                <a:solidFill>
                  <a:srgbClr val="414241"/>
                </a:solidFill>
                <a:latin typeface="Arial"/>
                <a:ea typeface="Arial"/>
                <a:cs typeface="Arial"/>
                <a:sym typeface="Arial"/>
              </a:defRPr>
            </a:lvl2pPr>
            <a:lvl3pPr indent="0" lvl="2" marL="0" marR="0" rtl="0" algn="r">
              <a:spcBef>
                <a:spcPts val="0"/>
              </a:spcBef>
              <a:buNone/>
              <a:defRPr b="0" i="0" sz="800" u="none" cap="none" strike="noStrike">
                <a:solidFill>
                  <a:srgbClr val="414241"/>
                </a:solidFill>
                <a:latin typeface="Arial"/>
                <a:ea typeface="Arial"/>
                <a:cs typeface="Arial"/>
                <a:sym typeface="Arial"/>
              </a:defRPr>
            </a:lvl3pPr>
            <a:lvl4pPr indent="0" lvl="3" marL="0" marR="0" rtl="0" algn="r">
              <a:spcBef>
                <a:spcPts val="0"/>
              </a:spcBef>
              <a:buNone/>
              <a:defRPr b="0" i="0" sz="800" u="none" cap="none" strike="noStrike">
                <a:solidFill>
                  <a:srgbClr val="414241"/>
                </a:solidFill>
                <a:latin typeface="Arial"/>
                <a:ea typeface="Arial"/>
                <a:cs typeface="Arial"/>
                <a:sym typeface="Arial"/>
              </a:defRPr>
            </a:lvl4pPr>
            <a:lvl5pPr indent="0" lvl="4" marL="0" marR="0" rtl="0" algn="r">
              <a:spcBef>
                <a:spcPts val="0"/>
              </a:spcBef>
              <a:buNone/>
              <a:defRPr b="0" i="0" sz="800" u="none" cap="none" strike="noStrike">
                <a:solidFill>
                  <a:srgbClr val="414241"/>
                </a:solidFill>
                <a:latin typeface="Arial"/>
                <a:ea typeface="Arial"/>
                <a:cs typeface="Arial"/>
                <a:sym typeface="Arial"/>
              </a:defRPr>
            </a:lvl5pPr>
            <a:lvl6pPr indent="0" lvl="5" marL="0" marR="0" rtl="0" algn="r">
              <a:spcBef>
                <a:spcPts val="0"/>
              </a:spcBef>
              <a:buNone/>
              <a:defRPr b="0" i="0" sz="800" u="none" cap="none" strike="noStrike">
                <a:solidFill>
                  <a:srgbClr val="414241"/>
                </a:solidFill>
                <a:latin typeface="Arial"/>
                <a:ea typeface="Arial"/>
                <a:cs typeface="Arial"/>
                <a:sym typeface="Arial"/>
              </a:defRPr>
            </a:lvl6pPr>
            <a:lvl7pPr indent="0" lvl="6" marL="0" marR="0" rtl="0" algn="r">
              <a:spcBef>
                <a:spcPts val="0"/>
              </a:spcBef>
              <a:buNone/>
              <a:defRPr b="0" i="0" sz="800" u="none" cap="none" strike="noStrike">
                <a:solidFill>
                  <a:srgbClr val="414241"/>
                </a:solidFill>
                <a:latin typeface="Arial"/>
                <a:ea typeface="Arial"/>
                <a:cs typeface="Arial"/>
                <a:sym typeface="Arial"/>
              </a:defRPr>
            </a:lvl7pPr>
            <a:lvl8pPr indent="0" lvl="7" marL="0" marR="0" rtl="0" algn="r">
              <a:spcBef>
                <a:spcPts val="0"/>
              </a:spcBef>
              <a:buNone/>
              <a:defRPr b="0" i="0" sz="800" u="none" cap="none" strike="noStrike">
                <a:solidFill>
                  <a:srgbClr val="414241"/>
                </a:solidFill>
                <a:latin typeface="Arial"/>
                <a:ea typeface="Arial"/>
                <a:cs typeface="Arial"/>
                <a:sym typeface="Arial"/>
              </a:defRPr>
            </a:lvl8pPr>
            <a:lvl9pPr indent="0" lvl="8" marL="0" marR="0" rtl="0" algn="r">
              <a:spcBef>
                <a:spcPts val="0"/>
              </a:spcBef>
              <a:buNone/>
              <a:defRPr b="0" i="0" sz="800" u="none" cap="none" strike="noStrike">
                <a:solidFill>
                  <a:srgbClr val="41424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5"/>
          <p:cNvSpPr/>
          <p:nvPr/>
        </p:nvSpPr>
        <p:spPr>
          <a:xfrm>
            <a:off x="535846" y="3178756"/>
            <a:ext cx="8072400" cy="11964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40A15"/>
              </a:solidFill>
              <a:latin typeface="Arial"/>
              <a:ea typeface="Arial"/>
              <a:cs typeface="Arial"/>
              <a:sym typeface="Arial"/>
            </a:endParaRPr>
          </a:p>
        </p:txBody>
      </p:sp>
      <p:sp>
        <p:nvSpPr>
          <p:cNvPr id="434" name="Google Shape;434;p25"/>
          <p:cNvSpPr txBox="1"/>
          <p:nvPr/>
        </p:nvSpPr>
        <p:spPr>
          <a:xfrm>
            <a:off x="538975" y="1675071"/>
            <a:ext cx="8072400" cy="623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1000"/>
              </a:spcAft>
              <a:buNone/>
            </a:pPr>
            <a:r>
              <a:rPr b="1" lang="en" sz="3600">
                <a:solidFill>
                  <a:srgbClr val="940A15"/>
                </a:solidFill>
                <a:latin typeface="Montserrat"/>
                <a:ea typeface="Montserrat"/>
                <a:cs typeface="Montserrat"/>
                <a:sym typeface="Montserrat"/>
              </a:rPr>
              <a:t>Genetic Algorithm</a:t>
            </a:r>
            <a:endParaRPr b="1" sz="2000">
              <a:solidFill>
                <a:srgbClr val="940A15"/>
              </a:solidFill>
              <a:latin typeface="Montserrat"/>
              <a:ea typeface="Montserrat"/>
              <a:cs typeface="Montserrat"/>
              <a:sym typeface="Montserrat"/>
            </a:endParaRPr>
          </a:p>
        </p:txBody>
      </p:sp>
      <p:sp>
        <p:nvSpPr>
          <p:cNvPr id="435" name="Google Shape;435;p25"/>
          <p:cNvSpPr txBox="1"/>
          <p:nvPr/>
        </p:nvSpPr>
        <p:spPr>
          <a:xfrm>
            <a:off x="535896" y="1171357"/>
            <a:ext cx="80724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rgbClr val="940A15"/>
                </a:solidFill>
                <a:latin typeface="Montserrat"/>
                <a:ea typeface="Montserrat"/>
                <a:cs typeface="Montserrat"/>
                <a:sym typeface="Montserrat"/>
              </a:rPr>
              <a:t>CSE422</a:t>
            </a:r>
            <a:r>
              <a:rPr b="1" i="0" lang="en" sz="1800" u="none" cap="none" strike="noStrike">
                <a:solidFill>
                  <a:srgbClr val="940A15"/>
                </a:solidFill>
                <a:latin typeface="Montserrat"/>
                <a:ea typeface="Montserrat"/>
                <a:cs typeface="Montserrat"/>
                <a:sym typeface="Montserrat"/>
              </a:rPr>
              <a:t>: </a:t>
            </a:r>
            <a:r>
              <a:rPr b="1" lang="en" sz="1800">
                <a:solidFill>
                  <a:srgbClr val="940A15"/>
                </a:solidFill>
                <a:latin typeface="Montserrat"/>
                <a:ea typeface="Montserrat"/>
                <a:cs typeface="Montserrat"/>
                <a:sym typeface="Montserrat"/>
              </a:rPr>
              <a:t>Artificial intelligence</a:t>
            </a:r>
            <a:endParaRPr b="1" sz="1100">
              <a:latin typeface="Montserrat"/>
              <a:ea typeface="Montserrat"/>
              <a:cs typeface="Montserrat"/>
              <a:sym typeface="Montserrat"/>
            </a:endParaRPr>
          </a:p>
        </p:txBody>
      </p:sp>
      <p:sp>
        <p:nvSpPr>
          <p:cNvPr id="436" name="Google Shape;436;p25"/>
          <p:cNvSpPr txBox="1"/>
          <p:nvPr/>
        </p:nvSpPr>
        <p:spPr>
          <a:xfrm>
            <a:off x="498404" y="3361002"/>
            <a:ext cx="8072400" cy="715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100" u="none" cap="none" strike="noStrike">
                <a:solidFill>
                  <a:schemeClr val="lt1"/>
                </a:solidFill>
                <a:latin typeface="Montserrat"/>
                <a:ea typeface="Montserrat"/>
                <a:cs typeface="Montserrat"/>
                <a:sym typeface="Montserrat"/>
              </a:rPr>
              <a:t>Asif Shahriar</a:t>
            </a:r>
            <a:endParaRPr b="1" sz="1100">
              <a:latin typeface="Montserrat"/>
              <a:ea typeface="Montserrat"/>
              <a:cs typeface="Montserrat"/>
              <a:sym typeface="Montserrat"/>
            </a:endParaRPr>
          </a:p>
          <a:p>
            <a:pPr indent="0" lvl="0" marL="0" marR="0" rtl="0" algn="ctr">
              <a:spcBef>
                <a:spcPts val="0"/>
              </a:spcBef>
              <a:spcAft>
                <a:spcPts val="0"/>
              </a:spcAft>
              <a:buNone/>
            </a:pPr>
            <a:r>
              <a:rPr b="1" i="0" lang="en" sz="2100" u="none" cap="none" strike="noStrike">
                <a:solidFill>
                  <a:schemeClr val="lt1"/>
                </a:solidFill>
                <a:latin typeface="Montserrat"/>
                <a:ea typeface="Montserrat"/>
                <a:cs typeface="Montserrat"/>
                <a:sym typeface="Montserrat"/>
              </a:rPr>
              <a:t>Lecturer, CSE, BRACU</a:t>
            </a:r>
            <a:endParaRPr b="1" sz="1100">
              <a:latin typeface="Montserrat"/>
              <a:ea typeface="Montserrat"/>
              <a:cs typeface="Montserrat"/>
              <a:sym typeface="Montserrat"/>
            </a:endParaRPr>
          </a:p>
        </p:txBody>
      </p:sp>
      <p:sp>
        <p:nvSpPr>
          <p:cNvPr id="437" name="Google Shape;437;p25"/>
          <p:cNvSpPr txBox="1"/>
          <p:nvPr>
            <p:ph idx="12" type="sldNum"/>
          </p:nvPr>
        </p:nvSpPr>
        <p:spPr>
          <a:xfrm>
            <a:off x="8037713" y="4929573"/>
            <a:ext cx="689162" cy="166827"/>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38" name="Google Shape;438;p25"/>
          <p:cNvSpPr txBox="1"/>
          <p:nvPr>
            <p:ph idx="11" type="ftr"/>
          </p:nvPr>
        </p:nvSpPr>
        <p:spPr>
          <a:xfrm>
            <a:off x="462779" y="4929573"/>
            <a:ext cx="4596023" cy="166827"/>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cxnSp>
        <p:nvCxnSpPr>
          <p:cNvPr id="443" name="Google Shape;443;p2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44" name="Google Shape;444;p2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45" name="Google Shape;445;p2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46" name="Google Shape;446;p2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7" name="Google Shape;447;p2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2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Genetic Algorithm – </a:t>
            </a:r>
            <a:r>
              <a:rPr b="1" lang="en" sz="2600">
                <a:solidFill>
                  <a:srgbClr val="940A15"/>
                </a:solidFill>
                <a:latin typeface="Montserrat"/>
                <a:ea typeface="Montserrat"/>
                <a:cs typeface="Montserrat"/>
                <a:sym typeface="Montserrat"/>
              </a:rPr>
              <a:t>Borrowed</a:t>
            </a:r>
            <a:r>
              <a:rPr b="1" lang="en" sz="2600">
                <a:solidFill>
                  <a:srgbClr val="940A15"/>
                </a:solidFill>
                <a:latin typeface="Montserrat"/>
                <a:ea typeface="Montserrat"/>
                <a:cs typeface="Montserrat"/>
                <a:sym typeface="Montserrat"/>
              </a:rPr>
              <a:t> from Nature</a:t>
            </a:r>
            <a:endParaRPr b="1" i="0" sz="2600" u="none" cap="none" strike="noStrike">
              <a:solidFill>
                <a:srgbClr val="940A15"/>
              </a:solidFill>
              <a:latin typeface="Montserrat"/>
              <a:ea typeface="Montserrat"/>
              <a:cs typeface="Montserrat"/>
              <a:sym typeface="Montserrat"/>
            </a:endParaRPr>
          </a:p>
        </p:txBody>
      </p:sp>
      <p:sp>
        <p:nvSpPr>
          <p:cNvPr id="449" name="Google Shape;449;p2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50" name="Google Shape;450;p26"/>
          <p:cNvSpPr txBox="1"/>
          <p:nvPr/>
        </p:nvSpPr>
        <p:spPr>
          <a:xfrm>
            <a:off x="462775" y="721400"/>
            <a:ext cx="8064000" cy="3695100"/>
          </a:xfrm>
          <a:prstGeom prst="rect">
            <a:avLst/>
          </a:prstGeom>
          <a:noFill/>
          <a:ln>
            <a:noFill/>
          </a:ln>
        </p:spPr>
        <p:txBody>
          <a:bodyPr anchorCtr="0" anchor="t" bIns="91425" lIns="91425" spcFirstLastPara="1" rIns="91425" wrap="square" tIns="91425">
            <a:normAutofit lnSpcReduction="10000"/>
          </a:bodyPr>
          <a:lstStyle/>
          <a:p>
            <a:pPr indent="-317500" lvl="0" marL="457200" rtl="0" algn="l">
              <a:lnSpc>
                <a:spcPct val="115000"/>
              </a:lnSpc>
              <a:spcBef>
                <a:spcPts val="12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In nature, evolution helps populations of organisms adapt to their environment over time</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GA mimics this process to evolve better solutions to problems</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Each organism has a genome (a string of DNA) that encodes its characteristics</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O</a:t>
            </a:r>
            <a:r>
              <a:rPr lang="en">
                <a:solidFill>
                  <a:schemeClr val="dk2"/>
                </a:solidFill>
                <a:latin typeface="Montserrat Medium"/>
                <a:ea typeface="Montserrat Medium"/>
                <a:cs typeface="Montserrat Medium"/>
                <a:sym typeface="Montserrat Medium"/>
              </a:rPr>
              <a:t>rganisms that are better suited to the environment are more likely to survive and reproduce (survival of the fittest)</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In problem solving, fitness = how good is a candidate solution</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Two organisms mix their genes to create offspring</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Genes can mutate randomly—this introduces new traits that might be beneficial</a:t>
            </a:r>
            <a:endParaRPr>
              <a:solidFill>
                <a:schemeClr val="dk2"/>
              </a:solidFill>
              <a:latin typeface="Montserrat Medium"/>
              <a:ea typeface="Montserrat Medium"/>
              <a:cs typeface="Montserrat Medium"/>
              <a:sym typeface="Montserrat Medium"/>
            </a:endParaRPr>
          </a:p>
          <a:p>
            <a:pPr indent="-317500" lvl="1" marL="914400" rtl="0" algn="l">
              <a:lnSpc>
                <a:spcPct val="11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Can be a way to escape the local maxima/minima</a:t>
            </a:r>
            <a:endParaRPr>
              <a:solidFill>
                <a:schemeClr val="dk2"/>
              </a:solidFill>
              <a:latin typeface="Montserrat Medium"/>
              <a:ea typeface="Montserrat Medium"/>
              <a:cs typeface="Montserrat Medium"/>
              <a:sym typeface="Montserrat Medium"/>
            </a:endParaRPr>
          </a:p>
          <a:p>
            <a:pPr indent="-317500" lvl="0" marL="457200" rtl="0" algn="l">
              <a:lnSpc>
                <a:spcPct val="115000"/>
              </a:lnSpc>
              <a:spcBef>
                <a:spcPts val="1200"/>
              </a:spcBef>
              <a:spcAft>
                <a:spcPts val="100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Over generations, the population becomes better adapted</a:t>
            </a:r>
            <a:endParaRPr>
              <a:solidFill>
                <a:schemeClr val="dk2"/>
              </a:solidFill>
              <a:latin typeface="Montserrat Medium"/>
              <a:ea typeface="Montserrat Medium"/>
              <a:cs typeface="Montserrat Medium"/>
              <a:sym typeface="Montserrat Medium"/>
            </a:endParaRPr>
          </a:p>
        </p:txBody>
      </p:sp>
      <p:sp>
        <p:nvSpPr>
          <p:cNvPr id="451" name="Google Shape;451;p2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52" name="Google Shape;452;p26"/>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cxnSp>
        <p:nvCxnSpPr>
          <p:cNvPr id="457" name="Google Shape;457;p2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58" name="Google Shape;458;p2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59" name="Google Shape;459;p2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60" name="Google Shape;460;p2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1" name="Google Shape;461;p2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62" name="Google Shape;462;p2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0/1 Knapsack</a:t>
            </a:r>
            <a:endParaRPr b="1" i="0" sz="2600" u="none" cap="none" strike="noStrike">
              <a:solidFill>
                <a:srgbClr val="940A15"/>
              </a:solidFill>
              <a:latin typeface="Montserrat"/>
              <a:ea typeface="Montserrat"/>
              <a:cs typeface="Montserrat"/>
              <a:sym typeface="Montserrat"/>
            </a:endParaRPr>
          </a:p>
        </p:txBody>
      </p:sp>
      <p:sp>
        <p:nvSpPr>
          <p:cNvPr id="463" name="Google Shape;463;p2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64" name="Google Shape;464;p27"/>
          <p:cNvSpPr txBox="1"/>
          <p:nvPr/>
        </p:nvSpPr>
        <p:spPr>
          <a:xfrm>
            <a:off x="719825" y="873800"/>
            <a:ext cx="7806900" cy="3695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700">
                <a:solidFill>
                  <a:schemeClr val="dk2"/>
                </a:solidFill>
                <a:latin typeface="Montserrat Medium"/>
                <a:ea typeface="Montserrat Medium"/>
                <a:cs typeface="Montserrat Medium"/>
                <a:sym typeface="Montserrat Medium"/>
              </a:rPr>
              <a:t>Based on the information below try to maximize the value of the 0/1 knapsack problem when the size of your knapsack is </a:t>
            </a:r>
            <a:r>
              <a:rPr b="1" lang="en" sz="1700">
                <a:solidFill>
                  <a:schemeClr val="dk2"/>
                </a:solidFill>
                <a:latin typeface="Montserrat"/>
                <a:ea typeface="Montserrat"/>
                <a:cs typeface="Montserrat"/>
                <a:sym typeface="Montserrat"/>
              </a:rPr>
              <a:t>12Kg</a:t>
            </a:r>
            <a:endParaRPr b="1" sz="1700">
              <a:solidFill>
                <a:schemeClr val="dk2"/>
              </a:solidFill>
              <a:latin typeface="Montserrat"/>
              <a:ea typeface="Montserrat"/>
              <a:cs typeface="Montserrat"/>
              <a:sym typeface="Montserrat"/>
            </a:endParaRPr>
          </a:p>
          <a:p>
            <a:pPr indent="0" lvl="0" marL="0" rtl="0" algn="l">
              <a:lnSpc>
                <a:spcPct val="115000"/>
              </a:lnSpc>
              <a:spcBef>
                <a:spcPts val="1200"/>
              </a:spcBef>
              <a:spcAft>
                <a:spcPts val="1200"/>
              </a:spcAft>
              <a:buClr>
                <a:srgbClr val="000000"/>
              </a:buClr>
              <a:buSzPts val="1100"/>
              <a:buFont typeface="Arial"/>
              <a:buNone/>
            </a:pPr>
            <a:r>
              <a:rPr lang="en" sz="1800">
                <a:solidFill>
                  <a:srgbClr val="434343"/>
                </a:solidFill>
                <a:latin typeface="Roboto"/>
                <a:ea typeface="Roboto"/>
                <a:cs typeface="Roboto"/>
                <a:sym typeface="Roboto"/>
              </a:rPr>
              <a:t> </a:t>
            </a:r>
            <a:endParaRPr sz="1800">
              <a:solidFill>
                <a:srgbClr val="434343"/>
              </a:solidFill>
              <a:latin typeface="Roboto"/>
              <a:ea typeface="Roboto"/>
              <a:cs typeface="Roboto"/>
              <a:sym typeface="Roboto"/>
            </a:endParaRPr>
          </a:p>
        </p:txBody>
      </p:sp>
      <p:graphicFrame>
        <p:nvGraphicFramePr>
          <p:cNvPr id="465" name="Google Shape;465;p27"/>
          <p:cNvGraphicFramePr/>
          <p:nvPr/>
        </p:nvGraphicFramePr>
        <p:xfrm>
          <a:off x="2962750" y="2132225"/>
          <a:ext cx="3000000" cy="3000000"/>
        </p:xfrm>
        <a:graphic>
          <a:graphicData uri="http://schemas.openxmlformats.org/drawingml/2006/table">
            <a:tbl>
              <a:tblPr>
                <a:noFill/>
                <a:tableStyleId>{F90C50C9-0091-44A6-A77D-DC54E6E23B45}</a:tableStyleId>
              </a:tblPr>
              <a:tblGrid>
                <a:gridCol w="1243650"/>
                <a:gridCol w="1243650"/>
                <a:gridCol w="1243650"/>
              </a:tblGrid>
              <a:tr h="403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Item</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Weight</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Value</a:t>
                      </a:r>
                      <a:endParaRPr sz="1400" u="none" cap="none" strike="noStrike">
                        <a:latin typeface="Montserrat Medium"/>
                        <a:ea typeface="Montserrat Medium"/>
                        <a:cs typeface="Montserrat Medium"/>
                        <a:sym typeface="Montserrat Medium"/>
                      </a:endParaRPr>
                    </a:p>
                  </a:txBody>
                  <a:tcPr marT="91425" marB="91425" marR="91425" marL="91425"/>
                </a:tc>
              </a:tr>
              <a:tr h="403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A</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5 Kg</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$12</a:t>
                      </a:r>
                      <a:endParaRPr sz="1400" u="none" cap="none" strike="noStrike">
                        <a:latin typeface="Montserrat Medium"/>
                        <a:ea typeface="Montserrat Medium"/>
                        <a:cs typeface="Montserrat Medium"/>
                        <a:sym typeface="Montserrat Medium"/>
                      </a:endParaRPr>
                    </a:p>
                  </a:txBody>
                  <a:tcPr marT="91425" marB="91425" marR="91425" marL="91425"/>
                </a:tc>
              </a:tr>
              <a:tr h="403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B</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3 Kg</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$5</a:t>
                      </a:r>
                      <a:endParaRPr sz="1400" u="none" cap="none" strike="noStrike">
                        <a:latin typeface="Montserrat Medium"/>
                        <a:ea typeface="Montserrat Medium"/>
                        <a:cs typeface="Montserrat Medium"/>
                        <a:sym typeface="Montserrat Medium"/>
                      </a:endParaRPr>
                    </a:p>
                  </a:txBody>
                  <a:tcPr marT="91425" marB="91425" marR="91425" marL="91425"/>
                </a:tc>
              </a:tr>
              <a:tr h="403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C</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7 Kg</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$10</a:t>
                      </a:r>
                      <a:endParaRPr sz="1400" u="none" cap="none" strike="noStrike">
                        <a:latin typeface="Montserrat Medium"/>
                        <a:ea typeface="Montserrat Medium"/>
                        <a:cs typeface="Montserrat Medium"/>
                        <a:sym typeface="Montserrat Medium"/>
                      </a:endParaRPr>
                    </a:p>
                  </a:txBody>
                  <a:tcPr marT="91425" marB="91425" marR="91425" marL="91425"/>
                </a:tc>
              </a:tr>
              <a:tr h="403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D</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2 Kg</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$7</a:t>
                      </a:r>
                      <a:endParaRPr sz="1400" u="none" cap="none" strike="noStrike">
                        <a:latin typeface="Montserrat Medium"/>
                        <a:ea typeface="Montserrat Medium"/>
                        <a:cs typeface="Montserrat Medium"/>
                        <a:sym typeface="Montserrat Medium"/>
                      </a:endParaRPr>
                    </a:p>
                  </a:txBody>
                  <a:tcPr marT="91425" marB="91425" marR="91425" marL="91425"/>
                </a:tc>
              </a:tr>
            </a:tbl>
          </a:graphicData>
        </a:graphic>
      </p:graphicFrame>
      <p:sp>
        <p:nvSpPr>
          <p:cNvPr id="466" name="Google Shape;466;p2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67" name="Google Shape;467;p27"/>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cxnSp>
        <p:nvCxnSpPr>
          <p:cNvPr id="472" name="Google Shape;472;p2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73" name="Google Shape;473;p2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74" name="Google Shape;474;p2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75" name="Google Shape;475;p2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6" name="Google Shape;476;p2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77" name="Google Shape;477;p2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0/1 Knapsack</a:t>
            </a:r>
            <a:endParaRPr b="1" i="0" sz="2600" u="none" cap="none" strike="noStrike">
              <a:solidFill>
                <a:srgbClr val="940A15"/>
              </a:solidFill>
              <a:latin typeface="Montserrat"/>
              <a:ea typeface="Montserrat"/>
              <a:cs typeface="Montserrat"/>
              <a:sym typeface="Montserrat"/>
            </a:endParaRPr>
          </a:p>
        </p:txBody>
      </p:sp>
      <p:sp>
        <p:nvSpPr>
          <p:cNvPr id="478" name="Google Shape;478;p2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79" name="Google Shape;479;p2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80" name="Google Shape;480;p28"/>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81" name="Google Shape;481;p28"/>
          <p:cNvSpPr txBox="1"/>
          <p:nvPr/>
        </p:nvSpPr>
        <p:spPr>
          <a:xfrm>
            <a:off x="536600" y="758100"/>
            <a:ext cx="7944300" cy="39405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None/>
            </a:pPr>
            <a:r>
              <a:rPr b="1" lang="en" sz="1800">
                <a:solidFill>
                  <a:srgbClr val="434343"/>
                </a:solidFill>
                <a:latin typeface="Montserrat"/>
                <a:ea typeface="Montserrat"/>
                <a:cs typeface="Montserrat"/>
                <a:sym typeface="Montserrat"/>
              </a:rPr>
              <a:t>Step 1: Generate Initial Population (Encoding).</a:t>
            </a:r>
            <a:endParaRPr b="1" sz="1800">
              <a:solidFill>
                <a:srgbClr val="434343"/>
              </a:solidFill>
              <a:latin typeface="Montserrat"/>
              <a:ea typeface="Montserrat"/>
              <a:cs typeface="Montserrat"/>
              <a:sym typeface="Montserrat"/>
            </a:endParaRPr>
          </a:p>
          <a:p>
            <a:pPr indent="0" lvl="0" marL="0" rtl="0" algn="l">
              <a:lnSpc>
                <a:spcPct val="115000"/>
              </a:lnSpc>
              <a:spcBef>
                <a:spcPts val="1200"/>
              </a:spcBef>
              <a:spcAft>
                <a:spcPts val="0"/>
              </a:spcAft>
              <a:buNone/>
            </a:pPr>
            <a:r>
              <a:rPr lang="en" sz="1500">
                <a:solidFill>
                  <a:srgbClr val="434343"/>
                </a:solidFill>
                <a:latin typeface="Montserrat Medium"/>
                <a:ea typeface="Montserrat Medium"/>
                <a:cs typeface="Montserrat Medium"/>
                <a:sym typeface="Montserrat Medium"/>
              </a:rPr>
              <a:t>Randomly generate 4-bit strings (chromosome), where each bit represents whether the item is chosen (1) or not (0)</a:t>
            </a:r>
            <a:endParaRPr sz="1500">
              <a:solidFill>
                <a:srgbClr val="434343"/>
              </a:solidFill>
              <a:latin typeface="Montserrat Medium"/>
              <a:ea typeface="Montserrat Medium"/>
              <a:cs typeface="Montserrat Medium"/>
              <a:sym typeface="Montserrat Medium"/>
            </a:endParaRPr>
          </a:p>
          <a:p>
            <a:pPr indent="-309563" lvl="0" marL="457200" rtl="0" algn="l">
              <a:lnSpc>
                <a:spcPct val="115000"/>
              </a:lnSpc>
              <a:spcBef>
                <a:spcPts val="1200"/>
              </a:spcBef>
              <a:spcAft>
                <a:spcPts val="0"/>
              </a:spcAft>
              <a:buClr>
                <a:srgbClr val="434343"/>
              </a:buClr>
              <a:buSzPct val="100000"/>
              <a:buFont typeface="Montserrat Medium"/>
              <a:buChar char="●"/>
            </a:pPr>
            <a:r>
              <a:rPr lang="en" sz="1500">
                <a:solidFill>
                  <a:srgbClr val="434343"/>
                </a:solidFill>
                <a:latin typeface="Montserrat Medium"/>
                <a:ea typeface="Montserrat Medium"/>
                <a:cs typeface="Montserrat Medium"/>
                <a:sym typeface="Montserrat Medium"/>
              </a:rPr>
              <a:t>0 1 1 0 -&gt; B and C chosen</a:t>
            </a:r>
            <a:endParaRPr sz="1500">
              <a:solidFill>
                <a:srgbClr val="434343"/>
              </a:solidFill>
              <a:latin typeface="Montserrat Medium"/>
              <a:ea typeface="Montserrat Medium"/>
              <a:cs typeface="Montserrat Medium"/>
              <a:sym typeface="Montserrat Medium"/>
            </a:endParaRPr>
          </a:p>
          <a:p>
            <a:pPr indent="-309563" lvl="0" marL="457200" rtl="0" algn="l">
              <a:lnSpc>
                <a:spcPct val="115000"/>
              </a:lnSpc>
              <a:spcBef>
                <a:spcPts val="1000"/>
              </a:spcBef>
              <a:spcAft>
                <a:spcPts val="0"/>
              </a:spcAft>
              <a:buClr>
                <a:srgbClr val="434343"/>
              </a:buClr>
              <a:buSzPct val="100000"/>
              <a:buFont typeface="Montserrat Medium"/>
              <a:buChar char="●"/>
            </a:pPr>
            <a:r>
              <a:rPr lang="en" sz="1500">
                <a:solidFill>
                  <a:srgbClr val="434343"/>
                </a:solidFill>
                <a:latin typeface="Montserrat Medium"/>
                <a:ea typeface="Montserrat Medium"/>
                <a:cs typeface="Montserrat Medium"/>
                <a:sym typeface="Montserrat Medium"/>
              </a:rPr>
              <a:t>1 0 0 0 -&gt; A chosen</a:t>
            </a:r>
            <a:endParaRPr sz="1500">
              <a:solidFill>
                <a:srgbClr val="434343"/>
              </a:solidFill>
              <a:latin typeface="Montserrat Medium"/>
              <a:ea typeface="Montserrat Medium"/>
              <a:cs typeface="Montserrat Medium"/>
              <a:sym typeface="Montserrat Medium"/>
            </a:endParaRPr>
          </a:p>
          <a:p>
            <a:pPr indent="-309563" lvl="0" marL="457200" rtl="0" algn="l">
              <a:lnSpc>
                <a:spcPct val="115000"/>
              </a:lnSpc>
              <a:spcBef>
                <a:spcPts val="1000"/>
              </a:spcBef>
              <a:spcAft>
                <a:spcPts val="0"/>
              </a:spcAft>
              <a:buClr>
                <a:srgbClr val="434343"/>
              </a:buClr>
              <a:buSzPct val="100000"/>
              <a:buFont typeface="Montserrat Medium"/>
              <a:buChar char="●"/>
            </a:pPr>
            <a:r>
              <a:rPr lang="en" sz="1500">
                <a:solidFill>
                  <a:srgbClr val="434343"/>
                </a:solidFill>
                <a:latin typeface="Montserrat Medium"/>
                <a:ea typeface="Montserrat Medium"/>
                <a:cs typeface="Montserrat Medium"/>
                <a:sym typeface="Montserrat Medium"/>
              </a:rPr>
              <a:t>1 1 1 1 -&gt; A, B, C, D chosen</a:t>
            </a:r>
            <a:endParaRPr sz="1500">
              <a:solidFill>
                <a:srgbClr val="434343"/>
              </a:solidFill>
              <a:latin typeface="Montserrat Medium"/>
              <a:ea typeface="Montserrat Medium"/>
              <a:cs typeface="Montserrat Medium"/>
              <a:sym typeface="Montserrat Medium"/>
            </a:endParaRPr>
          </a:p>
          <a:p>
            <a:pPr indent="-309563" lvl="0" marL="457200" rtl="0" algn="l">
              <a:lnSpc>
                <a:spcPct val="115000"/>
              </a:lnSpc>
              <a:spcBef>
                <a:spcPts val="1200"/>
              </a:spcBef>
              <a:spcAft>
                <a:spcPts val="0"/>
              </a:spcAft>
              <a:buClr>
                <a:srgbClr val="434343"/>
              </a:buClr>
              <a:buSzPct val="100000"/>
              <a:buFont typeface="Montserrat Medium"/>
              <a:buChar char="●"/>
            </a:pPr>
            <a:r>
              <a:rPr lang="en" sz="1500">
                <a:solidFill>
                  <a:srgbClr val="434343"/>
                </a:solidFill>
                <a:latin typeface="Montserrat Medium"/>
                <a:ea typeface="Montserrat Medium"/>
                <a:cs typeface="Montserrat Medium"/>
                <a:sym typeface="Montserrat Medium"/>
              </a:rPr>
              <a:t>0 0 1 1 -&gt; C and D chosen</a:t>
            </a:r>
            <a:endParaRPr sz="1500">
              <a:solidFill>
                <a:srgbClr val="434343"/>
              </a:solidFill>
              <a:latin typeface="Montserrat Medium"/>
              <a:ea typeface="Montserrat Medium"/>
              <a:cs typeface="Montserrat Medium"/>
              <a:sym typeface="Montserrat Medium"/>
            </a:endParaRPr>
          </a:p>
          <a:p>
            <a:pPr indent="0" lvl="0" marL="0" rtl="0" algn="l">
              <a:lnSpc>
                <a:spcPct val="115000"/>
              </a:lnSpc>
              <a:spcBef>
                <a:spcPts val="1200"/>
              </a:spcBef>
              <a:spcAft>
                <a:spcPts val="0"/>
              </a:spcAft>
              <a:buNone/>
            </a:pPr>
            <a:r>
              <a:rPr b="1" lang="en" sz="1800">
                <a:solidFill>
                  <a:srgbClr val="434343"/>
                </a:solidFill>
                <a:latin typeface="Montserrat"/>
                <a:ea typeface="Montserrat"/>
                <a:cs typeface="Montserrat"/>
                <a:sym typeface="Montserrat"/>
              </a:rPr>
              <a:t>Step 2: Calculate fitness score.</a:t>
            </a:r>
            <a:endParaRPr b="1" sz="1800">
              <a:solidFill>
                <a:srgbClr val="434343"/>
              </a:solidFill>
              <a:latin typeface="Montserrat"/>
              <a:ea typeface="Montserrat"/>
              <a:cs typeface="Montserrat"/>
              <a:sym typeface="Montserrat"/>
            </a:endParaRPr>
          </a:p>
          <a:p>
            <a:pPr indent="-309563" lvl="0" marL="457200" rtl="0" algn="l">
              <a:lnSpc>
                <a:spcPct val="115000"/>
              </a:lnSpc>
              <a:spcBef>
                <a:spcPts val="1200"/>
              </a:spcBef>
              <a:spcAft>
                <a:spcPts val="0"/>
              </a:spcAft>
              <a:buClr>
                <a:srgbClr val="434343"/>
              </a:buClr>
              <a:buSzPct val="100000"/>
              <a:buFont typeface="Montserrat Medium"/>
              <a:buChar char="●"/>
            </a:pPr>
            <a:r>
              <a:rPr lang="en" sz="1500">
                <a:solidFill>
                  <a:srgbClr val="434343"/>
                </a:solidFill>
                <a:latin typeface="Montserrat Medium"/>
                <a:ea typeface="Montserrat Medium"/>
                <a:cs typeface="Montserrat Medium"/>
                <a:sym typeface="Montserrat Medium"/>
              </a:rPr>
              <a:t>0 1 1 0 -&gt; 10 Kg - $15</a:t>
            </a:r>
            <a:endParaRPr sz="1500">
              <a:solidFill>
                <a:srgbClr val="434343"/>
              </a:solidFill>
              <a:latin typeface="Montserrat Medium"/>
              <a:ea typeface="Montserrat Medium"/>
              <a:cs typeface="Montserrat Medium"/>
              <a:sym typeface="Montserrat Medium"/>
            </a:endParaRPr>
          </a:p>
          <a:p>
            <a:pPr indent="-309563" lvl="0" marL="457200" rtl="0" algn="l">
              <a:lnSpc>
                <a:spcPct val="115000"/>
              </a:lnSpc>
              <a:spcBef>
                <a:spcPts val="1000"/>
              </a:spcBef>
              <a:spcAft>
                <a:spcPts val="0"/>
              </a:spcAft>
              <a:buClr>
                <a:srgbClr val="434343"/>
              </a:buClr>
              <a:buSzPct val="100000"/>
              <a:buFont typeface="Montserrat Medium"/>
              <a:buChar char="●"/>
            </a:pPr>
            <a:r>
              <a:rPr lang="en" sz="1500">
                <a:solidFill>
                  <a:srgbClr val="434343"/>
                </a:solidFill>
                <a:latin typeface="Montserrat Medium"/>
                <a:ea typeface="Montserrat Medium"/>
                <a:cs typeface="Montserrat Medium"/>
                <a:sym typeface="Montserrat Medium"/>
              </a:rPr>
              <a:t>1 0 0 0 -&gt; 5 Kg - $12</a:t>
            </a:r>
            <a:endParaRPr sz="1500">
              <a:solidFill>
                <a:srgbClr val="434343"/>
              </a:solidFill>
              <a:latin typeface="Montserrat Medium"/>
              <a:ea typeface="Montserrat Medium"/>
              <a:cs typeface="Montserrat Medium"/>
              <a:sym typeface="Montserrat Medium"/>
            </a:endParaRPr>
          </a:p>
          <a:p>
            <a:pPr indent="-309563" lvl="0" marL="457200" rtl="0" algn="l">
              <a:lnSpc>
                <a:spcPct val="115000"/>
              </a:lnSpc>
              <a:spcBef>
                <a:spcPts val="1000"/>
              </a:spcBef>
              <a:spcAft>
                <a:spcPts val="0"/>
              </a:spcAft>
              <a:buClr>
                <a:srgbClr val="434343"/>
              </a:buClr>
              <a:buSzPct val="100000"/>
              <a:buFont typeface="Montserrat Medium"/>
              <a:buChar char="●"/>
            </a:pPr>
            <a:r>
              <a:rPr lang="en" sz="1500">
                <a:solidFill>
                  <a:srgbClr val="434343"/>
                </a:solidFill>
                <a:latin typeface="Montserrat Medium"/>
                <a:ea typeface="Montserrat Medium"/>
                <a:cs typeface="Montserrat Medium"/>
                <a:sym typeface="Montserrat Medium"/>
              </a:rPr>
              <a:t>1 1 1 1 -&gt; 17 Kg - $34	              </a:t>
            </a:r>
            <a:endParaRPr sz="1500">
              <a:solidFill>
                <a:srgbClr val="434343"/>
              </a:solidFill>
              <a:latin typeface="Montserrat Medium"/>
              <a:ea typeface="Montserrat Medium"/>
              <a:cs typeface="Montserrat Medium"/>
              <a:sym typeface="Montserrat Medium"/>
            </a:endParaRPr>
          </a:p>
          <a:p>
            <a:pPr indent="-309563" lvl="0" marL="457200" rtl="0" algn="l">
              <a:lnSpc>
                <a:spcPct val="115000"/>
              </a:lnSpc>
              <a:spcBef>
                <a:spcPts val="1200"/>
              </a:spcBef>
              <a:spcAft>
                <a:spcPts val="1000"/>
              </a:spcAft>
              <a:buClr>
                <a:srgbClr val="434343"/>
              </a:buClr>
              <a:buSzPct val="100000"/>
              <a:buFont typeface="Montserrat Medium"/>
              <a:buChar char="●"/>
            </a:pPr>
            <a:r>
              <a:rPr lang="en" sz="1500">
                <a:solidFill>
                  <a:srgbClr val="434343"/>
                </a:solidFill>
                <a:latin typeface="Montserrat Medium"/>
                <a:ea typeface="Montserrat Medium"/>
                <a:cs typeface="Montserrat Medium"/>
                <a:sym typeface="Montserrat Medium"/>
              </a:rPr>
              <a:t>0 0 1 1 -&gt; 9 Kg - $17</a:t>
            </a:r>
            <a:endParaRPr sz="1500">
              <a:solidFill>
                <a:srgbClr val="434343"/>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cxnSp>
        <p:nvCxnSpPr>
          <p:cNvPr id="486" name="Google Shape;486;p2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87" name="Google Shape;487;p2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88" name="Google Shape;488;p2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89" name="Google Shape;489;p2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0" name="Google Shape;490;p2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91" name="Google Shape;491;p2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0/1 Knapsack</a:t>
            </a:r>
            <a:endParaRPr b="1" i="0" sz="2600" u="none" cap="none" strike="noStrike">
              <a:solidFill>
                <a:srgbClr val="940A15"/>
              </a:solidFill>
              <a:latin typeface="Montserrat"/>
              <a:ea typeface="Montserrat"/>
              <a:cs typeface="Montserrat"/>
              <a:sym typeface="Montserrat"/>
            </a:endParaRPr>
          </a:p>
        </p:txBody>
      </p:sp>
      <p:sp>
        <p:nvSpPr>
          <p:cNvPr id="492" name="Google Shape;492;p2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93" name="Google Shape;493;p2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94" name="Google Shape;494;p29"/>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495" name="Google Shape;495;p29"/>
          <p:cNvSpPr txBox="1"/>
          <p:nvPr/>
        </p:nvSpPr>
        <p:spPr>
          <a:xfrm>
            <a:off x="311700" y="749850"/>
            <a:ext cx="8520600" cy="507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1800">
                <a:solidFill>
                  <a:schemeClr val="dk2"/>
                </a:solidFill>
                <a:latin typeface="Montserrat"/>
                <a:ea typeface="Montserrat"/>
                <a:cs typeface="Montserrat"/>
                <a:sym typeface="Montserrat"/>
              </a:rPr>
              <a:t> </a:t>
            </a:r>
            <a:r>
              <a:rPr b="1" lang="en" sz="1800">
                <a:solidFill>
                  <a:schemeClr val="dk2"/>
                </a:solidFill>
                <a:latin typeface="Montserrat"/>
                <a:ea typeface="Montserrat"/>
                <a:cs typeface="Montserrat"/>
                <a:sym typeface="Montserrat"/>
              </a:rPr>
              <a:t>Step 3: Select Parents (Natural selection).</a:t>
            </a:r>
            <a:endParaRPr b="1" sz="1800">
              <a:solidFill>
                <a:schemeClr val="dk2"/>
              </a:solidFill>
              <a:latin typeface="Montserrat"/>
              <a:ea typeface="Montserrat"/>
              <a:cs typeface="Montserrat"/>
              <a:sym typeface="Montserrat"/>
            </a:endParaRPr>
          </a:p>
        </p:txBody>
      </p:sp>
      <p:sp>
        <p:nvSpPr>
          <p:cNvPr id="496" name="Google Shape;496;p29"/>
          <p:cNvSpPr txBox="1"/>
          <p:nvPr/>
        </p:nvSpPr>
        <p:spPr>
          <a:xfrm>
            <a:off x="2758950" y="1109225"/>
            <a:ext cx="3424500" cy="507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000000"/>
                </a:solidFill>
                <a:latin typeface="Montserrat Medium"/>
                <a:ea typeface="Montserrat Medium"/>
                <a:cs typeface="Montserrat Medium"/>
                <a:sym typeface="Montserrat Medium"/>
              </a:rPr>
              <a:t>p</a:t>
            </a:r>
            <a:r>
              <a:rPr baseline="-25000" i="0" lang="en" sz="2100" u="none" cap="none" strike="noStrike">
                <a:solidFill>
                  <a:srgbClr val="000000"/>
                </a:solidFill>
                <a:latin typeface="Montserrat Medium"/>
                <a:ea typeface="Montserrat Medium"/>
                <a:cs typeface="Montserrat Medium"/>
                <a:sym typeface="Montserrat Medium"/>
              </a:rPr>
              <a:t>i </a:t>
            </a:r>
            <a:r>
              <a:rPr i="0" lang="en" sz="2100" u="none" cap="none" strike="noStrike">
                <a:solidFill>
                  <a:srgbClr val="000000"/>
                </a:solidFill>
                <a:latin typeface="Montserrat Medium"/>
                <a:ea typeface="Montserrat Medium"/>
                <a:cs typeface="Montserrat Medium"/>
                <a:sym typeface="Montserrat Medium"/>
              </a:rPr>
              <a:t>  = f</a:t>
            </a:r>
            <a:r>
              <a:rPr baseline="-25000" i="0" lang="en" sz="2100" u="none" cap="none" strike="noStrike">
                <a:solidFill>
                  <a:srgbClr val="000000"/>
                </a:solidFill>
                <a:latin typeface="Montserrat Medium"/>
                <a:ea typeface="Montserrat Medium"/>
                <a:cs typeface="Montserrat Medium"/>
                <a:sym typeface="Montserrat Medium"/>
              </a:rPr>
              <a:t>i </a:t>
            </a:r>
            <a:r>
              <a:rPr i="0" lang="en" sz="2100" u="none" cap="none" strike="noStrike">
                <a:solidFill>
                  <a:srgbClr val="000000"/>
                </a:solidFill>
                <a:latin typeface="Montserrat Medium"/>
                <a:ea typeface="Montserrat Medium"/>
                <a:cs typeface="Montserrat Medium"/>
                <a:sym typeface="Montserrat Medium"/>
              </a:rPr>
              <a:t>/ ∑</a:t>
            </a:r>
            <a:r>
              <a:rPr baseline="-25000" i="0" lang="en" sz="2100" u="none" cap="none" strike="noStrike">
                <a:solidFill>
                  <a:srgbClr val="000000"/>
                </a:solidFill>
                <a:latin typeface="Montserrat Medium"/>
                <a:ea typeface="Montserrat Medium"/>
                <a:cs typeface="Montserrat Medium"/>
                <a:sym typeface="Montserrat Medium"/>
              </a:rPr>
              <a:t>i</a:t>
            </a:r>
            <a:r>
              <a:rPr i="0" lang="en" sz="2100" u="none" cap="none" strike="noStrike">
                <a:solidFill>
                  <a:srgbClr val="000000"/>
                </a:solidFill>
                <a:latin typeface="Montserrat Medium"/>
                <a:ea typeface="Montserrat Medium"/>
                <a:cs typeface="Montserrat Medium"/>
                <a:sym typeface="Montserrat Medium"/>
              </a:rPr>
              <a:t> f</a:t>
            </a:r>
            <a:r>
              <a:rPr baseline="-25000" i="0" lang="en" sz="2100" u="none" cap="none" strike="noStrike">
                <a:solidFill>
                  <a:srgbClr val="000000"/>
                </a:solidFill>
                <a:latin typeface="Montserrat Medium"/>
                <a:ea typeface="Montserrat Medium"/>
                <a:cs typeface="Montserrat Medium"/>
                <a:sym typeface="Montserrat Medium"/>
              </a:rPr>
              <a:t>i</a:t>
            </a:r>
            <a:r>
              <a:rPr i="0" lang="en" sz="2100" u="none" cap="none" strike="noStrike">
                <a:solidFill>
                  <a:srgbClr val="000000"/>
                </a:solidFill>
                <a:latin typeface="Montserrat Medium"/>
                <a:ea typeface="Montserrat Medium"/>
                <a:cs typeface="Montserrat Medium"/>
                <a:sym typeface="Montserrat Medium"/>
              </a:rPr>
              <a:t> </a:t>
            </a:r>
            <a:r>
              <a:rPr baseline="-25000" i="0" lang="en" sz="2100" u="none" cap="none" strike="noStrike">
                <a:solidFill>
                  <a:srgbClr val="000000"/>
                </a:solidFill>
                <a:latin typeface="Montserrat Medium"/>
                <a:ea typeface="Montserrat Medium"/>
                <a:cs typeface="Montserrat Medium"/>
                <a:sym typeface="Montserrat Medium"/>
              </a:rPr>
              <a:t>   </a:t>
            </a:r>
            <a:r>
              <a:rPr i="0" lang="en" sz="1800" u="none" cap="none" strike="noStrike">
                <a:solidFill>
                  <a:srgbClr val="434343"/>
                </a:solidFill>
                <a:latin typeface="Montserrat Medium"/>
                <a:ea typeface="Montserrat Medium"/>
                <a:cs typeface="Montserrat Medium"/>
                <a:sym typeface="Montserrat Medium"/>
              </a:rPr>
              <a:t>for i =1,2,...n</a:t>
            </a:r>
            <a:endParaRPr baseline="-25000" i="0" sz="2100" u="none" cap="none" strike="noStrike">
              <a:solidFill>
                <a:srgbClr val="000000"/>
              </a:solidFill>
              <a:latin typeface="Montserrat Medium"/>
              <a:ea typeface="Montserrat Medium"/>
              <a:cs typeface="Montserrat Medium"/>
              <a:sym typeface="Montserrat Medium"/>
            </a:endParaRPr>
          </a:p>
        </p:txBody>
      </p:sp>
      <p:graphicFrame>
        <p:nvGraphicFramePr>
          <p:cNvPr id="497" name="Google Shape;497;p29"/>
          <p:cNvGraphicFramePr/>
          <p:nvPr/>
        </p:nvGraphicFramePr>
        <p:xfrm>
          <a:off x="1555750" y="1825375"/>
          <a:ext cx="3000000" cy="3000000"/>
        </p:xfrm>
        <a:graphic>
          <a:graphicData uri="http://schemas.openxmlformats.org/drawingml/2006/table">
            <a:tbl>
              <a:tblPr>
                <a:noFill/>
                <a:tableStyleId>{F90C50C9-0091-44A6-A77D-DC54E6E23B45}</a:tableStyleId>
              </a:tblPr>
              <a:tblGrid>
                <a:gridCol w="1095600"/>
                <a:gridCol w="1461375"/>
                <a:gridCol w="1062525"/>
                <a:gridCol w="1206500"/>
                <a:gridCol w="120650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String No</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Chromosome</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Weight</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Fitness Score (f</a:t>
                      </a:r>
                      <a:r>
                        <a:rPr baseline="-25000" lang="en" sz="1400" u="none" cap="none" strike="noStrike">
                          <a:solidFill>
                            <a:schemeClr val="dk2"/>
                          </a:solidFill>
                          <a:latin typeface="Montserrat Medium"/>
                          <a:ea typeface="Montserrat Medium"/>
                          <a:cs typeface="Montserrat Medium"/>
                          <a:sym typeface="Montserrat Medium"/>
                        </a:rPr>
                        <a:t>i</a:t>
                      </a:r>
                      <a:r>
                        <a:rPr lang="en" sz="1400" u="none" cap="none" strike="noStrike">
                          <a:solidFill>
                            <a:schemeClr val="dk2"/>
                          </a:solidFill>
                          <a:latin typeface="Montserrat Medium"/>
                          <a:ea typeface="Montserrat Medium"/>
                          <a:cs typeface="Montserrat Medium"/>
                          <a:sym typeface="Montserrat Medium"/>
                        </a:rPr>
                        <a:t>)</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p</a:t>
                      </a:r>
                      <a:r>
                        <a:rPr baseline="-25000" lang="en" sz="1400" u="none" cap="none" strike="noStrike">
                          <a:solidFill>
                            <a:schemeClr val="dk2"/>
                          </a:solidFill>
                          <a:latin typeface="Montserrat Medium"/>
                          <a:ea typeface="Montserrat Medium"/>
                          <a:cs typeface="Montserrat Medium"/>
                          <a:sym typeface="Montserrat Medium"/>
                        </a:rPr>
                        <a:t>i</a:t>
                      </a:r>
                      <a:endParaRPr baseline="-25000" sz="1400" u="none" cap="none" strike="noStrike">
                        <a:solidFill>
                          <a:schemeClr val="dk2"/>
                        </a:solidFill>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1</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800"/>
                        <a:buFont typeface="Arial"/>
                        <a:buNone/>
                      </a:pPr>
                      <a:r>
                        <a:rPr lang="en" u="none" cap="none" strike="noStrike">
                          <a:solidFill>
                            <a:schemeClr val="dk2"/>
                          </a:solidFill>
                          <a:latin typeface="Montserrat Medium"/>
                          <a:ea typeface="Montserrat Medium"/>
                          <a:cs typeface="Montserrat Medium"/>
                          <a:sym typeface="Montserrat Medium"/>
                        </a:rPr>
                        <a:t>0 1 1 0</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800"/>
                        <a:buFont typeface="Arial"/>
                        <a:buNone/>
                      </a:pPr>
                      <a:r>
                        <a:rPr lang="en" u="none" cap="none" strike="noStrike">
                          <a:solidFill>
                            <a:schemeClr val="dk2"/>
                          </a:solidFill>
                          <a:latin typeface="Montserrat Medium"/>
                          <a:ea typeface="Montserrat Medium"/>
                          <a:cs typeface="Montserrat Medium"/>
                          <a:sym typeface="Montserrat Medium"/>
                        </a:rPr>
                        <a:t>1</a:t>
                      </a:r>
                      <a:r>
                        <a:rPr lang="en">
                          <a:solidFill>
                            <a:schemeClr val="dk2"/>
                          </a:solidFill>
                          <a:latin typeface="Montserrat Medium"/>
                          <a:ea typeface="Montserrat Medium"/>
                          <a:cs typeface="Montserrat Medium"/>
                          <a:sym typeface="Montserrat Medium"/>
                        </a:rPr>
                        <a:t>0</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u="none" cap="none" strike="noStrike">
                          <a:solidFill>
                            <a:schemeClr val="dk2"/>
                          </a:solidFill>
                          <a:latin typeface="Montserrat Medium"/>
                          <a:ea typeface="Montserrat Medium"/>
                          <a:cs typeface="Montserrat Medium"/>
                          <a:sym typeface="Montserrat Medium"/>
                        </a:rPr>
                        <a:t>15</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u="none" cap="none" strike="noStrike">
                          <a:solidFill>
                            <a:schemeClr val="dk2"/>
                          </a:solidFill>
                          <a:latin typeface="Montserrat"/>
                          <a:ea typeface="Montserrat"/>
                          <a:cs typeface="Montserrat"/>
                          <a:sym typeface="Montserrat"/>
                        </a:rPr>
                        <a:t>0.3</a:t>
                      </a:r>
                      <a:r>
                        <a:rPr b="1" lang="en">
                          <a:solidFill>
                            <a:schemeClr val="dk2"/>
                          </a:solidFill>
                          <a:latin typeface="Montserrat"/>
                          <a:ea typeface="Montserrat"/>
                          <a:cs typeface="Montserrat"/>
                          <a:sym typeface="Montserrat"/>
                        </a:rPr>
                        <a:t>4</a:t>
                      </a:r>
                      <a:endParaRPr b="1" u="none" cap="none" strike="noStrike">
                        <a:solidFill>
                          <a:schemeClr val="dk2"/>
                        </a:solidFill>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2</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800"/>
                        <a:buFont typeface="Arial"/>
                        <a:buNone/>
                      </a:pPr>
                      <a:r>
                        <a:rPr lang="en" u="none" cap="none" strike="noStrike">
                          <a:solidFill>
                            <a:schemeClr val="dk2"/>
                          </a:solidFill>
                          <a:latin typeface="Montserrat Medium"/>
                          <a:ea typeface="Montserrat Medium"/>
                          <a:cs typeface="Montserrat Medium"/>
                          <a:sym typeface="Montserrat Medium"/>
                        </a:rPr>
                        <a:t>1 0 0 0</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800"/>
                        <a:buFont typeface="Arial"/>
                        <a:buNone/>
                      </a:pPr>
                      <a:r>
                        <a:rPr lang="en">
                          <a:solidFill>
                            <a:schemeClr val="dk2"/>
                          </a:solidFill>
                          <a:latin typeface="Montserrat Medium"/>
                          <a:ea typeface="Montserrat Medium"/>
                          <a:cs typeface="Montserrat Medium"/>
                          <a:sym typeface="Montserrat Medium"/>
                        </a:rPr>
                        <a:t>5</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2"/>
                          </a:solidFill>
                          <a:latin typeface="Montserrat Medium"/>
                          <a:ea typeface="Montserrat Medium"/>
                          <a:cs typeface="Montserrat Medium"/>
                          <a:sym typeface="Montserrat Medium"/>
                        </a:rPr>
                        <a:t>12</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u="none" cap="none" strike="noStrike">
                          <a:solidFill>
                            <a:schemeClr val="dk2"/>
                          </a:solidFill>
                          <a:latin typeface="Montserrat"/>
                          <a:ea typeface="Montserrat"/>
                          <a:cs typeface="Montserrat"/>
                          <a:sym typeface="Montserrat"/>
                        </a:rPr>
                        <a:t>0.</a:t>
                      </a:r>
                      <a:r>
                        <a:rPr b="1" lang="en">
                          <a:solidFill>
                            <a:schemeClr val="dk2"/>
                          </a:solidFill>
                          <a:latin typeface="Montserrat"/>
                          <a:ea typeface="Montserrat"/>
                          <a:cs typeface="Montserrat"/>
                          <a:sym typeface="Montserrat"/>
                        </a:rPr>
                        <a:t>27</a:t>
                      </a:r>
                      <a:endParaRPr b="1" u="none" cap="none" strike="noStrike">
                        <a:solidFill>
                          <a:schemeClr val="dk2"/>
                        </a:solidFill>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3</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800"/>
                        <a:buFont typeface="Arial"/>
                        <a:buNone/>
                      </a:pPr>
                      <a:r>
                        <a:rPr lang="en" u="none" cap="none" strike="noStrike">
                          <a:solidFill>
                            <a:schemeClr val="dk2"/>
                          </a:solidFill>
                          <a:latin typeface="Montserrat Medium"/>
                          <a:ea typeface="Montserrat Medium"/>
                          <a:cs typeface="Montserrat Medium"/>
                          <a:sym typeface="Montserrat Medium"/>
                        </a:rPr>
                        <a:t>1 1 1 1</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800"/>
                        <a:buFont typeface="Arial"/>
                        <a:buNone/>
                      </a:pPr>
                      <a:r>
                        <a:rPr lang="en" u="none" cap="none" strike="noStrike">
                          <a:solidFill>
                            <a:schemeClr val="dk2"/>
                          </a:solidFill>
                          <a:latin typeface="Montserrat Medium"/>
                          <a:ea typeface="Montserrat Medium"/>
                          <a:cs typeface="Montserrat Medium"/>
                          <a:sym typeface="Montserrat Medium"/>
                        </a:rPr>
                        <a:t>17</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FF0000"/>
                          </a:solidFill>
                          <a:latin typeface="Montserrat"/>
                          <a:ea typeface="Montserrat"/>
                          <a:cs typeface="Montserrat"/>
                          <a:sym typeface="Montserrat"/>
                        </a:rPr>
                        <a:t>0</a:t>
                      </a:r>
                      <a:endParaRPr b="1" u="none" cap="none" strike="noStrike">
                        <a:solidFill>
                          <a:srgbClr val="FF0000"/>
                        </a:solidFill>
                        <a:latin typeface="Montserrat"/>
                        <a:ea typeface="Montserrat"/>
                        <a:cs typeface="Montserrat"/>
                        <a:sym typeface="Montserrat"/>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a:solidFill>
                            <a:schemeClr val="dk2"/>
                          </a:solidFill>
                          <a:latin typeface="Montserrat"/>
                          <a:ea typeface="Montserrat"/>
                          <a:cs typeface="Montserrat"/>
                          <a:sym typeface="Montserrat"/>
                        </a:rPr>
                        <a:t>0.0</a:t>
                      </a:r>
                      <a:endParaRPr b="1" u="none" cap="none" strike="noStrike">
                        <a:solidFill>
                          <a:schemeClr val="dk2"/>
                        </a:solidFill>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4</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800"/>
                        <a:buFont typeface="Arial"/>
                        <a:buNone/>
                      </a:pPr>
                      <a:r>
                        <a:rPr lang="en" u="none" cap="none" strike="noStrike">
                          <a:solidFill>
                            <a:schemeClr val="dk2"/>
                          </a:solidFill>
                          <a:latin typeface="Montserrat Medium"/>
                          <a:ea typeface="Montserrat Medium"/>
                          <a:cs typeface="Montserrat Medium"/>
                          <a:sym typeface="Montserrat Medium"/>
                        </a:rPr>
                        <a:t>0 0 1 1</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800"/>
                        <a:buFont typeface="Arial"/>
                        <a:buNone/>
                      </a:pPr>
                      <a:r>
                        <a:rPr lang="en" u="none" cap="none" strike="noStrike">
                          <a:solidFill>
                            <a:schemeClr val="dk2"/>
                          </a:solidFill>
                          <a:latin typeface="Montserrat Medium"/>
                          <a:ea typeface="Montserrat Medium"/>
                          <a:cs typeface="Montserrat Medium"/>
                          <a:sym typeface="Montserrat Medium"/>
                        </a:rPr>
                        <a:t>9</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u="none" cap="none" strike="noStrike">
                          <a:solidFill>
                            <a:schemeClr val="dk2"/>
                          </a:solidFill>
                          <a:latin typeface="Montserrat Medium"/>
                          <a:ea typeface="Montserrat Medium"/>
                          <a:cs typeface="Montserrat Medium"/>
                          <a:sym typeface="Montserrat Medium"/>
                        </a:rPr>
                        <a:t>17</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u="none" cap="none" strike="noStrike">
                          <a:solidFill>
                            <a:schemeClr val="dk2"/>
                          </a:solidFill>
                          <a:latin typeface="Montserrat"/>
                          <a:ea typeface="Montserrat"/>
                          <a:cs typeface="Montserrat"/>
                          <a:sym typeface="Montserrat"/>
                        </a:rPr>
                        <a:t>0.</a:t>
                      </a:r>
                      <a:r>
                        <a:rPr b="1" lang="en">
                          <a:solidFill>
                            <a:schemeClr val="dk2"/>
                          </a:solidFill>
                          <a:latin typeface="Montserrat"/>
                          <a:ea typeface="Montserrat"/>
                          <a:cs typeface="Montserrat"/>
                          <a:sym typeface="Montserrat"/>
                        </a:rPr>
                        <a:t>39</a:t>
                      </a:r>
                      <a:endParaRPr b="1" u="none" cap="none" strike="noStrike">
                        <a:solidFill>
                          <a:schemeClr val="dk2"/>
                        </a:solidFill>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SUM</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2"/>
                          </a:solidFill>
                          <a:latin typeface="Montserrat Medium"/>
                          <a:ea typeface="Montserrat Medium"/>
                          <a:cs typeface="Montserrat Medium"/>
                          <a:sym typeface="Montserrat Medium"/>
                        </a:rPr>
                        <a:t>44</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u="none" cap="none" strike="noStrike">
                          <a:solidFill>
                            <a:schemeClr val="dk2"/>
                          </a:solidFill>
                          <a:latin typeface="Montserrat Medium"/>
                          <a:ea typeface="Montserrat Medium"/>
                          <a:cs typeface="Montserrat Medium"/>
                          <a:sym typeface="Montserrat Medium"/>
                        </a:rPr>
                        <a:t>1</a:t>
                      </a:r>
                      <a:endParaRPr u="none" cap="none" strike="noStrike">
                        <a:solidFill>
                          <a:schemeClr val="dk2"/>
                        </a:solidFill>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cxnSp>
        <p:nvCxnSpPr>
          <p:cNvPr id="502" name="Google Shape;502;p30"/>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03" name="Google Shape;503;p30"/>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04" name="Google Shape;504;p30"/>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05" name="Google Shape;505;p30"/>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6" name="Google Shape;506;p30"/>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07" name="Google Shape;507;p30"/>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0/1 Knapsack</a:t>
            </a:r>
            <a:endParaRPr b="1" i="0" sz="2600" u="none" cap="none" strike="noStrike">
              <a:solidFill>
                <a:srgbClr val="940A15"/>
              </a:solidFill>
              <a:latin typeface="Montserrat"/>
              <a:ea typeface="Montserrat"/>
              <a:cs typeface="Montserrat"/>
              <a:sym typeface="Montserrat"/>
            </a:endParaRPr>
          </a:p>
        </p:txBody>
      </p:sp>
      <p:sp>
        <p:nvSpPr>
          <p:cNvPr id="508" name="Google Shape;508;p30"/>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09" name="Google Shape;509;p3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10" name="Google Shape;510;p30"/>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11" name="Google Shape;511;p30"/>
          <p:cNvSpPr txBox="1"/>
          <p:nvPr/>
        </p:nvSpPr>
        <p:spPr>
          <a:xfrm>
            <a:off x="311700" y="749850"/>
            <a:ext cx="8520600" cy="1198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800">
                <a:solidFill>
                  <a:schemeClr val="dk2"/>
                </a:solidFill>
                <a:latin typeface="Montserrat"/>
                <a:ea typeface="Montserrat"/>
                <a:cs typeface="Montserrat"/>
                <a:sym typeface="Montserrat"/>
              </a:rPr>
              <a:t> Step 4: Crossover.</a:t>
            </a:r>
            <a:endParaRPr b="1" sz="1800">
              <a:solidFill>
                <a:schemeClr val="dk2"/>
              </a:solidFill>
              <a:latin typeface="Montserrat"/>
              <a:ea typeface="Montserrat"/>
              <a:cs typeface="Montserrat"/>
              <a:sym typeface="Montserrat"/>
            </a:endParaRPr>
          </a:p>
          <a:p>
            <a:pPr indent="457200" lvl="0" marL="0" rtl="0" algn="l">
              <a:lnSpc>
                <a:spcPct val="115000"/>
              </a:lnSpc>
              <a:spcBef>
                <a:spcPts val="1200"/>
              </a:spcBef>
              <a:spcAft>
                <a:spcPts val="1200"/>
              </a:spcAft>
              <a:buNone/>
            </a:pPr>
            <a:r>
              <a:rPr lang="en">
                <a:solidFill>
                  <a:schemeClr val="dk2"/>
                </a:solidFill>
                <a:latin typeface="Montserrat Medium"/>
                <a:ea typeface="Montserrat Medium"/>
                <a:cs typeface="Montserrat Medium"/>
                <a:sym typeface="Montserrat Medium"/>
              </a:rPr>
              <a:t>Let we chose parents (1, 4) and (2, 4)</a:t>
            </a:r>
            <a:endParaRPr>
              <a:solidFill>
                <a:schemeClr val="dk2"/>
              </a:solidFill>
              <a:latin typeface="Montserrat Medium"/>
              <a:ea typeface="Montserrat Medium"/>
              <a:cs typeface="Montserrat Medium"/>
              <a:sym typeface="Montserrat Medium"/>
            </a:endParaRPr>
          </a:p>
        </p:txBody>
      </p:sp>
      <p:graphicFrame>
        <p:nvGraphicFramePr>
          <p:cNvPr id="512" name="Google Shape;512;p30"/>
          <p:cNvGraphicFramePr/>
          <p:nvPr/>
        </p:nvGraphicFramePr>
        <p:xfrm>
          <a:off x="1021600" y="1716400"/>
          <a:ext cx="3000000" cy="3000000"/>
        </p:xfrm>
        <a:graphic>
          <a:graphicData uri="http://schemas.openxmlformats.org/drawingml/2006/table">
            <a:tbl>
              <a:tblPr>
                <a:noFill/>
                <a:tableStyleId>{F90C50C9-0091-44A6-A77D-DC54E6E23B45}</a:tableStyleId>
              </a:tblPr>
              <a:tblGrid>
                <a:gridCol w="1206500"/>
                <a:gridCol w="1206500"/>
                <a:gridCol w="1206500"/>
                <a:gridCol w="1206500"/>
                <a:gridCol w="1206500"/>
                <a:gridCol w="120650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String No</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Mating Pool</a:t>
                      </a:r>
                      <a:endParaRPr sz="1400" u="none" cap="none" strike="noStrike">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Crossover point</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Offspring</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Weights</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Fitness Score (f</a:t>
                      </a:r>
                      <a:r>
                        <a:rPr baseline="-25000" lang="en" sz="1400" u="none" cap="none" strike="noStrike">
                          <a:latin typeface="Montserrat Medium"/>
                          <a:ea typeface="Montserrat Medium"/>
                          <a:cs typeface="Montserrat Medium"/>
                          <a:sym typeface="Montserrat Medium"/>
                        </a:rPr>
                        <a:t>i</a:t>
                      </a:r>
                      <a:r>
                        <a:rPr lang="en" sz="1400" u="none" cap="none" strike="noStrike">
                          <a:latin typeface="Montserrat Medium"/>
                          <a:ea typeface="Montserrat Medium"/>
                          <a:cs typeface="Montserrat Medium"/>
                          <a:sym typeface="Montserrat Medium"/>
                        </a:rPr>
                        <a:t>)</a:t>
                      </a:r>
                      <a:endParaRPr sz="1400" u="none" cap="none" strike="noStrike">
                        <a:latin typeface="Montserrat Medium"/>
                        <a:ea typeface="Montserrat Medium"/>
                        <a:cs typeface="Montserrat Medium"/>
                        <a:sym typeface="Montserrat Medium"/>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1</a:t>
                      </a:r>
                      <a:endParaRPr sz="1400" u="none" cap="none" strike="noStrike">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rgbClr val="434343"/>
                          </a:solidFill>
                          <a:latin typeface="Montserrat Medium"/>
                          <a:ea typeface="Montserrat Medium"/>
                          <a:cs typeface="Montserrat Medium"/>
                          <a:sym typeface="Montserrat Medium"/>
                        </a:rPr>
                        <a:t>0 </a:t>
                      </a:r>
                      <a:r>
                        <a:rPr lang="en" sz="1800" u="none" cap="none" strike="noStrike">
                          <a:solidFill>
                            <a:srgbClr val="FF0000"/>
                          </a:solidFill>
                          <a:latin typeface="Montserrat Medium"/>
                          <a:ea typeface="Montserrat Medium"/>
                          <a:cs typeface="Montserrat Medium"/>
                          <a:sym typeface="Montserrat Medium"/>
                        </a:rPr>
                        <a:t>| </a:t>
                      </a:r>
                      <a:r>
                        <a:rPr lang="en" sz="1800" u="none" cap="none" strike="noStrike">
                          <a:solidFill>
                            <a:srgbClr val="434343"/>
                          </a:solidFill>
                          <a:latin typeface="Montserrat Medium"/>
                          <a:ea typeface="Montserrat Medium"/>
                          <a:cs typeface="Montserrat Medium"/>
                          <a:sym typeface="Montserrat Medium"/>
                        </a:rPr>
                        <a:t>1 1 0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0 </a:t>
                      </a:r>
                      <a:r>
                        <a:rPr lang="en">
                          <a:solidFill>
                            <a:srgbClr val="FF0000"/>
                          </a:solidFill>
                          <a:latin typeface="Montserrat Medium"/>
                          <a:ea typeface="Montserrat Medium"/>
                          <a:cs typeface="Montserrat Medium"/>
                          <a:sym typeface="Montserrat Medium"/>
                        </a:rPr>
                        <a:t>0 </a:t>
                      </a:r>
                      <a:r>
                        <a:rPr lang="en" sz="1400" u="none" cap="none" strike="noStrike">
                          <a:solidFill>
                            <a:srgbClr val="FF0000"/>
                          </a:solidFill>
                          <a:latin typeface="Montserrat Medium"/>
                          <a:ea typeface="Montserrat Medium"/>
                          <a:cs typeface="Montserrat Medium"/>
                          <a:sym typeface="Montserrat Medium"/>
                        </a:rPr>
                        <a:t>1 </a:t>
                      </a:r>
                      <a:r>
                        <a:rPr lang="en">
                          <a:solidFill>
                            <a:srgbClr val="FF0000"/>
                          </a:solidFill>
                          <a:latin typeface="Montserrat Medium"/>
                          <a:ea typeface="Montserrat Medium"/>
                          <a:cs typeface="Montserrat Medium"/>
                          <a:sym typeface="Montserrat Medium"/>
                        </a:rPr>
                        <a:t>1</a:t>
                      </a:r>
                      <a:endParaRPr sz="1400" u="none" cap="none" strike="noStrike">
                        <a:solidFill>
                          <a:srgbClr val="FF0000"/>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Montserrat Medium"/>
                          <a:ea typeface="Montserrat Medium"/>
                          <a:cs typeface="Montserrat Medium"/>
                          <a:sym typeface="Montserrat Medium"/>
                        </a:rPr>
                        <a:t>9</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Montserrat"/>
                          <a:ea typeface="Montserrat"/>
                          <a:cs typeface="Montserrat"/>
                          <a:sym typeface="Montserrat"/>
                        </a:rPr>
                        <a:t>1</a:t>
                      </a:r>
                      <a:r>
                        <a:rPr b="1" lang="en">
                          <a:latin typeface="Montserrat"/>
                          <a:ea typeface="Montserrat"/>
                          <a:cs typeface="Montserrat"/>
                          <a:sym typeface="Montserrat"/>
                        </a:rPr>
                        <a:t>7</a:t>
                      </a:r>
                      <a:endParaRPr b="1" sz="1400" u="none" cap="none" strike="noStrike">
                        <a:latin typeface="Montserrat"/>
                        <a:ea typeface="Montserrat"/>
                        <a:cs typeface="Montserrat"/>
                        <a:sym typeface="Montserrat"/>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4</a:t>
                      </a:r>
                      <a:endParaRPr sz="1400" u="none" cap="none" strike="noStrike">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rgbClr val="434343"/>
                          </a:solidFill>
                          <a:latin typeface="Montserrat Medium"/>
                          <a:ea typeface="Montserrat Medium"/>
                          <a:cs typeface="Montserrat Medium"/>
                          <a:sym typeface="Montserrat Medium"/>
                        </a:rPr>
                        <a:t>0 </a:t>
                      </a:r>
                      <a:r>
                        <a:rPr lang="en" sz="1800" u="none" cap="none" strike="noStrike">
                          <a:solidFill>
                            <a:srgbClr val="FF0000"/>
                          </a:solidFill>
                          <a:latin typeface="Montserrat Medium"/>
                          <a:ea typeface="Montserrat Medium"/>
                          <a:cs typeface="Montserrat Medium"/>
                          <a:sym typeface="Montserrat Medium"/>
                        </a:rPr>
                        <a:t>| </a:t>
                      </a:r>
                      <a:r>
                        <a:rPr lang="en" sz="1800" u="none" cap="none" strike="noStrike">
                          <a:solidFill>
                            <a:srgbClr val="434343"/>
                          </a:solidFill>
                          <a:latin typeface="Montserrat Medium"/>
                          <a:ea typeface="Montserrat Medium"/>
                          <a:cs typeface="Montserrat Medium"/>
                          <a:sym typeface="Montserrat Medium"/>
                        </a:rPr>
                        <a:t>0 1 1</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0 </a:t>
                      </a:r>
                      <a:r>
                        <a:rPr lang="en">
                          <a:solidFill>
                            <a:srgbClr val="FF0000"/>
                          </a:solidFill>
                          <a:latin typeface="Montserrat Medium"/>
                          <a:ea typeface="Montserrat Medium"/>
                          <a:cs typeface="Montserrat Medium"/>
                          <a:sym typeface="Montserrat Medium"/>
                        </a:rPr>
                        <a:t>1 </a:t>
                      </a:r>
                      <a:r>
                        <a:rPr lang="en" sz="1400" u="none" cap="none" strike="noStrike">
                          <a:solidFill>
                            <a:srgbClr val="FF0000"/>
                          </a:solidFill>
                          <a:latin typeface="Montserrat Medium"/>
                          <a:ea typeface="Montserrat Medium"/>
                          <a:cs typeface="Montserrat Medium"/>
                          <a:sym typeface="Montserrat Medium"/>
                        </a:rPr>
                        <a:t>1 </a:t>
                      </a:r>
                      <a:r>
                        <a:rPr lang="en">
                          <a:solidFill>
                            <a:srgbClr val="FF0000"/>
                          </a:solidFill>
                          <a:latin typeface="Montserrat Medium"/>
                          <a:ea typeface="Montserrat Medium"/>
                          <a:cs typeface="Montserrat Medium"/>
                          <a:sym typeface="Montserrat Medium"/>
                        </a:rPr>
                        <a:t>0</a:t>
                      </a:r>
                      <a:endParaRPr sz="1400" u="none" cap="none" strike="noStrike">
                        <a:solidFill>
                          <a:srgbClr val="FF0000"/>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Montserrat Medium"/>
                          <a:ea typeface="Montserrat Medium"/>
                          <a:cs typeface="Montserrat Medium"/>
                          <a:sym typeface="Montserrat Medium"/>
                        </a:rPr>
                        <a:t>10</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Montserrat"/>
                          <a:ea typeface="Montserrat"/>
                          <a:cs typeface="Montserrat"/>
                          <a:sym typeface="Montserrat"/>
                        </a:rPr>
                        <a:t>1</a:t>
                      </a:r>
                      <a:r>
                        <a:rPr b="1" lang="en">
                          <a:latin typeface="Montserrat"/>
                          <a:ea typeface="Montserrat"/>
                          <a:cs typeface="Montserrat"/>
                          <a:sym typeface="Montserrat"/>
                        </a:rPr>
                        <a:t>5</a:t>
                      </a:r>
                      <a:endParaRPr b="1" sz="1400" u="none" cap="none" strike="noStrike">
                        <a:latin typeface="Montserrat"/>
                        <a:ea typeface="Montserrat"/>
                        <a:cs typeface="Montserrat"/>
                        <a:sym typeface="Montserrat"/>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2</a:t>
                      </a:r>
                      <a:endParaRPr sz="1400" u="none" cap="none" strike="noStrike">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rgbClr val="434343"/>
                          </a:solidFill>
                          <a:latin typeface="Montserrat Medium"/>
                          <a:ea typeface="Montserrat Medium"/>
                          <a:cs typeface="Montserrat Medium"/>
                          <a:sym typeface="Montserrat Medium"/>
                        </a:rPr>
                        <a:t>1 0 0 </a:t>
                      </a:r>
                      <a:r>
                        <a:rPr lang="en" sz="1800" u="none" cap="none" strike="noStrike">
                          <a:solidFill>
                            <a:srgbClr val="FF0000"/>
                          </a:solidFill>
                          <a:latin typeface="Montserrat Medium"/>
                          <a:ea typeface="Montserrat Medium"/>
                          <a:cs typeface="Montserrat Medium"/>
                          <a:sym typeface="Montserrat Medium"/>
                        </a:rPr>
                        <a:t>| </a:t>
                      </a:r>
                      <a:r>
                        <a:rPr lang="en" sz="1800" u="none" cap="none" strike="noStrike">
                          <a:solidFill>
                            <a:srgbClr val="434343"/>
                          </a:solidFill>
                          <a:latin typeface="Montserrat Medium"/>
                          <a:ea typeface="Montserrat Medium"/>
                          <a:cs typeface="Montserrat Medium"/>
                          <a:sym typeface="Montserrat Medium"/>
                        </a:rPr>
                        <a:t>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2</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1 0 0 </a:t>
                      </a:r>
                      <a:r>
                        <a:rPr lang="en" sz="1400" u="none" cap="none" strike="noStrike">
                          <a:solidFill>
                            <a:srgbClr val="FF0000"/>
                          </a:solidFill>
                          <a:latin typeface="Montserrat Medium"/>
                          <a:ea typeface="Montserrat Medium"/>
                          <a:cs typeface="Montserrat Medium"/>
                          <a:sym typeface="Montserrat Medium"/>
                        </a:rPr>
                        <a:t>1</a:t>
                      </a:r>
                      <a:endParaRPr sz="1400" u="none" cap="none" strike="noStrike">
                        <a:solidFill>
                          <a:srgbClr val="FF0000"/>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Montserrat Medium"/>
                          <a:ea typeface="Montserrat Medium"/>
                          <a:cs typeface="Montserrat Medium"/>
                          <a:sym typeface="Montserrat Medium"/>
                        </a:rPr>
                        <a:t>7</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Montserrat"/>
                          <a:ea typeface="Montserrat"/>
                          <a:cs typeface="Montserrat"/>
                          <a:sym typeface="Montserrat"/>
                        </a:rPr>
                        <a:t>1</a:t>
                      </a:r>
                      <a:r>
                        <a:rPr b="1" lang="en">
                          <a:latin typeface="Montserrat"/>
                          <a:ea typeface="Montserrat"/>
                          <a:cs typeface="Montserrat"/>
                          <a:sym typeface="Montserrat"/>
                        </a:rPr>
                        <a:t>9</a:t>
                      </a:r>
                      <a:endParaRPr b="1" sz="1400" u="none" cap="none" strike="noStrike">
                        <a:latin typeface="Montserrat"/>
                        <a:ea typeface="Montserrat"/>
                        <a:cs typeface="Montserrat"/>
                        <a:sym typeface="Montserrat"/>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4</a:t>
                      </a:r>
                      <a:endParaRPr sz="1400" u="none" cap="none" strike="noStrike">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rgbClr val="434343"/>
                          </a:solidFill>
                          <a:latin typeface="Montserrat Medium"/>
                          <a:ea typeface="Montserrat Medium"/>
                          <a:cs typeface="Montserrat Medium"/>
                          <a:sym typeface="Montserrat Medium"/>
                        </a:rPr>
                        <a:t>0 0 1 </a:t>
                      </a:r>
                      <a:r>
                        <a:rPr lang="en" sz="1800" u="none" cap="none" strike="noStrike">
                          <a:solidFill>
                            <a:srgbClr val="FF0000"/>
                          </a:solidFill>
                          <a:latin typeface="Montserrat Medium"/>
                          <a:ea typeface="Montserrat Medium"/>
                          <a:cs typeface="Montserrat Medium"/>
                          <a:sym typeface="Montserrat Medium"/>
                        </a:rPr>
                        <a:t>| </a:t>
                      </a:r>
                      <a:r>
                        <a:rPr lang="en" sz="1800" u="none" cap="none" strike="noStrike">
                          <a:solidFill>
                            <a:srgbClr val="434343"/>
                          </a:solidFill>
                          <a:latin typeface="Montserrat Medium"/>
                          <a:ea typeface="Montserrat Medium"/>
                          <a:cs typeface="Montserrat Medium"/>
                          <a:sym typeface="Montserrat Medium"/>
                        </a:rPr>
                        <a:t>1</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2</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0 0 1 </a:t>
                      </a:r>
                      <a:r>
                        <a:rPr lang="en" sz="1400" u="none" cap="none" strike="noStrike">
                          <a:solidFill>
                            <a:srgbClr val="FF0000"/>
                          </a:solidFill>
                          <a:latin typeface="Montserrat Medium"/>
                          <a:ea typeface="Montserrat Medium"/>
                          <a:cs typeface="Montserrat Medium"/>
                          <a:sym typeface="Montserrat Medium"/>
                        </a:rPr>
                        <a:t>0</a:t>
                      </a:r>
                      <a:endParaRPr sz="1400" u="none" cap="none" strike="noStrike">
                        <a:solidFill>
                          <a:srgbClr val="FF0000"/>
                        </a:solidFill>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7</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Montserrat"/>
                          <a:ea typeface="Montserrat"/>
                          <a:cs typeface="Montserrat"/>
                          <a:sym typeface="Montserrat"/>
                        </a:rPr>
                        <a:t>10</a:t>
                      </a:r>
                      <a:endParaRPr b="1" sz="1400" u="none" cap="none" strike="noStrike">
                        <a:latin typeface="Montserrat"/>
                        <a:ea typeface="Montserrat"/>
                        <a:cs typeface="Montserrat"/>
                        <a:sym typeface="Montserrat"/>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SUM</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Montserrat Medium"/>
                          <a:ea typeface="Montserrat Medium"/>
                          <a:cs typeface="Montserrat Medium"/>
                          <a:sym typeface="Montserrat Medium"/>
                        </a:rPr>
                        <a:t>61</a:t>
                      </a:r>
                      <a:endParaRPr sz="1400" u="none" cap="none" strike="noStrike">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cxnSp>
        <p:nvCxnSpPr>
          <p:cNvPr id="517" name="Google Shape;517;p31"/>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18" name="Google Shape;518;p31"/>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19" name="Google Shape;519;p31"/>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20" name="Google Shape;520;p31"/>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21" name="Google Shape;521;p31"/>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22" name="Google Shape;522;p31"/>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0/1 Knapsack</a:t>
            </a:r>
            <a:endParaRPr b="1" i="0" sz="2600" u="none" cap="none" strike="noStrike">
              <a:solidFill>
                <a:srgbClr val="940A15"/>
              </a:solidFill>
              <a:latin typeface="Montserrat"/>
              <a:ea typeface="Montserrat"/>
              <a:cs typeface="Montserrat"/>
              <a:sym typeface="Montserrat"/>
            </a:endParaRPr>
          </a:p>
        </p:txBody>
      </p:sp>
      <p:sp>
        <p:nvSpPr>
          <p:cNvPr id="523" name="Google Shape;523;p31"/>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24" name="Google Shape;524;p3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25" name="Google Shape;525;p31"/>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26" name="Google Shape;526;p31"/>
          <p:cNvSpPr txBox="1"/>
          <p:nvPr/>
        </p:nvSpPr>
        <p:spPr>
          <a:xfrm>
            <a:off x="311700" y="749850"/>
            <a:ext cx="8520600" cy="1198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1800">
                <a:solidFill>
                  <a:schemeClr val="dk2"/>
                </a:solidFill>
                <a:latin typeface="Montserrat"/>
                <a:ea typeface="Montserrat"/>
                <a:cs typeface="Montserrat"/>
                <a:sym typeface="Montserrat"/>
              </a:rPr>
              <a:t> Step 5: Mutation.</a:t>
            </a:r>
            <a:endParaRPr>
              <a:solidFill>
                <a:schemeClr val="dk2"/>
              </a:solidFill>
              <a:latin typeface="Montserrat Medium"/>
              <a:ea typeface="Montserrat Medium"/>
              <a:cs typeface="Montserrat Medium"/>
              <a:sym typeface="Montserrat Medium"/>
            </a:endParaRPr>
          </a:p>
        </p:txBody>
      </p:sp>
      <p:graphicFrame>
        <p:nvGraphicFramePr>
          <p:cNvPr id="527" name="Google Shape;527;p31"/>
          <p:cNvGraphicFramePr/>
          <p:nvPr/>
        </p:nvGraphicFramePr>
        <p:xfrm>
          <a:off x="1337350" y="1608975"/>
          <a:ext cx="3000000" cy="3000000"/>
        </p:xfrm>
        <a:graphic>
          <a:graphicData uri="http://schemas.openxmlformats.org/drawingml/2006/table">
            <a:tbl>
              <a:tblPr>
                <a:noFill/>
                <a:tableStyleId>{F90C50C9-0091-44A6-A77D-DC54E6E23B45}</a:tableStyleId>
              </a:tblPr>
              <a:tblGrid>
                <a:gridCol w="1116650"/>
                <a:gridCol w="1044700"/>
                <a:gridCol w="1149400"/>
                <a:gridCol w="1548550"/>
                <a:gridCol w="933475"/>
                <a:gridCol w="109702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String No</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Offspring</a:t>
                      </a:r>
                      <a:endParaRPr sz="1400" u="none" cap="none" strike="noStrike">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Mutation Point</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Offspring</a:t>
                      </a:r>
                      <a:endParaRPr sz="1400" u="none" cap="none" strike="noStrike">
                        <a:latin typeface="Montserrat Medium"/>
                        <a:ea typeface="Montserrat Medium"/>
                        <a:cs typeface="Montserrat Medium"/>
                        <a:sym typeface="Montserrat Medium"/>
                      </a:endParaRPr>
                    </a:p>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(After mutation)</a:t>
                      </a:r>
                      <a:endParaRPr sz="1400" u="none" cap="none" strike="noStrike">
                        <a:latin typeface="Montserrat Medium"/>
                        <a:ea typeface="Montserrat Medium"/>
                        <a:cs typeface="Montserrat Medium"/>
                        <a:sym typeface="Montserrat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Weights</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Fitness Score (f</a:t>
                      </a:r>
                      <a:r>
                        <a:rPr baseline="-25000" lang="en" sz="1400" u="none" cap="none" strike="noStrike">
                          <a:latin typeface="Montserrat Medium"/>
                          <a:ea typeface="Montserrat Medium"/>
                          <a:cs typeface="Montserrat Medium"/>
                          <a:sym typeface="Montserrat Medium"/>
                        </a:rPr>
                        <a:t>i</a:t>
                      </a:r>
                      <a:r>
                        <a:rPr lang="en" sz="1400" u="none" cap="none" strike="noStrike">
                          <a:latin typeface="Montserrat Medium"/>
                          <a:ea typeface="Montserrat Medium"/>
                          <a:cs typeface="Montserrat Medium"/>
                          <a:sym typeface="Montserrat Medium"/>
                        </a:rPr>
                        <a:t>)</a:t>
                      </a:r>
                      <a:endParaRPr sz="1400" u="none" cap="none" strike="noStrike">
                        <a:latin typeface="Montserrat Medium"/>
                        <a:ea typeface="Montserrat Medium"/>
                        <a:cs typeface="Montserrat Medium"/>
                        <a:sym typeface="Montserrat Medium"/>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1</a:t>
                      </a:r>
                      <a:endParaRPr sz="1400" u="none" cap="none" strike="noStrike">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0 0 1 1</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Montserrat Medium"/>
                          <a:ea typeface="Montserrat Medium"/>
                          <a:cs typeface="Montserrat Medium"/>
                          <a:sym typeface="Montserrat Medium"/>
                        </a:rPr>
                        <a:t>3</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2"/>
                          </a:solidFill>
                          <a:latin typeface="Montserrat Medium"/>
                          <a:ea typeface="Montserrat Medium"/>
                          <a:cs typeface="Montserrat Medium"/>
                          <a:sym typeface="Montserrat Medium"/>
                        </a:rPr>
                        <a:t>0 0 1 </a:t>
                      </a:r>
                      <a:r>
                        <a:rPr lang="en">
                          <a:solidFill>
                            <a:srgbClr val="FF0000"/>
                          </a:solidFill>
                          <a:latin typeface="Montserrat Medium"/>
                          <a:ea typeface="Montserrat Medium"/>
                          <a:cs typeface="Montserrat Medium"/>
                          <a:sym typeface="Montserrat Medium"/>
                        </a:rPr>
                        <a:t>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2"/>
                          </a:solidFill>
                          <a:latin typeface="Montserrat Medium"/>
                          <a:ea typeface="Montserrat Medium"/>
                          <a:cs typeface="Montserrat Medium"/>
                          <a:sym typeface="Montserrat Medium"/>
                        </a:rPr>
                        <a:t>7</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2"/>
                          </a:solidFill>
                          <a:latin typeface="Montserrat Medium"/>
                          <a:ea typeface="Montserrat Medium"/>
                          <a:cs typeface="Montserrat Medium"/>
                          <a:sym typeface="Montserrat Medium"/>
                        </a:rPr>
                        <a:t>10</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4</a:t>
                      </a:r>
                      <a:endParaRPr sz="1400" u="none" cap="none" strike="noStrike">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0 </a:t>
                      </a:r>
                      <a:r>
                        <a:rPr lang="en">
                          <a:latin typeface="Montserrat Medium"/>
                          <a:ea typeface="Montserrat Medium"/>
                          <a:cs typeface="Montserrat Medium"/>
                          <a:sym typeface="Montserrat Medium"/>
                        </a:rPr>
                        <a:t>1 </a:t>
                      </a:r>
                      <a:r>
                        <a:rPr lang="en" sz="1400" u="none" cap="none" strike="noStrike">
                          <a:latin typeface="Montserrat Medium"/>
                          <a:ea typeface="Montserrat Medium"/>
                          <a:cs typeface="Montserrat Medium"/>
                          <a:sym typeface="Montserrat Medium"/>
                        </a:rPr>
                        <a:t>1</a:t>
                      </a:r>
                      <a:r>
                        <a:rPr lang="en">
                          <a:latin typeface="Montserrat Medium"/>
                          <a:ea typeface="Montserrat Medium"/>
                          <a:cs typeface="Montserrat Medium"/>
                          <a:sym typeface="Montserrat Medium"/>
                        </a:rPr>
                        <a:t> 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Montserrat Medium"/>
                          <a:ea typeface="Montserrat Medium"/>
                          <a:cs typeface="Montserrat Medium"/>
                          <a:sym typeface="Montserrat Medium"/>
                        </a:rPr>
                        <a:t>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Clr>
                          <a:schemeClr val="dk2"/>
                        </a:buClr>
                        <a:buSzPts val="1400"/>
                        <a:buFont typeface="Arial"/>
                        <a:buNone/>
                      </a:pPr>
                      <a:r>
                        <a:rPr lang="en">
                          <a:solidFill>
                            <a:srgbClr val="FF0000"/>
                          </a:solidFill>
                          <a:latin typeface="Montserrat Medium"/>
                          <a:ea typeface="Montserrat Medium"/>
                          <a:cs typeface="Montserrat Medium"/>
                          <a:sym typeface="Montserrat Medium"/>
                        </a:rPr>
                        <a:t>1</a:t>
                      </a:r>
                      <a:r>
                        <a:rPr lang="en">
                          <a:solidFill>
                            <a:srgbClr val="FF0000"/>
                          </a:solidFill>
                          <a:latin typeface="Montserrat Medium"/>
                          <a:ea typeface="Montserrat Medium"/>
                          <a:cs typeface="Montserrat Medium"/>
                          <a:sym typeface="Montserrat Medium"/>
                        </a:rPr>
                        <a:t> </a:t>
                      </a:r>
                      <a:r>
                        <a:rPr lang="en">
                          <a:solidFill>
                            <a:schemeClr val="dk2"/>
                          </a:solidFill>
                          <a:latin typeface="Montserrat Medium"/>
                          <a:ea typeface="Montserrat Medium"/>
                          <a:cs typeface="Montserrat Medium"/>
                          <a:sym typeface="Montserrat Medium"/>
                        </a:rPr>
                        <a:t>1 1 0</a:t>
                      </a:r>
                      <a:endParaRPr sz="1400" u="none" cap="none" strike="noStrike">
                        <a:solidFill>
                          <a:srgbClr val="FF0000"/>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FF0000"/>
                          </a:solidFill>
                          <a:latin typeface="Montserrat"/>
                          <a:ea typeface="Montserrat"/>
                          <a:cs typeface="Montserrat"/>
                          <a:sym typeface="Montserrat"/>
                        </a:rPr>
                        <a:t>1</a:t>
                      </a:r>
                      <a:r>
                        <a:rPr b="1" lang="en" sz="1400" u="none" cap="none" strike="noStrike">
                          <a:solidFill>
                            <a:srgbClr val="FF0000"/>
                          </a:solidFill>
                          <a:latin typeface="Montserrat"/>
                          <a:ea typeface="Montserrat"/>
                          <a:cs typeface="Montserrat"/>
                          <a:sym typeface="Montserrat"/>
                        </a:rPr>
                        <a:t>7</a:t>
                      </a:r>
                      <a:endParaRPr b="1" sz="1400" u="none" cap="none" strike="noStrike">
                        <a:solidFill>
                          <a:srgbClr val="FF0000"/>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FF0000"/>
                          </a:solidFill>
                          <a:latin typeface="Montserrat"/>
                          <a:ea typeface="Montserrat"/>
                          <a:cs typeface="Montserrat"/>
                          <a:sym typeface="Montserrat"/>
                        </a:rPr>
                        <a:t>0</a:t>
                      </a:r>
                      <a:endParaRPr b="1" sz="1400" u="none" cap="none" strike="noStrike">
                        <a:solidFill>
                          <a:srgbClr val="FF0000"/>
                        </a:solidFill>
                        <a:latin typeface="Montserrat"/>
                        <a:ea typeface="Montserrat"/>
                        <a:cs typeface="Montserrat"/>
                        <a:sym typeface="Montserrat"/>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2</a:t>
                      </a:r>
                      <a:endParaRPr sz="1400" u="none" cap="none" strike="noStrike">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1 0 0 1</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1</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1 </a:t>
                      </a:r>
                      <a:r>
                        <a:rPr lang="en" sz="1400" u="none" cap="none" strike="noStrike">
                          <a:solidFill>
                            <a:srgbClr val="FF0000"/>
                          </a:solidFill>
                          <a:latin typeface="Montserrat Medium"/>
                          <a:ea typeface="Montserrat Medium"/>
                          <a:cs typeface="Montserrat Medium"/>
                          <a:sym typeface="Montserrat Medium"/>
                        </a:rPr>
                        <a:t>1 </a:t>
                      </a:r>
                      <a:r>
                        <a:rPr lang="en" sz="1400" u="none" cap="none" strike="noStrike">
                          <a:latin typeface="Montserrat Medium"/>
                          <a:ea typeface="Montserrat Medium"/>
                          <a:cs typeface="Montserrat Medium"/>
                          <a:sym typeface="Montserrat Medium"/>
                        </a:rPr>
                        <a:t>0 1</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38761D"/>
                          </a:solidFill>
                          <a:latin typeface="Montserrat"/>
                          <a:ea typeface="Montserrat"/>
                          <a:cs typeface="Montserrat"/>
                          <a:sym typeface="Montserrat"/>
                        </a:rPr>
                        <a:t>10</a:t>
                      </a:r>
                      <a:endParaRPr b="1" sz="1400" u="none" cap="none" strike="noStrike">
                        <a:solidFill>
                          <a:srgbClr val="38761D"/>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38761D"/>
                          </a:solidFill>
                          <a:latin typeface="Montserrat"/>
                          <a:ea typeface="Montserrat"/>
                          <a:cs typeface="Montserrat"/>
                          <a:sym typeface="Montserrat"/>
                        </a:rPr>
                        <a:t>24</a:t>
                      </a:r>
                      <a:endParaRPr b="1" sz="1400" u="none" cap="none" strike="noStrike">
                        <a:solidFill>
                          <a:srgbClr val="38761D"/>
                        </a:solidFill>
                        <a:latin typeface="Montserrat"/>
                        <a:ea typeface="Montserrat"/>
                        <a:cs typeface="Montserrat"/>
                        <a:sym typeface="Montserrat"/>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4</a:t>
                      </a:r>
                      <a:endParaRPr sz="1400" u="none" cap="none" strike="noStrike">
                        <a:latin typeface="Montserrat Medium"/>
                        <a:ea typeface="Montserrat Medium"/>
                        <a:cs typeface="Montserrat Medium"/>
                        <a:sym typeface="Montserrat Medium"/>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0 0 1 0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latin typeface="Montserrat Medium"/>
                          <a:ea typeface="Montserrat Medium"/>
                          <a:cs typeface="Montserrat Medium"/>
                          <a:sym typeface="Montserrat Medium"/>
                        </a:rPr>
                        <a:t>1 </a:t>
                      </a:r>
                      <a:r>
                        <a:rPr lang="en" sz="1400" u="none" cap="none" strike="noStrike">
                          <a:latin typeface="Montserrat Medium"/>
                          <a:ea typeface="Montserrat Medium"/>
                          <a:cs typeface="Montserrat Medium"/>
                          <a:sym typeface="Montserrat Medium"/>
                        </a:rPr>
                        <a:t>0 1 0</a:t>
                      </a:r>
                      <a:endParaRPr sz="1400" u="none" cap="none" strike="noStrike">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12</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Montserrat Medium"/>
                          <a:ea typeface="Montserrat Medium"/>
                          <a:cs typeface="Montserrat Medium"/>
                          <a:sym typeface="Montserrat Medium"/>
                        </a:rPr>
                        <a:t>22</a:t>
                      </a:r>
                      <a:endParaRPr sz="1400" u="none" cap="none" strike="noStrike">
                        <a:solidFill>
                          <a:schemeClr val="dk2"/>
                        </a:solidFill>
                        <a:latin typeface="Montserrat Medium"/>
                        <a:ea typeface="Montserrat Medium"/>
                        <a:cs typeface="Montserrat Medium"/>
                        <a:sym typeface="Montserrat Medium"/>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SUM</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Montserrat Medium"/>
                        <a:ea typeface="Montserrat Medium"/>
                        <a:cs typeface="Montserrat Medium"/>
                        <a:sym typeface="Montserrat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Montserrat Medium"/>
                        <a:ea typeface="Montserrat Medium"/>
                        <a:cs typeface="Montserrat Medium"/>
                        <a:sym typeface="Montserrat Medium"/>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Montserrat Medium"/>
                          <a:ea typeface="Montserrat Medium"/>
                          <a:cs typeface="Montserrat Medium"/>
                          <a:sym typeface="Montserrat Medium"/>
                        </a:rPr>
                        <a:t>56</a:t>
                      </a:r>
                      <a:endParaRPr sz="1400" u="none" cap="none" strike="noStrike">
                        <a:latin typeface="Montserrat Medium"/>
                        <a:ea typeface="Montserrat Medium"/>
                        <a:cs typeface="Montserrat Medium"/>
                        <a:sym typeface="Montserrat Medium"/>
                      </a:endParaRPr>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cxnSp>
        <p:nvCxnSpPr>
          <p:cNvPr id="532" name="Google Shape;532;p32"/>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33" name="Google Shape;533;p32"/>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34" name="Google Shape;534;p32"/>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35" name="Google Shape;535;p32"/>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6" name="Google Shape;536;p32"/>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37" name="Google Shape;537;p32"/>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Genetic Algorithm: FLOWCHART</a:t>
            </a:r>
            <a:endParaRPr b="1" i="0" sz="2600" u="none" cap="none" strike="noStrike">
              <a:solidFill>
                <a:srgbClr val="940A15"/>
              </a:solidFill>
              <a:latin typeface="Montserrat"/>
              <a:ea typeface="Montserrat"/>
              <a:cs typeface="Montserrat"/>
              <a:sym typeface="Montserrat"/>
            </a:endParaRPr>
          </a:p>
        </p:txBody>
      </p:sp>
      <p:sp>
        <p:nvSpPr>
          <p:cNvPr id="538" name="Google Shape;538;p32"/>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39" name="Google Shape;539;p3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40" name="Google Shape;540;p32"/>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41" name="Google Shape;541;p32"/>
          <p:cNvSpPr txBox="1"/>
          <p:nvPr/>
        </p:nvSpPr>
        <p:spPr>
          <a:xfrm>
            <a:off x="845100" y="1034950"/>
            <a:ext cx="8520600" cy="33390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latin typeface="Roboto"/>
              <a:ea typeface="Roboto"/>
              <a:cs typeface="Roboto"/>
              <a:sym typeface="Roboto"/>
            </a:endParaRPr>
          </a:p>
          <a:p>
            <a:pPr indent="0" lvl="0" marL="0" rtl="0" algn="l">
              <a:lnSpc>
                <a:spcPct val="115000"/>
              </a:lnSpc>
              <a:spcBef>
                <a:spcPts val="0"/>
              </a:spcBef>
              <a:spcAft>
                <a:spcPts val="1200"/>
              </a:spcAft>
              <a:buNone/>
            </a:pPr>
            <a:r>
              <a:t/>
            </a:r>
            <a:endParaRPr sz="1800">
              <a:solidFill>
                <a:srgbClr val="434343"/>
              </a:solidFill>
              <a:latin typeface="Roboto"/>
              <a:ea typeface="Roboto"/>
              <a:cs typeface="Roboto"/>
              <a:sym typeface="Roboto"/>
            </a:endParaRPr>
          </a:p>
        </p:txBody>
      </p:sp>
      <p:sp>
        <p:nvSpPr>
          <p:cNvPr id="542" name="Google Shape;542;p32"/>
          <p:cNvSpPr/>
          <p:nvPr/>
        </p:nvSpPr>
        <p:spPr>
          <a:xfrm>
            <a:off x="4207325" y="671625"/>
            <a:ext cx="1247700" cy="341400"/>
          </a:xfrm>
          <a:prstGeom prst="roundRect">
            <a:avLst>
              <a:gd fmla="val 16667" name="adj"/>
            </a:avLst>
          </a:prstGeom>
          <a:solidFill>
            <a:srgbClr val="999999"/>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Start</a:t>
            </a:r>
            <a:endParaRPr b="0" i="0" sz="1400" u="none" cap="none" strike="noStrike">
              <a:solidFill>
                <a:srgbClr val="000000"/>
              </a:solidFill>
              <a:latin typeface="Arial"/>
              <a:ea typeface="Arial"/>
              <a:cs typeface="Arial"/>
              <a:sym typeface="Arial"/>
            </a:endParaRPr>
          </a:p>
        </p:txBody>
      </p:sp>
      <p:sp>
        <p:nvSpPr>
          <p:cNvPr id="543" name="Google Shape;543;p32"/>
          <p:cNvSpPr/>
          <p:nvPr/>
        </p:nvSpPr>
        <p:spPr>
          <a:xfrm>
            <a:off x="3659675" y="1188200"/>
            <a:ext cx="2343000" cy="388200"/>
          </a:xfrm>
          <a:prstGeom prst="rect">
            <a:avLst/>
          </a:prstGeom>
          <a:solidFill>
            <a:srgbClr val="999999"/>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200" u="none" cap="none" strike="noStrike">
                <a:solidFill>
                  <a:srgbClr val="000000"/>
                </a:solidFill>
                <a:latin typeface="Arial"/>
                <a:ea typeface="Arial"/>
                <a:cs typeface="Arial"/>
                <a:sym typeface="Arial"/>
              </a:rPr>
              <a:t>Create initial Population of Choromosomes</a:t>
            </a:r>
            <a:endParaRPr b="0" i="0" sz="1200" u="none" cap="none" strike="noStrike">
              <a:solidFill>
                <a:srgbClr val="000000"/>
              </a:solidFill>
              <a:latin typeface="Arial"/>
              <a:ea typeface="Arial"/>
              <a:cs typeface="Arial"/>
              <a:sym typeface="Arial"/>
            </a:endParaRPr>
          </a:p>
        </p:txBody>
      </p:sp>
      <p:sp>
        <p:nvSpPr>
          <p:cNvPr id="544" name="Google Shape;544;p32"/>
          <p:cNvSpPr/>
          <p:nvPr/>
        </p:nvSpPr>
        <p:spPr>
          <a:xfrm>
            <a:off x="3902375" y="1780975"/>
            <a:ext cx="1869600" cy="288600"/>
          </a:xfrm>
          <a:prstGeom prst="rect">
            <a:avLst/>
          </a:prstGeom>
          <a:solidFill>
            <a:srgbClr val="999999"/>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200" u="none" cap="none" strike="noStrike">
                <a:solidFill>
                  <a:srgbClr val="000000"/>
                </a:solidFill>
                <a:latin typeface="Arial"/>
                <a:ea typeface="Arial"/>
                <a:cs typeface="Arial"/>
                <a:sym typeface="Arial"/>
              </a:rPr>
              <a:t>Calculate fitness value</a:t>
            </a:r>
            <a:endParaRPr b="0" i="0" sz="1200" u="none" cap="none" strike="noStrike">
              <a:solidFill>
                <a:srgbClr val="000000"/>
              </a:solidFill>
              <a:latin typeface="Arial"/>
              <a:ea typeface="Arial"/>
              <a:cs typeface="Arial"/>
              <a:sym typeface="Arial"/>
            </a:endParaRPr>
          </a:p>
        </p:txBody>
      </p:sp>
      <p:sp>
        <p:nvSpPr>
          <p:cNvPr id="545" name="Google Shape;545;p32"/>
          <p:cNvSpPr/>
          <p:nvPr/>
        </p:nvSpPr>
        <p:spPr>
          <a:xfrm>
            <a:off x="3780950" y="2813763"/>
            <a:ext cx="2100450" cy="776400"/>
          </a:xfrm>
          <a:prstGeom prst="flowChartDecision">
            <a:avLst/>
          </a:prstGeom>
          <a:solidFill>
            <a:srgbClr val="999999"/>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Optimal Solution?</a:t>
            </a:r>
            <a:endParaRPr b="0" i="0" sz="1400" u="none" cap="none" strike="noStrike">
              <a:solidFill>
                <a:srgbClr val="000000"/>
              </a:solidFill>
              <a:latin typeface="Arial"/>
              <a:ea typeface="Arial"/>
              <a:cs typeface="Arial"/>
              <a:sym typeface="Arial"/>
            </a:endParaRPr>
          </a:p>
        </p:txBody>
      </p:sp>
      <p:sp>
        <p:nvSpPr>
          <p:cNvPr id="546" name="Google Shape;546;p32"/>
          <p:cNvSpPr/>
          <p:nvPr/>
        </p:nvSpPr>
        <p:spPr>
          <a:xfrm>
            <a:off x="2488200" y="3916500"/>
            <a:ext cx="679200" cy="457500"/>
          </a:xfrm>
          <a:prstGeom prst="roundRect">
            <a:avLst>
              <a:gd fmla="val 16667" name="adj"/>
            </a:avLst>
          </a:prstGeom>
          <a:solidFill>
            <a:srgbClr val="999999"/>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End</a:t>
            </a:r>
            <a:endParaRPr b="0" i="0" sz="1400" u="none" cap="none" strike="noStrike">
              <a:solidFill>
                <a:srgbClr val="000000"/>
              </a:solidFill>
              <a:latin typeface="Arial"/>
              <a:ea typeface="Arial"/>
              <a:cs typeface="Arial"/>
              <a:sym typeface="Arial"/>
            </a:endParaRPr>
          </a:p>
        </p:txBody>
      </p:sp>
      <p:sp>
        <p:nvSpPr>
          <p:cNvPr id="547" name="Google Shape;547;p32"/>
          <p:cNvSpPr/>
          <p:nvPr/>
        </p:nvSpPr>
        <p:spPr>
          <a:xfrm>
            <a:off x="4130975" y="3777438"/>
            <a:ext cx="1400400" cy="388200"/>
          </a:xfrm>
          <a:prstGeom prst="rect">
            <a:avLst/>
          </a:prstGeom>
          <a:solidFill>
            <a:srgbClr val="999999"/>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200" u="none" cap="none" strike="noStrike">
                <a:solidFill>
                  <a:srgbClr val="000000"/>
                </a:solidFill>
                <a:latin typeface="Arial"/>
                <a:ea typeface="Arial"/>
                <a:cs typeface="Arial"/>
                <a:sym typeface="Arial"/>
              </a:rPr>
              <a:t>Reproduce</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200" u="none" cap="none" strike="noStrike">
                <a:solidFill>
                  <a:srgbClr val="000000"/>
                </a:solidFill>
                <a:latin typeface="Arial"/>
                <a:ea typeface="Arial"/>
                <a:cs typeface="Arial"/>
                <a:sym typeface="Arial"/>
              </a:rPr>
              <a:t>(Crossover)</a:t>
            </a:r>
            <a:endParaRPr b="0" i="0" sz="1200" u="none" cap="none" strike="noStrike">
              <a:solidFill>
                <a:srgbClr val="000000"/>
              </a:solidFill>
              <a:latin typeface="Arial"/>
              <a:ea typeface="Arial"/>
              <a:cs typeface="Arial"/>
              <a:sym typeface="Arial"/>
            </a:endParaRPr>
          </a:p>
        </p:txBody>
      </p:sp>
      <p:sp>
        <p:nvSpPr>
          <p:cNvPr id="548" name="Google Shape;548;p32"/>
          <p:cNvSpPr/>
          <p:nvPr/>
        </p:nvSpPr>
        <p:spPr>
          <a:xfrm>
            <a:off x="4130975" y="4373975"/>
            <a:ext cx="1400400" cy="388200"/>
          </a:xfrm>
          <a:prstGeom prst="rect">
            <a:avLst/>
          </a:prstGeom>
          <a:solidFill>
            <a:srgbClr val="999999"/>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Mutate **</a:t>
            </a:r>
            <a:endParaRPr b="0" i="0" sz="1400" u="none" cap="none" strike="noStrike">
              <a:solidFill>
                <a:srgbClr val="000000"/>
              </a:solidFill>
              <a:latin typeface="Arial"/>
              <a:ea typeface="Arial"/>
              <a:cs typeface="Arial"/>
              <a:sym typeface="Arial"/>
            </a:endParaRPr>
          </a:p>
        </p:txBody>
      </p:sp>
      <p:cxnSp>
        <p:nvCxnSpPr>
          <p:cNvPr id="549" name="Google Shape;549;p32"/>
          <p:cNvCxnSpPr>
            <a:stCxn id="542" idx="2"/>
            <a:endCxn id="543" idx="0"/>
          </p:cNvCxnSpPr>
          <p:nvPr/>
        </p:nvCxnSpPr>
        <p:spPr>
          <a:xfrm>
            <a:off x="4831175" y="1013025"/>
            <a:ext cx="0" cy="175200"/>
          </a:xfrm>
          <a:prstGeom prst="straightConnector1">
            <a:avLst/>
          </a:prstGeom>
          <a:noFill/>
          <a:ln cap="flat" cmpd="sng" w="9525">
            <a:solidFill>
              <a:srgbClr val="434343"/>
            </a:solidFill>
            <a:prstDash val="solid"/>
            <a:round/>
            <a:headEnd len="sm" w="sm" type="none"/>
            <a:tailEnd len="med" w="med" type="triangle"/>
          </a:ln>
        </p:spPr>
      </p:cxnSp>
      <p:cxnSp>
        <p:nvCxnSpPr>
          <p:cNvPr id="550" name="Google Shape;550;p32"/>
          <p:cNvCxnSpPr>
            <a:stCxn id="543" idx="2"/>
            <a:endCxn id="544" idx="0"/>
          </p:cNvCxnSpPr>
          <p:nvPr/>
        </p:nvCxnSpPr>
        <p:spPr>
          <a:xfrm>
            <a:off x="4831175" y="1576400"/>
            <a:ext cx="6000" cy="204600"/>
          </a:xfrm>
          <a:prstGeom prst="straightConnector1">
            <a:avLst/>
          </a:prstGeom>
          <a:noFill/>
          <a:ln cap="flat" cmpd="sng" w="9525">
            <a:solidFill>
              <a:srgbClr val="434343"/>
            </a:solidFill>
            <a:prstDash val="solid"/>
            <a:round/>
            <a:headEnd len="sm" w="sm" type="none"/>
            <a:tailEnd len="med" w="med" type="triangle"/>
          </a:ln>
        </p:spPr>
      </p:cxnSp>
      <p:cxnSp>
        <p:nvCxnSpPr>
          <p:cNvPr id="551" name="Google Shape;551;p32"/>
          <p:cNvCxnSpPr>
            <a:stCxn id="545" idx="2"/>
            <a:endCxn id="547" idx="0"/>
          </p:cNvCxnSpPr>
          <p:nvPr/>
        </p:nvCxnSpPr>
        <p:spPr>
          <a:xfrm>
            <a:off x="4831175" y="3590163"/>
            <a:ext cx="0" cy="187200"/>
          </a:xfrm>
          <a:prstGeom prst="straightConnector1">
            <a:avLst/>
          </a:prstGeom>
          <a:noFill/>
          <a:ln cap="flat" cmpd="sng" w="9525">
            <a:solidFill>
              <a:srgbClr val="434343"/>
            </a:solidFill>
            <a:prstDash val="solid"/>
            <a:round/>
            <a:headEnd len="sm" w="sm" type="none"/>
            <a:tailEnd len="med" w="med" type="triangle"/>
          </a:ln>
        </p:spPr>
      </p:cxnSp>
      <p:cxnSp>
        <p:nvCxnSpPr>
          <p:cNvPr id="552" name="Google Shape;552;p32"/>
          <p:cNvCxnSpPr>
            <a:stCxn id="547" idx="2"/>
            <a:endCxn id="548" idx="0"/>
          </p:cNvCxnSpPr>
          <p:nvPr/>
        </p:nvCxnSpPr>
        <p:spPr>
          <a:xfrm>
            <a:off x="4831175" y="4165638"/>
            <a:ext cx="0" cy="208200"/>
          </a:xfrm>
          <a:prstGeom prst="straightConnector1">
            <a:avLst/>
          </a:prstGeom>
          <a:noFill/>
          <a:ln cap="flat" cmpd="sng" w="9525">
            <a:solidFill>
              <a:srgbClr val="434343"/>
            </a:solidFill>
            <a:prstDash val="solid"/>
            <a:round/>
            <a:headEnd len="sm" w="sm" type="none"/>
            <a:tailEnd len="med" w="med" type="triangle"/>
          </a:ln>
        </p:spPr>
      </p:cxnSp>
      <p:cxnSp>
        <p:nvCxnSpPr>
          <p:cNvPr id="553" name="Google Shape;553;p32"/>
          <p:cNvCxnSpPr>
            <a:stCxn id="545" idx="1"/>
            <a:endCxn id="546" idx="0"/>
          </p:cNvCxnSpPr>
          <p:nvPr/>
        </p:nvCxnSpPr>
        <p:spPr>
          <a:xfrm flipH="1">
            <a:off x="2827850" y="3201963"/>
            <a:ext cx="953100" cy="714600"/>
          </a:xfrm>
          <a:prstGeom prst="bentConnector2">
            <a:avLst/>
          </a:prstGeom>
          <a:noFill/>
          <a:ln cap="flat" cmpd="sng" w="9525">
            <a:solidFill>
              <a:srgbClr val="434343"/>
            </a:solidFill>
            <a:prstDash val="solid"/>
            <a:round/>
            <a:headEnd len="sm" w="sm" type="none"/>
            <a:tailEnd len="med" w="med" type="triangle"/>
          </a:ln>
        </p:spPr>
      </p:cxnSp>
      <p:sp>
        <p:nvSpPr>
          <p:cNvPr id="554" name="Google Shape;554;p32"/>
          <p:cNvSpPr txBox="1"/>
          <p:nvPr/>
        </p:nvSpPr>
        <p:spPr>
          <a:xfrm>
            <a:off x="2827850" y="2888700"/>
            <a:ext cx="679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Yes</a:t>
            </a:r>
            <a:endParaRPr b="0" i="0" sz="1400" u="none" cap="none" strike="noStrike">
              <a:solidFill>
                <a:srgbClr val="000000"/>
              </a:solidFill>
              <a:latin typeface="Roboto"/>
              <a:ea typeface="Roboto"/>
              <a:cs typeface="Roboto"/>
              <a:sym typeface="Roboto"/>
            </a:endParaRPr>
          </a:p>
        </p:txBody>
      </p:sp>
      <p:sp>
        <p:nvSpPr>
          <p:cNvPr id="555" name="Google Shape;555;p32"/>
          <p:cNvSpPr txBox="1"/>
          <p:nvPr/>
        </p:nvSpPr>
        <p:spPr>
          <a:xfrm>
            <a:off x="4900525" y="3451725"/>
            <a:ext cx="70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No</a:t>
            </a:r>
            <a:endParaRPr b="0" i="0" sz="1400" u="none" cap="none" strike="noStrike">
              <a:solidFill>
                <a:srgbClr val="000000"/>
              </a:solidFill>
              <a:latin typeface="Roboto"/>
              <a:ea typeface="Roboto"/>
              <a:cs typeface="Roboto"/>
              <a:sym typeface="Roboto"/>
            </a:endParaRPr>
          </a:p>
        </p:txBody>
      </p:sp>
      <p:sp>
        <p:nvSpPr>
          <p:cNvPr id="556" name="Google Shape;556;p32"/>
          <p:cNvSpPr/>
          <p:nvPr/>
        </p:nvSpPr>
        <p:spPr>
          <a:xfrm>
            <a:off x="6188375" y="4373975"/>
            <a:ext cx="1511700" cy="388200"/>
          </a:xfrm>
          <a:prstGeom prst="rect">
            <a:avLst/>
          </a:prstGeom>
          <a:solidFill>
            <a:srgbClr val="999999"/>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t>New generation</a:t>
            </a:r>
            <a:endParaRPr b="0" i="0" sz="1400" u="none" cap="none" strike="noStrike">
              <a:solidFill>
                <a:srgbClr val="000000"/>
              </a:solidFill>
              <a:latin typeface="Arial"/>
              <a:ea typeface="Arial"/>
              <a:cs typeface="Arial"/>
              <a:sym typeface="Arial"/>
            </a:endParaRPr>
          </a:p>
        </p:txBody>
      </p:sp>
      <p:cxnSp>
        <p:nvCxnSpPr>
          <p:cNvPr id="557" name="Google Shape;557;p32"/>
          <p:cNvCxnSpPr>
            <a:stCxn id="548" idx="3"/>
            <a:endCxn id="556" idx="1"/>
          </p:cNvCxnSpPr>
          <p:nvPr/>
        </p:nvCxnSpPr>
        <p:spPr>
          <a:xfrm>
            <a:off x="5531375" y="4568075"/>
            <a:ext cx="657000" cy="0"/>
          </a:xfrm>
          <a:prstGeom prst="straightConnector1">
            <a:avLst/>
          </a:prstGeom>
          <a:noFill/>
          <a:ln cap="flat" cmpd="sng" w="9525">
            <a:solidFill>
              <a:schemeClr val="dk2"/>
            </a:solidFill>
            <a:prstDash val="solid"/>
            <a:round/>
            <a:headEnd len="med" w="med" type="none"/>
            <a:tailEnd len="med" w="med" type="triangle"/>
          </a:ln>
        </p:spPr>
      </p:cxnSp>
      <p:sp>
        <p:nvSpPr>
          <p:cNvPr id="558" name="Google Shape;558;p32"/>
          <p:cNvSpPr/>
          <p:nvPr/>
        </p:nvSpPr>
        <p:spPr>
          <a:xfrm>
            <a:off x="4144775" y="2297375"/>
            <a:ext cx="1357200" cy="288600"/>
          </a:xfrm>
          <a:prstGeom prst="rect">
            <a:avLst/>
          </a:prstGeom>
          <a:solidFill>
            <a:srgbClr val="999999"/>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t>Select parents</a:t>
            </a:r>
            <a:endParaRPr b="0" i="0" sz="1200" u="none" cap="none" strike="noStrike">
              <a:solidFill>
                <a:srgbClr val="000000"/>
              </a:solidFill>
              <a:latin typeface="Arial"/>
              <a:ea typeface="Arial"/>
              <a:cs typeface="Arial"/>
              <a:sym typeface="Arial"/>
            </a:endParaRPr>
          </a:p>
        </p:txBody>
      </p:sp>
      <p:cxnSp>
        <p:nvCxnSpPr>
          <p:cNvPr id="559" name="Google Shape;559;p32"/>
          <p:cNvCxnSpPr>
            <a:stCxn id="544" idx="2"/>
            <a:endCxn id="558" idx="0"/>
          </p:cNvCxnSpPr>
          <p:nvPr/>
        </p:nvCxnSpPr>
        <p:spPr>
          <a:xfrm flipH="1">
            <a:off x="4823375" y="2069575"/>
            <a:ext cx="13800" cy="227700"/>
          </a:xfrm>
          <a:prstGeom prst="straightConnector1">
            <a:avLst/>
          </a:prstGeom>
          <a:noFill/>
          <a:ln cap="flat" cmpd="sng" w="9525">
            <a:solidFill>
              <a:schemeClr val="dk2"/>
            </a:solidFill>
            <a:prstDash val="solid"/>
            <a:round/>
            <a:headEnd len="med" w="med" type="none"/>
            <a:tailEnd len="med" w="med" type="triangle"/>
          </a:ln>
        </p:spPr>
      </p:cxnSp>
      <p:cxnSp>
        <p:nvCxnSpPr>
          <p:cNvPr id="560" name="Google Shape;560;p32"/>
          <p:cNvCxnSpPr>
            <a:stCxn id="558" idx="2"/>
            <a:endCxn id="545" idx="0"/>
          </p:cNvCxnSpPr>
          <p:nvPr/>
        </p:nvCxnSpPr>
        <p:spPr>
          <a:xfrm>
            <a:off x="4823375" y="2585975"/>
            <a:ext cx="7800" cy="227700"/>
          </a:xfrm>
          <a:prstGeom prst="straightConnector1">
            <a:avLst/>
          </a:prstGeom>
          <a:noFill/>
          <a:ln cap="flat" cmpd="sng" w="9525">
            <a:solidFill>
              <a:schemeClr val="dk2"/>
            </a:solidFill>
            <a:prstDash val="solid"/>
            <a:round/>
            <a:headEnd len="med" w="med" type="none"/>
            <a:tailEnd len="med" w="med" type="triangle"/>
          </a:ln>
        </p:spPr>
      </p:cxnSp>
      <p:cxnSp>
        <p:nvCxnSpPr>
          <p:cNvPr id="561" name="Google Shape;561;p32"/>
          <p:cNvCxnSpPr>
            <a:stCxn id="556" idx="0"/>
            <a:endCxn id="544" idx="3"/>
          </p:cNvCxnSpPr>
          <p:nvPr/>
        </p:nvCxnSpPr>
        <p:spPr>
          <a:xfrm flipH="1" rot="5400000">
            <a:off x="5133725" y="2563475"/>
            <a:ext cx="2448600" cy="1172400"/>
          </a:xfrm>
          <a:prstGeom prst="bentConnector2">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cxnSp>
        <p:nvCxnSpPr>
          <p:cNvPr id="566" name="Google Shape;566;p33"/>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67" name="Google Shape;567;p33"/>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68" name="Google Shape;568;p33"/>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69" name="Google Shape;569;p33"/>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0" name="Google Shape;570;p33"/>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71" name="Google Shape;571;p33"/>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N Queens Problem</a:t>
            </a:r>
            <a:endParaRPr b="1" i="0" sz="2600" u="none" cap="none" strike="noStrike">
              <a:solidFill>
                <a:srgbClr val="940A15"/>
              </a:solidFill>
              <a:latin typeface="Montserrat"/>
              <a:ea typeface="Montserrat"/>
              <a:cs typeface="Montserrat"/>
              <a:sym typeface="Montserrat"/>
            </a:endParaRPr>
          </a:p>
        </p:txBody>
      </p:sp>
      <p:sp>
        <p:nvSpPr>
          <p:cNvPr id="572" name="Google Shape;572;p33"/>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73" name="Google Shape;573;p3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74" name="Google Shape;574;p33"/>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75" name="Google Shape;575;p33"/>
          <p:cNvSpPr txBox="1"/>
          <p:nvPr/>
        </p:nvSpPr>
        <p:spPr>
          <a:xfrm>
            <a:off x="311700" y="749850"/>
            <a:ext cx="8520600" cy="11982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1200"/>
              </a:spcAft>
              <a:buNone/>
            </a:pPr>
            <a:r>
              <a:rPr lang="en">
                <a:solidFill>
                  <a:schemeClr val="dk2"/>
                </a:solidFill>
                <a:latin typeface="Montserrat Medium"/>
                <a:ea typeface="Montserrat Medium"/>
                <a:cs typeface="Montserrat Medium"/>
                <a:sym typeface="Montserrat Medium"/>
              </a:rPr>
              <a:t>The goal is to place N queens on an NxN chessboard so that no two queens threaten or attack each other. To prevent the queens from attacking one another, no two queens should be in the same row, column, or diagonal.</a:t>
            </a:r>
            <a:endParaRPr>
              <a:solidFill>
                <a:schemeClr val="dk2"/>
              </a:solidFill>
              <a:latin typeface="Montserrat Medium"/>
              <a:ea typeface="Montserrat Medium"/>
              <a:cs typeface="Montserrat Medium"/>
              <a:sym typeface="Montserrat Medium"/>
            </a:endParaRPr>
          </a:p>
        </p:txBody>
      </p:sp>
      <p:pic>
        <p:nvPicPr>
          <p:cNvPr id="576" name="Google Shape;576;p33" title="a_solution_eight_queens_puzzle.png"/>
          <p:cNvPicPr preferRelativeResize="0"/>
          <p:nvPr/>
        </p:nvPicPr>
        <p:blipFill>
          <a:blip r:embed="rId3">
            <a:alphaModFix/>
          </a:blip>
          <a:stretch>
            <a:fillRect/>
          </a:stretch>
        </p:blipFill>
        <p:spPr>
          <a:xfrm>
            <a:off x="2970925" y="1673275"/>
            <a:ext cx="3000000" cy="3000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cxnSp>
        <p:nvCxnSpPr>
          <p:cNvPr id="581" name="Google Shape;581;p34"/>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82" name="Google Shape;582;p34"/>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83" name="Google Shape;583;p34"/>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84" name="Google Shape;584;p34"/>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5" name="Google Shape;585;p34"/>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86" name="Google Shape;586;p34"/>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8</a:t>
            </a:r>
            <a:r>
              <a:rPr b="1" lang="en" sz="2600">
                <a:solidFill>
                  <a:srgbClr val="940A15"/>
                </a:solidFill>
                <a:latin typeface="Montserrat"/>
                <a:ea typeface="Montserrat"/>
                <a:cs typeface="Montserrat"/>
                <a:sym typeface="Montserrat"/>
              </a:rPr>
              <a:t> Queens Problem</a:t>
            </a:r>
            <a:endParaRPr b="1" i="0" sz="2600" u="none" cap="none" strike="noStrike">
              <a:solidFill>
                <a:srgbClr val="940A15"/>
              </a:solidFill>
              <a:latin typeface="Montserrat"/>
              <a:ea typeface="Montserrat"/>
              <a:cs typeface="Montserrat"/>
              <a:sym typeface="Montserrat"/>
            </a:endParaRPr>
          </a:p>
        </p:txBody>
      </p:sp>
      <p:sp>
        <p:nvSpPr>
          <p:cNvPr id="587" name="Google Shape;587;p34"/>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88" name="Google Shape;588;p3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89" name="Google Shape;589;p34"/>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590" name="Google Shape;590;p34"/>
          <p:cNvSpPr txBox="1"/>
          <p:nvPr/>
        </p:nvSpPr>
        <p:spPr>
          <a:xfrm>
            <a:off x="523500" y="749850"/>
            <a:ext cx="8154000" cy="11982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0"/>
              </a:spcAft>
              <a:buNone/>
            </a:pPr>
            <a:r>
              <a:rPr b="1" lang="en">
                <a:solidFill>
                  <a:schemeClr val="dk2"/>
                </a:solidFill>
                <a:latin typeface="Montserrat"/>
                <a:ea typeface="Montserrat"/>
                <a:cs typeface="Montserrat"/>
                <a:sym typeface="Montserrat"/>
              </a:rPr>
              <a:t>Step 1: Initial </a:t>
            </a:r>
            <a:r>
              <a:rPr b="1" lang="en">
                <a:solidFill>
                  <a:schemeClr val="dk2"/>
                </a:solidFill>
                <a:latin typeface="Montserrat"/>
                <a:ea typeface="Montserrat"/>
                <a:cs typeface="Montserrat"/>
                <a:sym typeface="Montserrat"/>
              </a:rPr>
              <a:t>population (Encoding).</a:t>
            </a:r>
            <a:endParaRPr b="1">
              <a:solidFill>
                <a:schemeClr val="dk2"/>
              </a:solidFill>
              <a:latin typeface="Montserrat"/>
              <a:ea typeface="Montserrat"/>
              <a:cs typeface="Montserrat"/>
              <a:sym typeface="Montserrat"/>
            </a:endParaRPr>
          </a:p>
          <a:p>
            <a:pPr indent="0" lvl="0" marL="0" rtl="0" algn="l">
              <a:lnSpc>
                <a:spcPct val="125000"/>
              </a:lnSpc>
              <a:spcBef>
                <a:spcPts val="1200"/>
              </a:spcBef>
              <a:spcAft>
                <a:spcPts val="1200"/>
              </a:spcAft>
              <a:buNone/>
            </a:pPr>
            <a:r>
              <a:rPr lang="en">
                <a:solidFill>
                  <a:schemeClr val="dk2"/>
                </a:solidFill>
                <a:latin typeface="Montserrat Medium"/>
                <a:ea typeface="Montserrat Medium"/>
                <a:cs typeface="Montserrat Medium"/>
                <a:sym typeface="Montserrat Medium"/>
              </a:rPr>
              <a:t>Chromosomes of 8 bits – i-th bit represents position of a queen in i-th column</a:t>
            </a:r>
            <a:endParaRPr>
              <a:solidFill>
                <a:schemeClr val="dk2"/>
              </a:solidFill>
              <a:latin typeface="Montserrat Medium"/>
              <a:ea typeface="Montserrat Medium"/>
              <a:cs typeface="Montserrat Medium"/>
              <a:sym typeface="Montserrat Medium"/>
            </a:endParaRPr>
          </a:p>
        </p:txBody>
      </p:sp>
      <p:pic>
        <p:nvPicPr>
          <p:cNvPr id="591" name="Google Shape;591;p34" title="init_GA.png"/>
          <p:cNvPicPr preferRelativeResize="0"/>
          <p:nvPr/>
        </p:nvPicPr>
        <p:blipFill>
          <a:blip r:embed="rId3">
            <a:alphaModFix/>
          </a:blip>
          <a:stretch>
            <a:fillRect/>
          </a:stretch>
        </p:blipFill>
        <p:spPr>
          <a:xfrm>
            <a:off x="526963" y="1948050"/>
            <a:ext cx="8090086" cy="261381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cxnSp>
        <p:nvCxnSpPr>
          <p:cNvPr id="596" name="Google Shape;596;p35"/>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97" name="Google Shape;597;p35"/>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98" name="Google Shape;598;p35"/>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99" name="Google Shape;599;p35"/>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00" name="Google Shape;600;p35"/>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01" name="Google Shape;601;p35"/>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8 Queens Problem</a:t>
            </a:r>
            <a:endParaRPr b="1" i="0" sz="2600" u="none" cap="none" strike="noStrike">
              <a:solidFill>
                <a:srgbClr val="940A15"/>
              </a:solidFill>
              <a:latin typeface="Montserrat"/>
              <a:ea typeface="Montserrat"/>
              <a:cs typeface="Montserrat"/>
              <a:sym typeface="Montserrat"/>
            </a:endParaRPr>
          </a:p>
        </p:txBody>
      </p:sp>
      <p:sp>
        <p:nvSpPr>
          <p:cNvPr id="602" name="Google Shape;602;p35"/>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03" name="Google Shape;603;p3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04" name="Google Shape;604;p35"/>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05" name="Google Shape;605;p35"/>
          <p:cNvSpPr txBox="1"/>
          <p:nvPr/>
        </p:nvSpPr>
        <p:spPr>
          <a:xfrm>
            <a:off x="523500" y="749850"/>
            <a:ext cx="8154000" cy="11982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0"/>
              </a:spcAft>
              <a:buNone/>
            </a:pPr>
            <a:r>
              <a:rPr b="1" lang="en">
                <a:solidFill>
                  <a:schemeClr val="dk2"/>
                </a:solidFill>
                <a:latin typeface="Montserrat"/>
                <a:ea typeface="Montserrat"/>
                <a:cs typeface="Montserrat"/>
                <a:sym typeface="Montserrat"/>
              </a:rPr>
              <a:t>Step 2: Calculate fitness score.</a:t>
            </a:r>
            <a:endParaRPr b="1">
              <a:solidFill>
                <a:schemeClr val="dk2"/>
              </a:solidFill>
              <a:latin typeface="Montserrat"/>
              <a:ea typeface="Montserrat"/>
              <a:cs typeface="Montserrat"/>
              <a:sym typeface="Montserrat"/>
            </a:endParaRPr>
          </a:p>
          <a:p>
            <a:pPr indent="0" lvl="0" marL="0" rtl="0" algn="l">
              <a:lnSpc>
                <a:spcPct val="125000"/>
              </a:lnSpc>
              <a:spcBef>
                <a:spcPts val="1200"/>
              </a:spcBef>
              <a:spcAft>
                <a:spcPts val="1200"/>
              </a:spcAft>
              <a:buNone/>
            </a:pPr>
            <a:r>
              <a:rPr lang="en">
                <a:solidFill>
                  <a:schemeClr val="dk2"/>
                </a:solidFill>
                <a:latin typeface="Montserrat Medium"/>
                <a:ea typeface="Montserrat Medium"/>
                <a:cs typeface="Montserrat Medium"/>
                <a:sym typeface="Montserrat Medium"/>
              </a:rPr>
              <a:t>Fitness function: </a:t>
            </a:r>
            <a:r>
              <a:rPr b="1" lang="en">
                <a:solidFill>
                  <a:schemeClr val="dk2"/>
                </a:solidFill>
                <a:latin typeface="Montserrat"/>
                <a:ea typeface="Montserrat"/>
                <a:cs typeface="Montserrat"/>
                <a:sym typeface="Montserrat"/>
              </a:rPr>
              <a:t>number of non-attacking pairs of queens</a:t>
            </a:r>
            <a:endParaRPr b="1">
              <a:solidFill>
                <a:schemeClr val="dk2"/>
              </a:solidFill>
              <a:latin typeface="Montserrat"/>
              <a:ea typeface="Montserrat"/>
              <a:cs typeface="Montserrat"/>
              <a:sym typeface="Montserrat"/>
            </a:endParaRPr>
          </a:p>
        </p:txBody>
      </p:sp>
      <p:pic>
        <p:nvPicPr>
          <p:cNvPr id="606" name="Google Shape;606;p35" title="fitness_GA.png"/>
          <p:cNvPicPr preferRelativeResize="0"/>
          <p:nvPr/>
        </p:nvPicPr>
        <p:blipFill>
          <a:blip r:embed="rId3">
            <a:alphaModFix/>
          </a:blip>
          <a:stretch>
            <a:fillRect/>
          </a:stretch>
        </p:blipFill>
        <p:spPr>
          <a:xfrm>
            <a:off x="1981200" y="1719450"/>
            <a:ext cx="5358121" cy="261381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cxnSp>
        <p:nvCxnSpPr>
          <p:cNvPr id="611" name="Google Shape;611;p3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12" name="Google Shape;612;p3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13" name="Google Shape;613;p3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14" name="Google Shape;614;p3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5" name="Google Shape;615;p3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16" name="Google Shape;616;p3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8 Queens Problem</a:t>
            </a:r>
            <a:endParaRPr b="1" i="0" sz="2600" u="none" cap="none" strike="noStrike">
              <a:solidFill>
                <a:srgbClr val="940A15"/>
              </a:solidFill>
              <a:latin typeface="Montserrat"/>
              <a:ea typeface="Montserrat"/>
              <a:cs typeface="Montserrat"/>
              <a:sym typeface="Montserrat"/>
            </a:endParaRPr>
          </a:p>
        </p:txBody>
      </p:sp>
      <p:sp>
        <p:nvSpPr>
          <p:cNvPr id="617" name="Google Shape;617;p3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18" name="Google Shape;618;p3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19" name="Google Shape;619;p36"/>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20" name="Google Shape;620;p36"/>
          <p:cNvSpPr txBox="1"/>
          <p:nvPr/>
        </p:nvSpPr>
        <p:spPr>
          <a:xfrm>
            <a:off x="523500" y="749850"/>
            <a:ext cx="8154000" cy="4362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1200"/>
              </a:spcAft>
              <a:buNone/>
            </a:pPr>
            <a:r>
              <a:rPr b="1" lang="en">
                <a:solidFill>
                  <a:schemeClr val="dk2"/>
                </a:solidFill>
                <a:latin typeface="Montserrat"/>
                <a:ea typeface="Montserrat"/>
                <a:cs typeface="Montserrat"/>
                <a:sym typeface="Montserrat"/>
              </a:rPr>
              <a:t>Step 3: Select parents.</a:t>
            </a:r>
            <a:endParaRPr b="1">
              <a:solidFill>
                <a:schemeClr val="dk2"/>
              </a:solidFill>
              <a:latin typeface="Montserrat"/>
              <a:ea typeface="Montserrat"/>
              <a:cs typeface="Montserrat"/>
              <a:sym typeface="Montserrat"/>
            </a:endParaRPr>
          </a:p>
        </p:txBody>
      </p:sp>
      <p:graphicFrame>
        <p:nvGraphicFramePr>
          <p:cNvPr id="621" name="Google Shape;621;p36"/>
          <p:cNvGraphicFramePr/>
          <p:nvPr/>
        </p:nvGraphicFramePr>
        <p:xfrm>
          <a:off x="586900" y="1423475"/>
          <a:ext cx="3000000" cy="3000000"/>
        </p:xfrm>
        <a:graphic>
          <a:graphicData uri="http://schemas.openxmlformats.org/drawingml/2006/table">
            <a:tbl>
              <a:tblPr>
                <a:noFill/>
                <a:tableStyleId>{7F245A4B-F604-42AD-95EE-9D3216637657}</a:tableStyleId>
              </a:tblPr>
              <a:tblGrid>
                <a:gridCol w="904875"/>
                <a:gridCol w="904875"/>
                <a:gridCol w="904875"/>
                <a:gridCol w="904875"/>
                <a:gridCol w="904875"/>
                <a:gridCol w="904875"/>
                <a:gridCol w="904875"/>
                <a:gridCol w="904875"/>
              </a:tblGrid>
              <a:tr h="381000">
                <a:tc>
                  <a:txBody>
                    <a:bodyPr/>
                    <a:lstStyle/>
                    <a:p>
                      <a:pPr indent="0" lvl="0" marL="0" rtl="0" algn="ctr">
                        <a:spcBef>
                          <a:spcPts val="0"/>
                        </a:spcBef>
                        <a:spcAft>
                          <a:spcPts val="0"/>
                        </a:spcAft>
                        <a:buNone/>
                      </a:pPr>
                      <a:r>
                        <a:rPr b="1" lang="en"/>
                        <a:t>3</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7</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1</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1</a:t>
                      </a:r>
                      <a:endParaRPr b="1"/>
                    </a:p>
                  </a:txBody>
                  <a:tcPr marT="91425" marB="91425" marR="91425" marL="91425">
                    <a:solidFill>
                      <a:srgbClr val="D9EAD3"/>
                    </a:solidFill>
                  </a:tcPr>
                </a:tc>
              </a:tr>
            </a:tbl>
          </a:graphicData>
        </a:graphic>
      </p:graphicFrame>
      <p:graphicFrame>
        <p:nvGraphicFramePr>
          <p:cNvPr id="622" name="Google Shape;622;p36"/>
          <p:cNvGraphicFramePr/>
          <p:nvPr/>
        </p:nvGraphicFramePr>
        <p:xfrm>
          <a:off x="586900" y="1975050"/>
          <a:ext cx="3000000" cy="3000000"/>
        </p:xfrm>
        <a:graphic>
          <a:graphicData uri="http://schemas.openxmlformats.org/drawingml/2006/table">
            <a:tbl>
              <a:tblPr>
                <a:noFill/>
                <a:tableStyleId>{7F245A4B-F604-42AD-95EE-9D3216637657}</a:tableStyleId>
              </a:tblPr>
              <a:tblGrid>
                <a:gridCol w="904875"/>
                <a:gridCol w="904875"/>
                <a:gridCol w="904875"/>
                <a:gridCol w="904875"/>
                <a:gridCol w="904875"/>
                <a:gridCol w="904875"/>
                <a:gridCol w="904875"/>
                <a:gridCol w="904875"/>
              </a:tblGrid>
              <a:tr h="381000">
                <a:tc>
                  <a:txBody>
                    <a:bodyPr/>
                    <a:lstStyle/>
                    <a:p>
                      <a:pPr indent="0" lvl="0" marL="0" rtl="0" algn="ctr">
                        <a:spcBef>
                          <a:spcPts val="0"/>
                        </a:spcBef>
                        <a:spcAft>
                          <a:spcPts val="0"/>
                        </a:spcAft>
                        <a:buNone/>
                      </a:pPr>
                      <a:r>
                        <a:rPr b="1" lang="en"/>
                        <a:t>2</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7</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8</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EAD1DC"/>
                    </a:solidFill>
                  </a:tcPr>
                </a:tc>
              </a:tr>
            </a:tbl>
          </a:graphicData>
        </a:graphic>
      </p:graphicFrame>
      <p:sp>
        <p:nvSpPr>
          <p:cNvPr id="623" name="Google Shape;623;p36"/>
          <p:cNvSpPr txBox="1"/>
          <p:nvPr/>
        </p:nvSpPr>
        <p:spPr>
          <a:xfrm>
            <a:off x="491125" y="2730725"/>
            <a:ext cx="8154000" cy="4362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1200"/>
              </a:spcAft>
              <a:buNone/>
            </a:pPr>
            <a:r>
              <a:rPr b="1" lang="en">
                <a:solidFill>
                  <a:schemeClr val="dk2"/>
                </a:solidFill>
                <a:latin typeface="Montserrat"/>
                <a:ea typeface="Montserrat"/>
                <a:cs typeface="Montserrat"/>
                <a:sym typeface="Montserrat"/>
              </a:rPr>
              <a:t>Step 4: Crossover.</a:t>
            </a:r>
            <a:endParaRPr b="1">
              <a:solidFill>
                <a:schemeClr val="dk2"/>
              </a:solidFill>
              <a:latin typeface="Montserrat"/>
              <a:ea typeface="Montserrat"/>
              <a:cs typeface="Montserrat"/>
              <a:sym typeface="Montserrat"/>
            </a:endParaRPr>
          </a:p>
        </p:txBody>
      </p:sp>
      <p:graphicFrame>
        <p:nvGraphicFramePr>
          <p:cNvPr id="624" name="Google Shape;624;p36"/>
          <p:cNvGraphicFramePr/>
          <p:nvPr/>
        </p:nvGraphicFramePr>
        <p:xfrm>
          <a:off x="600000" y="3368925"/>
          <a:ext cx="3000000" cy="3000000"/>
        </p:xfrm>
        <a:graphic>
          <a:graphicData uri="http://schemas.openxmlformats.org/drawingml/2006/table">
            <a:tbl>
              <a:tblPr>
                <a:noFill/>
                <a:tableStyleId>{7F245A4B-F604-42AD-95EE-9D3216637657}</a:tableStyleId>
              </a:tblPr>
              <a:tblGrid>
                <a:gridCol w="904875"/>
                <a:gridCol w="904875"/>
                <a:gridCol w="904875"/>
                <a:gridCol w="904875"/>
                <a:gridCol w="904875"/>
                <a:gridCol w="904875"/>
                <a:gridCol w="904875"/>
                <a:gridCol w="904875"/>
              </a:tblGrid>
              <a:tr h="381000">
                <a:tc>
                  <a:txBody>
                    <a:bodyPr/>
                    <a:lstStyle/>
                    <a:p>
                      <a:pPr indent="0" lvl="0" marL="0" rtl="0" algn="ctr">
                        <a:spcBef>
                          <a:spcPts val="0"/>
                        </a:spcBef>
                        <a:spcAft>
                          <a:spcPts val="0"/>
                        </a:spcAft>
                        <a:buNone/>
                      </a:pPr>
                      <a:r>
                        <a:rPr b="1" lang="en"/>
                        <a:t>3</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7</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1</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EAD1DC"/>
                    </a:solidFill>
                  </a:tcPr>
                </a:tc>
              </a:tr>
            </a:tbl>
          </a:graphicData>
        </a:graphic>
      </p:graphicFrame>
      <p:graphicFrame>
        <p:nvGraphicFramePr>
          <p:cNvPr id="625" name="Google Shape;625;p36"/>
          <p:cNvGraphicFramePr/>
          <p:nvPr/>
        </p:nvGraphicFramePr>
        <p:xfrm>
          <a:off x="600000" y="3920500"/>
          <a:ext cx="3000000" cy="3000000"/>
        </p:xfrm>
        <a:graphic>
          <a:graphicData uri="http://schemas.openxmlformats.org/drawingml/2006/table">
            <a:tbl>
              <a:tblPr>
                <a:noFill/>
                <a:tableStyleId>{7F245A4B-F604-42AD-95EE-9D3216637657}</a:tableStyleId>
              </a:tblPr>
              <a:tblGrid>
                <a:gridCol w="904875"/>
                <a:gridCol w="904875"/>
                <a:gridCol w="904875"/>
                <a:gridCol w="904875"/>
                <a:gridCol w="904875"/>
                <a:gridCol w="904875"/>
                <a:gridCol w="904875"/>
                <a:gridCol w="904875"/>
              </a:tblGrid>
              <a:tr h="381000">
                <a:tc>
                  <a:txBody>
                    <a:bodyPr/>
                    <a:lstStyle/>
                    <a:p>
                      <a:pPr indent="0" lvl="0" marL="0" rtl="0" algn="ctr">
                        <a:spcBef>
                          <a:spcPts val="0"/>
                        </a:spcBef>
                        <a:spcAft>
                          <a:spcPts val="0"/>
                        </a:spcAft>
                        <a:buNone/>
                      </a:pPr>
                      <a:r>
                        <a:rPr b="1" lang="en"/>
                        <a:t>2</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7</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8</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1</a:t>
                      </a:r>
                      <a:endParaRPr b="1"/>
                    </a:p>
                  </a:txBody>
                  <a:tcPr marT="91425" marB="91425" marR="91425" marL="91425">
                    <a:solidFill>
                      <a:srgbClr val="D9EAD3"/>
                    </a:solidFill>
                  </a:tcPr>
                </a:tc>
              </a:tr>
            </a:tbl>
          </a:graphicData>
        </a:graphic>
      </p:graphicFrame>
      <p:graphicFrame>
        <p:nvGraphicFramePr>
          <p:cNvPr id="626" name="Google Shape;626;p36"/>
          <p:cNvGraphicFramePr/>
          <p:nvPr/>
        </p:nvGraphicFramePr>
        <p:xfrm>
          <a:off x="7993725" y="3368925"/>
          <a:ext cx="3000000" cy="3000000"/>
        </p:xfrm>
        <a:graphic>
          <a:graphicData uri="http://schemas.openxmlformats.org/drawingml/2006/table">
            <a:tbl>
              <a:tblPr>
                <a:noFill/>
                <a:tableStyleId>{7F245A4B-F604-42AD-95EE-9D3216637657}</a:tableStyleId>
              </a:tblPr>
              <a:tblGrid>
                <a:gridCol w="498775"/>
              </a:tblGrid>
              <a:tr h="381000">
                <a:tc>
                  <a:txBody>
                    <a:bodyPr/>
                    <a:lstStyle/>
                    <a:p>
                      <a:pPr indent="0" lvl="0" marL="0" rtl="0" algn="ctr">
                        <a:spcBef>
                          <a:spcPts val="0"/>
                        </a:spcBef>
                        <a:spcAft>
                          <a:spcPts val="0"/>
                        </a:spcAft>
                        <a:buNone/>
                      </a:pPr>
                      <a:r>
                        <a:rPr b="1" lang="en"/>
                        <a:t>23</a:t>
                      </a:r>
                      <a:endParaRPr b="1"/>
                    </a:p>
                  </a:txBody>
                  <a:tcPr marT="91425" marB="91425" marR="91425" marL="91425">
                    <a:solidFill>
                      <a:srgbClr val="9FC5E8"/>
                    </a:solidFill>
                  </a:tcPr>
                </a:tc>
              </a:tr>
            </a:tbl>
          </a:graphicData>
        </a:graphic>
      </p:graphicFrame>
      <p:graphicFrame>
        <p:nvGraphicFramePr>
          <p:cNvPr id="627" name="Google Shape;627;p36"/>
          <p:cNvGraphicFramePr/>
          <p:nvPr/>
        </p:nvGraphicFramePr>
        <p:xfrm>
          <a:off x="7993725" y="3893725"/>
          <a:ext cx="3000000" cy="3000000"/>
        </p:xfrm>
        <a:graphic>
          <a:graphicData uri="http://schemas.openxmlformats.org/drawingml/2006/table">
            <a:tbl>
              <a:tblPr>
                <a:noFill/>
                <a:tableStyleId>{7F245A4B-F604-42AD-95EE-9D3216637657}</a:tableStyleId>
              </a:tblPr>
              <a:tblGrid>
                <a:gridCol w="498775"/>
              </a:tblGrid>
              <a:tr h="100000">
                <a:tc>
                  <a:txBody>
                    <a:bodyPr/>
                    <a:lstStyle/>
                    <a:p>
                      <a:pPr indent="0" lvl="0" marL="0" rtl="0" algn="ctr">
                        <a:spcBef>
                          <a:spcPts val="0"/>
                        </a:spcBef>
                        <a:spcAft>
                          <a:spcPts val="0"/>
                        </a:spcAft>
                        <a:buNone/>
                      </a:pPr>
                      <a:r>
                        <a:rPr b="1" lang="en"/>
                        <a:t>26</a:t>
                      </a:r>
                      <a:endParaRPr b="1"/>
                    </a:p>
                  </a:txBody>
                  <a:tcPr marT="91425" marB="91425" marR="91425" marL="91425">
                    <a:solidFill>
                      <a:srgbClr val="9FC5E8"/>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cxnSp>
        <p:nvCxnSpPr>
          <p:cNvPr id="632" name="Google Shape;632;p3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33" name="Google Shape;633;p3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34" name="Google Shape;634;p3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35" name="Google Shape;635;p3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6" name="Google Shape;636;p3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37" name="Google Shape;637;p3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8 Queens Problem</a:t>
            </a:r>
            <a:endParaRPr b="1" i="0" sz="2600" u="none" cap="none" strike="noStrike">
              <a:solidFill>
                <a:srgbClr val="940A15"/>
              </a:solidFill>
              <a:latin typeface="Montserrat"/>
              <a:ea typeface="Montserrat"/>
              <a:cs typeface="Montserrat"/>
              <a:sym typeface="Montserrat"/>
            </a:endParaRPr>
          </a:p>
        </p:txBody>
      </p:sp>
      <p:sp>
        <p:nvSpPr>
          <p:cNvPr id="638" name="Google Shape;638;p3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39" name="Google Shape;639;p3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40" name="Google Shape;640;p37"/>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41" name="Google Shape;641;p37"/>
          <p:cNvSpPr txBox="1"/>
          <p:nvPr/>
        </p:nvSpPr>
        <p:spPr>
          <a:xfrm>
            <a:off x="523500" y="749850"/>
            <a:ext cx="8154000" cy="4362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1200"/>
              </a:spcAft>
              <a:buNone/>
            </a:pPr>
            <a:r>
              <a:rPr b="1" lang="en">
                <a:solidFill>
                  <a:schemeClr val="dk2"/>
                </a:solidFill>
                <a:latin typeface="Montserrat"/>
                <a:ea typeface="Montserrat"/>
                <a:cs typeface="Montserrat"/>
                <a:sym typeface="Montserrat"/>
              </a:rPr>
              <a:t>Step 5: Mutation.</a:t>
            </a:r>
            <a:endParaRPr b="1">
              <a:solidFill>
                <a:schemeClr val="dk2"/>
              </a:solidFill>
              <a:latin typeface="Montserrat"/>
              <a:ea typeface="Montserrat"/>
              <a:cs typeface="Montserrat"/>
              <a:sym typeface="Montserrat"/>
            </a:endParaRPr>
          </a:p>
        </p:txBody>
      </p:sp>
      <p:graphicFrame>
        <p:nvGraphicFramePr>
          <p:cNvPr id="642" name="Google Shape;642;p37"/>
          <p:cNvGraphicFramePr/>
          <p:nvPr/>
        </p:nvGraphicFramePr>
        <p:xfrm>
          <a:off x="981000" y="1235325"/>
          <a:ext cx="3000000" cy="3000000"/>
        </p:xfrm>
        <a:graphic>
          <a:graphicData uri="http://schemas.openxmlformats.org/drawingml/2006/table">
            <a:tbl>
              <a:tblPr>
                <a:noFill/>
                <a:tableStyleId>{7F245A4B-F604-42AD-95EE-9D3216637657}</a:tableStyleId>
              </a:tblPr>
              <a:tblGrid>
                <a:gridCol w="904875"/>
                <a:gridCol w="904875"/>
                <a:gridCol w="904875"/>
                <a:gridCol w="904875"/>
                <a:gridCol w="904875"/>
                <a:gridCol w="904875"/>
                <a:gridCol w="904875"/>
                <a:gridCol w="904875"/>
              </a:tblGrid>
              <a:tr h="381000">
                <a:tc>
                  <a:txBody>
                    <a:bodyPr/>
                    <a:lstStyle/>
                    <a:p>
                      <a:pPr indent="0" lvl="0" marL="0" rtl="0" algn="ctr">
                        <a:spcBef>
                          <a:spcPts val="0"/>
                        </a:spcBef>
                        <a:spcAft>
                          <a:spcPts val="0"/>
                        </a:spcAft>
                        <a:buNone/>
                      </a:pPr>
                      <a:r>
                        <a:rPr b="1" lang="en"/>
                        <a:t>3</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7</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solidFill>
                            <a:srgbClr val="FF0000"/>
                          </a:solidFill>
                        </a:rPr>
                        <a:t>2</a:t>
                      </a:r>
                      <a:endParaRPr b="1">
                        <a:solidFill>
                          <a:srgbClr val="FF0000"/>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1</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EAD1DC"/>
                    </a:solidFill>
                  </a:tcPr>
                </a:tc>
              </a:tr>
            </a:tbl>
          </a:graphicData>
        </a:graphic>
      </p:graphicFrame>
      <p:graphicFrame>
        <p:nvGraphicFramePr>
          <p:cNvPr id="643" name="Google Shape;643;p37"/>
          <p:cNvGraphicFramePr/>
          <p:nvPr/>
        </p:nvGraphicFramePr>
        <p:xfrm>
          <a:off x="981000" y="3006100"/>
          <a:ext cx="3000000" cy="3000000"/>
        </p:xfrm>
        <a:graphic>
          <a:graphicData uri="http://schemas.openxmlformats.org/drawingml/2006/table">
            <a:tbl>
              <a:tblPr>
                <a:noFill/>
                <a:tableStyleId>{7F245A4B-F604-42AD-95EE-9D3216637657}</a:tableStyleId>
              </a:tblPr>
              <a:tblGrid>
                <a:gridCol w="904875"/>
                <a:gridCol w="904875"/>
                <a:gridCol w="904875"/>
                <a:gridCol w="904875"/>
                <a:gridCol w="904875"/>
                <a:gridCol w="904875"/>
                <a:gridCol w="904875"/>
                <a:gridCol w="904875"/>
              </a:tblGrid>
              <a:tr h="381000">
                <a:tc>
                  <a:txBody>
                    <a:bodyPr/>
                    <a:lstStyle/>
                    <a:p>
                      <a:pPr indent="0" lvl="0" marL="0" rtl="0" algn="ctr">
                        <a:spcBef>
                          <a:spcPts val="0"/>
                        </a:spcBef>
                        <a:spcAft>
                          <a:spcPts val="0"/>
                        </a:spcAft>
                        <a:buNone/>
                      </a:pPr>
                      <a:r>
                        <a:rPr b="1" lang="en"/>
                        <a:t>2</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7</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8</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solidFill>
                            <a:srgbClr val="FF0000"/>
                          </a:solidFill>
                        </a:rPr>
                        <a:t>5</a:t>
                      </a:r>
                      <a:endParaRPr b="1">
                        <a:solidFill>
                          <a:srgbClr val="FF0000"/>
                        </a:solidFill>
                      </a:endParaRPr>
                    </a:p>
                  </a:txBody>
                  <a:tcPr marT="91425" marB="91425" marR="91425" marL="91425">
                    <a:solidFill>
                      <a:srgbClr val="EAD1DC"/>
                    </a:solidFill>
                  </a:tcPr>
                </a:tc>
                <a:tc>
                  <a:txBody>
                    <a:bodyPr/>
                    <a:lstStyle/>
                    <a:p>
                      <a:pPr indent="0" lvl="0" marL="0" rtl="0" algn="ctr">
                        <a:spcBef>
                          <a:spcPts val="0"/>
                        </a:spcBef>
                        <a:spcAft>
                          <a:spcPts val="0"/>
                        </a:spcAft>
                        <a:buNone/>
                      </a:pPr>
                      <a:r>
                        <a:rPr b="1" lang="en"/>
                        <a:t>1</a:t>
                      </a:r>
                      <a:endParaRPr b="1"/>
                    </a:p>
                  </a:txBody>
                  <a:tcPr marT="91425" marB="91425" marR="91425" marL="91425">
                    <a:solidFill>
                      <a:srgbClr val="D9EAD3"/>
                    </a:solidFill>
                  </a:tcPr>
                </a:tc>
              </a:tr>
            </a:tbl>
          </a:graphicData>
        </a:graphic>
      </p:graphicFrame>
      <p:graphicFrame>
        <p:nvGraphicFramePr>
          <p:cNvPr id="644" name="Google Shape;644;p37"/>
          <p:cNvGraphicFramePr/>
          <p:nvPr/>
        </p:nvGraphicFramePr>
        <p:xfrm>
          <a:off x="8374725" y="1235325"/>
          <a:ext cx="3000000" cy="3000000"/>
        </p:xfrm>
        <a:graphic>
          <a:graphicData uri="http://schemas.openxmlformats.org/drawingml/2006/table">
            <a:tbl>
              <a:tblPr>
                <a:noFill/>
                <a:tableStyleId>{7F245A4B-F604-42AD-95EE-9D3216637657}</a:tableStyleId>
              </a:tblPr>
              <a:tblGrid>
                <a:gridCol w="498775"/>
              </a:tblGrid>
              <a:tr h="381000">
                <a:tc>
                  <a:txBody>
                    <a:bodyPr/>
                    <a:lstStyle/>
                    <a:p>
                      <a:pPr indent="0" lvl="0" marL="0" rtl="0" algn="ctr">
                        <a:spcBef>
                          <a:spcPts val="0"/>
                        </a:spcBef>
                        <a:spcAft>
                          <a:spcPts val="0"/>
                        </a:spcAft>
                        <a:buNone/>
                      </a:pPr>
                      <a:r>
                        <a:rPr b="1" lang="en"/>
                        <a:t>23</a:t>
                      </a:r>
                      <a:endParaRPr b="1"/>
                    </a:p>
                  </a:txBody>
                  <a:tcPr marT="91425" marB="91425" marR="91425" marL="91425">
                    <a:solidFill>
                      <a:srgbClr val="9FC5E8"/>
                    </a:solidFill>
                  </a:tcPr>
                </a:tc>
              </a:tr>
            </a:tbl>
          </a:graphicData>
        </a:graphic>
      </p:graphicFrame>
      <p:graphicFrame>
        <p:nvGraphicFramePr>
          <p:cNvPr id="645" name="Google Shape;645;p37"/>
          <p:cNvGraphicFramePr/>
          <p:nvPr/>
        </p:nvGraphicFramePr>
        <p:xfrm>
          <a:off x="8374725" y="3006100"/>
          <a:ext cx="3000000" cy="3000000"/>
        </p:xfrm>
        <a:graphic>
          <a:graphicData uri="http://schemas.openxmlformats.org/drawingml/2006/table">
            <a:tbl>
              <a:tblPr>
                <a:noFill/>
                <a:tableStyleId>{7F245A4B-F604-42AD-95EE-9D3216637657}</a:tableStyleId>
              </a:tblPr>
              <a:tblGrid>
                <a:gridCol w="498775"/>
              </a:tblGrid>
              <a:tr h="100000">
                <a:tc>
                  <a:txBody>
                    <a:bodyPr/>
                    <a:lstStyle/>
                    <a:p>
                      <a:pPr indent="0" lvl="0" marL="0" rtl="0" algn="ctr">
                        <a:spcBef>
                          <a:spcPts val="0"/>
                        </a:spcBef>
                        <a:spcAft>
                          <a:spcPts val="0"/>
                        </a:spcAft>
                        <a:buNone/>
                      </a:pPr>
                      <a:r>
                        <a:rPr b="1" lang="en"/>
                        <a:t>26</a:t>
                      </a:r>
                      <a:endParaRPr b="1"/>
                    </a:p>
                  </a:txBody>
                  <a:tcPr marT="91425" marB="91425" marR="91425" marL="91425">
                    <a:solidFill>
                      <a:srgbClr val="9FC5E8"/>
                    </a:solidFill>
                  </a:tcPr>
                </a:tc>
              </a:tr>
            </a:tbl>
          </a:graphicData>
        </a:graphic>
      </p:graphicFrame>
      <p:graphicFrame>
        <p:nvGraphicFramePr>
          <p:cNvPr id="646" name="Google Shape;646;p37"/>
          <p:cNvGraphicFramePr/>
          <p:nvPr/>
        </p:nvGraphicFramePr>
        <p:xfrm>
          <a:off x="981000" y="1844925"/>
          <a:ext cx="3000000" cy="3000000"/>
        </p:xfrm>
        <a:graphic>
          <a:graphicData uri="http://schemas.openxmlformats.org/drawingml/2006/table">
            <a:tbl>
              <a:tblPr>
                <a:noFill/>
                <a:tableStyleId>{7F245A4B-F604-42AD-95EE-9D3216637657}</a:tableStyleId>
              </a:tblPr>
              <a:tblGrid>
                <a:gridCol w="904875"/>
                <a:gridCol w="904875"/>
                <a:gridCol w="904875"/>
                <a:gridCol w="904875"/>
                <a:gridCol w="904875"/>
                <a:gridCol w="904875"/>
                <a:gridCol w="904875"/>
                <a:gridCol w="904875"/>
              </a:tblGrid>
              <a:tr h="381000">
                <a:tc>
                  <a:txBody>
                    <a:bodyPr/>
                    <a:lstStyle/>
                    <a:p>
                      <a:pPr indent="0" lvl="0" marL="0" rtl="0" algn="ctr">
                        <a:spcBef>
                          <a:spcPts val="0"/>
                        </a:spcBef>
                        <a:spcAft>
                          <a:spcPts val="0"/>
                        </a:spcAft>
                        <a:buNone/>
                      </a:pPr>
                      <a:r>
                        <a:rPr b="1" lang="en"/>
                        <a:t>3</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7</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solidFill>
                            <a:schemeClr val="dk2"/>
                          </a:solidFill>
                        </a:rPr>
                        <a:t>8</a:t>
                      </a:r>
                      <a:endParaRPr b="1">
                        <a:solidFill>
                          <a:schemeClr val="dk2"/>
                        </a:solidFill>
                      </a:endParaRPr>
                    </a:p>
                  </a:txBody>
                  <a:tcPr marT="91425" marB="91425" marR="91425" marL="91425">
                    <a:solidFill>
                      <a:srgbClr val="D9EAD3"/>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1</a:t>
                      </a:r>
                      <a:endParaRPr b="1"/>
                    </a:p>
                  </a:txBody>
                  <a:tcPr marT="91425" marB="91425" marR="91425" marL="91425">
                    <a:solidFill>
                      <a:srgbClr val="D9EAD3"/>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EAD1DC"/>
                    </a:solidFill>
                  </a:tcPr>
                </a:tc>
              </a:tr>
            </a:tbl>
          </a:graphicData>
        </a:graphic>
      </p:graphicFrame>
      <p:graphicFrame>
        <p:nvGraphicFramePr>
          <p:cNvPr id="647" name="Google Shape;647;p37"/>
          <p:cNvGraphicFramePr/>
          <p:nvPr/>
        </p:nvGraphicFramePr>
        <p:xfrm>
          <a:off x="8374725" y="1844925"/>
          <a:ext cx="3000000" cy="3000000"/>
        </p:xfrm>
        <a:graphic>
          <a:graphicData uri="http://schemas.openxmlformats.org/drawingml/2006/table">
            <a:tbl>
              <a:tblPr>
                <a:noFill/>
                <a:tableStyleId>{7F245A4B-F604-42AD-95EE-9D3216637657}</a:tableStyleId>
              </a:tblPr>
              <a:tblGrid>
                <a:gridCol w="498775"/>
              </a:tblGrid>
              <a:tr h="381000">
                <a:tc>
                  <a:txBody>
                    <a:bodyPr/>
                    <a:lstStyle/>
                    <a:p>
                      <a:pPr indent="0" lvl="0" marL="0" rtl="0" algn="ctr">
                        <a:spcBef>
                          <a:spcPts val="0"/>
                        </a:spcBef>
                        <a:spcAft>
                          <a:spcPts val="0"/>
                        </a:spcAft>
                        <a:buNone/>
                      </a:pPr>
                      <a:r>
                        <a:rPr b="1" lang="en"/>
                        <a:t>25</a:t>
                      </a:r>
                      <a:endParaRPr b="1"/>
                    </a:p>
                  </a:txBody>
                  <a:tcPr marT="91425" marB="91425" marR="91425" marL="91425">
                    <a:solidFill>
                      <a:srgbClr val="9FC5E8"/>
                    </a:solidFill>
                  </a:tcPr>
                </a:tc>
              </a:tr>
            </a:tbl>
          </a:graphicData>
        </a:graphic>
      </p:graphicFrame>
      <p:graphicFrame>
        <p:nvGraphicFramePr>
          <p:cNvPr id="648" name="Google Shape;648;p37"/>
          <p:cNvGraphicFramePr/>
          <p:nvPr/>
        </p:nvGraphicFramePr>
        <p:xfrm>
          <a:off x="981000" y="3615700"/>
          <a:ext cx="3000000" cy="3000000"/>
        </p:xfrm>
        <a:graphic>
          <a:graphicData uri="http://schemas.openxmlformats.org/drawingml/2006/table">
            <a:tbl>
              <a:tblPr>
                <a:noFill/>
                <a:tableStyleId>{7F245A4B-F604-42AD-95EE-9D3216637657}</a:tableStyleId>
              </a:tblPr>
              <a:tblGrid>
                <a:gridCol w="904875"/>
                <a:gridCol w="904875"/>
                <a:gridCol w="904875"/>
                <a:gridCol w="904875"/>
                <a:gridCol w="904875"/>
                <a:gridCol w="904875"/>
                <a:gridCol w="904875"/>
                <a:gridCol w="904875"/>
              </a:tblGrid>
              <a:tr h="381000">
                <a:tc>
                  <a:txBody>
                    <a:bodyPr/>
                    <a:lstStyle/>
                    <a:p>
                      <a:pPr indent="0" lvl="0" marL="0" rtl="0" algn="ctr">
                        <a:spcBef>
                          <a:spcPts val="0"/>
                        </a:spcBef>
                        <a:spcAft>
                          <a:spcPts val="0"/>
                        </a:spcAft>
                        <a:buNone/>
                      </a:pPr>
                      <a:r>
                        <a:rPr b="1" lang="en"/>
                        <a:t>2</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7</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8</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3</a:t>
                      </a:r>
                      <a:endParaRPr b="1"/>
                    </a:p>
                  </a:txBody>
                  <a:tcPr marT="91425" marB="91425" marR="91425" marL="91425">
                    <a:solidFill>
                      <a:srgbClr val="EAD1DC"/>
                    </a:solidFill>
                  </a:tcPr>
                </a:tc>
                <a:tc>
                  <a:txBody>
                    <a:bodyPr/>
                    <a:lstStyle/>
                    <a:p>
                      <a:pPr indent="0" lvl="0" marL="0" rtl="0" algn="ctr">
                        <a:spcBef>
                          <a:spcPts val="0"/>
                        </a:spcBef>
                        <a:spcAft>
                          <a:spcPts val="0"/>
                        </a:spcAft>
                        <a:buNone/>
                      </a:pPr>
                      <a:r>
                        <a:rPr b="1" lang="en"/>
                        <a:t>1</a:t>
                      </a:r>
                      <a:endParaRPr b="1"/>
                    </a:p>
                  </a:txBody>
                  <a:tcPr marT="91425" marB="91425" marR="91425" marL="91425">
                    <a:solidFill>
                      <a:srgbClr val="D9EAD3"/>
                    </a:solidFill>
                  </a:tcPr>
                </a:tc>
              </a:tr>
            </a:tbl>
          </a:graphicData>
        </a:graphic>
      </p:graphicFrame>
      <p:graphicFrame>
        <p:nvGraphicFramePr>
          <p:cNvPr id="649" name="Google Shape;649;p37"/>
          <p:cNvGraphicFramePr/>
          <p:nvPr/>
        </p:nvGraphicFramePr>
        <p:xfrm>
          <a:off x="8374725" y="3615700"/>
          <a:ext cx="3000000" cy="3000000"/>
        </p:xfrm>
        <a:graphic>
          <a:graphicData uri="http://schemas.openxmlformats.org/drawingml/2006/table">
            <a:tbl>
              <a:tblPr>
                <a:noFill/>
                <a:tableStyleId>{7F245A4B-F604-42AD-95EE-9D3216637657}</a:tableStyleId>
              </a:tblPr>
              <a:tblGrid>
                <a:gridCol w="498775"/>
              </a:tblGrid>
              <a:tr h="100000">
                <a:tc>
                  <a:txBody>
                    <a:bodyPr/>
                    <a:lstStyle/>
                    <a:p>
                      <a:pPr indent="0" lvl="0" marL="0" rtl="0" algn="ctr">
                        <a:spcBef>
                          <a:spcPts val="0"/>
                        </a:spcBef>
                        <a:spcAft>
                          <a:spcPts val="0"/>
                        </a:spcAft>
                        <a:buNone/>
                      </a:pPr>
                      <a:r>
                        <a:rPr b="1" lang="en"/>
                        <a:t>27</a:t>
                      </a:r>
                      <a:endParaRPr b="1"/>
                    </a:p>
                  </a:txBody>
                  <a:tcPr marT="91425" marB="91425" marR="91425" marL="91425">
                    <a:solidFill>
                      <a:srgbClr val="9FC5E8"/>
                    </a:solidFill>
                  </a:tcPr>
                </a:tc>
              </a:tr>
            </a:tbl>
          </a:graphicData>
        </a:graphic>
      </p:graphicFrame>
      <p:sp>
        <p:nvSpPr>
          <p:cNvPr id="650" name="Google Shape;650;p37"/>
          <p:cNvSpPr/>
          <p:nvPr/>
        </p:nvSpPr>
        <p:spPr>
          <a:xfrm>
            <a:off x="455750" y="1441975"/>
            <a:ext cx="403800" cy="6585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1" name="Google Shape;651;p37"/>
          <p:cNvSpPr/>
          <p:nvPr/>
        </p:nvSpPr>
        <p:spPr>
          <a:xfrm>
            <a:off x="466625" y="3185775"/>
            <a:ext cx="403800" cy="6585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cxnSp>
        <p:nvCxnSpPr>
          <p:cNvPr id="656" name="Google Shape;656;p3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57" name="Google Shape;657;p3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58" name="Google Shape;658;p3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59" name="Google Shape;659;p3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0" name="Google Shape;660;p3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61" name="Google Shape;661;p3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8 Queens Problem</a:t>
            </a:r>
            <a:endParaRPr b="1" i="0" sz="2600" u="none" cap="none" strike="noStrike">
              <a:solidFill>
                <a:srgbClr val="940A15"/>
              </a:solidFill>
              <a:latin typeface="Montserrat"/>
              <a:ea typeface="Montserrat"/>
              <a:cs typeface="Montserrat"/>
              <a:sym typeface="Montserrat"/>
            </a:endParaRPr>
          </a:p>
        </p:txBody>
      </p:sp>
      <p:sp>
        <p:nvSpPr>
          <p:cNvPr id="662" name="Google Shape;662;p3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63" name="Google Shape;663;p3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64" name="Google Shape;664;p38"/>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65" name="Google Shape;665;p38"/>
          <p:cNvSpPr txBox="1"/>
          <p:nvPr/>
        </p:nvSpPr>
        <p:spPr>
          <a:xfrm>
            <a:off x="523500" y="749850"/>
            <a:ext cx="8154000" cy="39612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0"/>
              </a:spcAft>
              <a:buNone/>
            </a:pPr>
            <a:r>
              <a:rPr b="1" lang="en">
                <a:solidFill>
                  <a:schemeClr val="dk2"/>
                </a:solidFill>
                <a:latin typeface="Montserrat"/>
                <a:ea typeface="Montserrat"/>
                <a:cs typeface="Montserrat"/>
                <a:sym typeface="Montserrat"/>
              </a:rPr>
              <a:t>Step 6: New generation.</a:t>
            </a:r>
            <a:endParaRPr b="1">
              <a:solidFill>
                <a:schemeClr val="dk2"/>
              </a:solidFill>
              <a:latin typeface="Montserrat"/>
              <a:ea typeface="Montserrat"/>
              <a:cs typeface="Montserrat"/>
              <a:sym typeface="Montserrat"/>
            </a:endParaRPr>
          </a:p>
          <a:p>
            <a:pPr indent="-317500" lvl="0" marL="457200" rtl="0" algn="l">
              <a:lnSpc>
                <a:spcPct val="125000"/>
              </a:lnSpc>
              <a:spcBef>
                <a:spcPts val="12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Suppose we have: parents [p1, p2, p3, p4] and children [c1, c2, c3, c4]</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New generation size must be equal to previous generation</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Option 1: new generation = children</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Option 2: </a:t>
            </a:r>
            <a:r>
              <a:rPr b="1" lang="en">
                <a:solidFill>
                  <a:schemeClr val="dk2"/>
                </a:solidFill>
                <a:latin typeface="Montserrat"/>
                <a:ea typeface="Montserrat"/>
                <a:cs typeface="Montserrat"/>
                <a:sym typeface="Montserrat"/>
              </a:rPr>
              <a:t>elitism</a:t>
            </a:r>
            <a:endParaRPr b="1">
              <a:solidFill>
                <a:schemeClr val="dk2"/>
              </a:solidFill>
              <a:latin typeface="Montserrat"/>
              <a:ea typeface="Montserrat"/>
              <a:cs typeface="Montserrat"/>
              <a:sym typeface="Montserrat"/>
            </a:endParaRPr>
          </a:p>
          <a:p>
            <a:pPr indent="-317500" lvl="1" marL="914400" rtl="0" algn="l">
              <a:lnSpc>
                <a:spcPct val="12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k-elitism: choose k best chromosomes from [parents, children], remaining chromosomes will be from children</a:t>
            </a:r>
            <a:endParaRPr>
              <a:solidFill>
                <a:schemeClr val="dk2"/>
              </a:solidFill>
              <a:latin typeface="Montserrat Medium"/>
              <a:ea typeface="Montserrat Medium"/>
              <a:cs typeface="Montserrat Medium"/>
              <a:sym typeface="Montserrat Medium"/>
            </a:endParaRPr>
          </a:p>
          <a:p>
            <a:pPr indent="-317500" lvl="1" marL="914400" rtl="0" algn="l">
              <a:lnSpc>
                <a:spcPct val="125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Suppose in terms of fitness, c1 &gt; p4 &gt; p3 &gt; c2 &gt; c4 &gt; p1 &gt; p2 &gt; c3</a:t>
            </a:r>
            <a:endParaRPr>
              <a:solidFill>
                <a:schemeClr val="dk2"/>
              </a:solidFill>
              <a:latin typeface="Montserrat Medium"/>
              <a:ea typeface="Montserrat Medium"/>
              <a:cs typeface="Montserrat Medium"/>
              <a:sym typeface="Montserrat Medium"/>
            </a:endParaRPr>
          </a:p>
          <a:p>
            <a:pPr indent="-317500" lvl="1" marL="914400" rtl="0" algn="l">
              <a:lnSpc>
                <a:spcPct val="125000"/>
              </a:lnSpc>
              <a:spcBef>
                <a:spcPts val="1000"/>
              </a:spcBef>
              <a:spcAft>
                <a:spcPts val="100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Using 2-elitism, new generation = [c1, p4, c2, c4]</a:t>
            </a:r>
            <a:endParaRPr>
              <a:solidFill>
                <a:schemeClr val="dk2"/>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cxnSp>
        <p:nvCxnSpPr>
          <p:cNvPr id="670" name="Google Shape;670;p3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71" name="Google Shape;671;p3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72" name="Google Shape;672;p3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73" name="Google Shape;673;p3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4" name="Google Shape;674;p3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75" name="Google Shape;675;p3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Pseudocode</a:t>
            </a:r>
            <a:endParaRPr b="1" i="0" sz="2600" u="none" cap="none" strike="noStrike">
              <a:solidFill>
                <a:srgbClr val="940A15"/>
              </a:solidFill>
              <a:latin typeface="Montserrat"/>
              <a:ea typeface="Montserrat"/>
              <a:cs typeface="Montserrat"/>
              <a:sym typeface="Montserrat"/>
            </a:endParaRPr>
          </a:p>
        </p:txBody>
      </p:sp>
      <p:sp>
        <p:nvSpPr>
          <p:cNvPr id="676" name="Google Shape;676;p3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77" name="Google Shape;677;p3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78" name="Google Shape;678;p39"/>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79" name="Google Shape;679;p39"/>
          <p:cNvSpPr txBox="1"/>
          <p:nvPr/>
        </p:nvSpPr>
        <p:spPr>
          <a:xfrm>
            <a:off x="443875" y="938475"/>
            <a:ext cx="8229600" cy="3962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None/>
            </a:pPr>
            <a:r>
              <a:rPr b="1" lang="en">
                <a:solidFill>
                  <a:srgbClr val="000000"/>
                </a:solidFill>
              </a:rPr>
              <a:t>function</a:t>
            </a:r>
            <a:r>
              <a:rPr lang="en">
                <a:solidFill>
                  <a:srgbClr val="000000"/>
                </a:solidFill>
              </a:rPr>
              <a:t> GENETIC_ALGORITHM( </a:t>
            </a:r>
            <a:r>
              <a:rPr i="1" lang="en">
                <a:solidFill>
                  <a:srgbClr val="000000"/>
                </a:solidFill>
              </a:rPr>
              <a:t>population, </a:t>
            </a:r>
            <a:r>
              <a:rPr lang="en">
                <a:solidFill>
                  <a:srgbClr val="000000"/>
                </a:solidFill>
              </a:rPr>
              <a:t>FITNESS-FN) </a:t>
            </a:r>
            <a:r>
              <a:rPr b="1" lang="en">
                <a:solidFill>
                  <a:srgbClr val="000000"/>
                </a:solidFill>
              </a:rPr>
              <a:t>return</a:t>
            </a:r>
            <a:r>
              <a:rPr lang="en">
                <a:solidFill>
                  <a:srgbClr val="000000"/>
                </a:solidFill>
              </a:rPr>
              <a:t> an individual</a:t>
            </a:r>
            <a:endParaRPr>
              <a:solidFill>
                <a:srgbClr val="000000"/>
              </a:solidFill>
            </a:endParaRPr>
          </a:p>
          <a:p>
            <a:pPr indent="-342900" lvl="0" marL="342900" rtl="0" algn="l">
              <a:lnSpc>
                <a:spcPct val="90000"/>
              </a:lnSpc>
              <a:spcBef>
                <a:spcPts val="320"/>
              </a:spcBef>
              <a:spcAft>
                <a:spcPts val="0"/>
              </a:spcAft>
              <a:buNone/>
            </a:pPr>
            <a:r>
              <a:rPr lang="en">
                <a:solidFill>
                  <a:srgbClr val="000000"/>
                </a:solidFill>
              </a:rPr>
              <a:t>	</a:t>
            </a:r>
            <a:r>
              <a:rPr b="1" lang="en">
                <a:solidFill>
                  <a:srgbClr val="000000"/>
                </a:solidFill>
              </a:rPr>
              <a:t>input:</a:t>
            </a:r>
            <a:r>
              <a:rPr lang="en">
                <a:solidFill>
                  <a:srgbClr val="000000"/>
                </a:solidFill>
              </a:rPr>
              <a:t> </a:t>
            </a:r>
            <a:r>
              <a:rPr i="1" lang="en">
                <a:solidFill>
                  <a:srgbClr val="000000"/>
                </a:solidFill>
              </a:rPr>
              <a:t>population</a:t>
            </a:r>
            <a:r>
              <a:rPr lang="en">
                <a:solidFill>
                  <a:srgbClr val="000000"/>
                </a:solidFill>
              </a:rPr>
              <a:t>, a set of individuals</a:t>
            </a:r>
            <a:endParaRPr>
              <a:solidFill>
                <a:srgbClr val="000000"/>
              </a:solidFill>
            </a:endParaRPr>
          </a:p>
          <a:p>
            <a:pPr indent="-342900" lvl="0" marL="342900" rtl="0" algn="l">
              <a:lnSpc>
                <a:spcPct val="90000"/>
              </a:lnSpc>
              <a:spcBef>
                <a:spcPts val="320"/>
              </a:spcBef>
              <a:spcAft>
                <a:spcPts val="0"/>
              </a:spcAft>
              <a:buNone/>
            </a:pPr>
            <a:r>
              <a:rPr lang="en">
                <a:solidFill>
                  <a:srgbClr val="000000"/>
                </a:solidFill>
              </a:rPr>
              <a:t>		        FITNESS-FN, a function which determines the quality of the individual</a:t>
            </a:r>
            <a:endParaRPr>
              <a:solidFill>
                <a:srgbClr val="000000"/>
              </a:solidFill>
            </a:endParaRPr>
          </a:p>
          <a:p>
            <a:pPr indent="-342900" lvl="0" marL="342900" rtl="0" algn="l">
              <a:lnSpc>
                <a:spcPct val="90000"/>
              </a:lnSpc>
              <a:spcBef>
                <a:spcPts val="320"/>
              </a:spcBef>
              <a:spcAft>
                <a:spcPts val="0"/>
              </a:spcAft>
              <a:buNone/>
            </a:pPr>
            <a:r>
              <a:rPr lang="en">
                <a:solidFill>
                  <a:srgbClr val="000000"/>
                </a:solidFill>
              </a:rPr>
              <a:t>	</a:t>
            </a:r>
            <a:r>
              <a:rPr b="1" lang="en">
                <a:solidFill>
                  <a:srgbClr val="000000"/>
                </a:solidFill>
              </a:rPr>
              <a:t>repeat</a:t>
            </a:r>
            <a:endParaRPr>
              <a:solidFill>
                <a:srgbClr val="000000"/>
              </a:solidFill>
            </a:endParaRPr>
          </a:p>
          <a:p>
            <a:pPr indent="-342900" lvl="0" marL="342900" rtl="0" algn="l">
              <a:lnSpc>
                <a:spcPct val="90000"/>
              </a:lnSpc>
              <a:spcBef>
                <a:spcPts val="320"/>
              </a:spcBef>
              <a:spcAft>
                <a:spcPts val="0"/>
              </a:spcAft>
              <a:buNone/>
            </a:pPr>
            <a:r>
              <a:rPr b="1" lang="en">
                <a:solidFill>
                  <a:srgbClr val="000000"/>
                </a:solidFill>
              </a:rPr>
              <a:t>		  </a:t>
            </a:r>
            <a:r>
              <a:rPr i="1" lang="en">
                <a:solidFill>
                  <a:srgbClr val="000000"/>
                </a:solidFill>
              </a:rPr>
              <a:t>new_population ← </a:t>
            </a:r>
            <a:r>
              <a:rPr lang="en">
                <a:solidFill>
                  <a:srgbClr val="000000"/>
                </a:solidFill>
              </a:rPr>
              <a:t>empty set</a:t>
            </a:r>
            <a:endParaRPr>
              <a:solidFill>
                <a:srgbClr val="000000"/>
              </a:solidFill>
            </a:endParaRPr>
          </a:p>
          <a:p>
            <a:pPr indent="-342900" lvl="0" marL="342900" rtl="0" algn="l">
              <a:lnSpc>
                <a:spcPct val="90000"/>
              </a:lnSpc>
              <a:spcBef>
                <a:spcPts val="320"/>
              </a:spcBef>
              <a:spcAft>
                <a:spcPts val="0"/>
              </a:spcAft>
              <a:buNone/>
            </a:pPr>
            <a:r>
              <a:rPr lang="en">
                <a:solidFill>
                  <a:srgbClr val="000000"/>
                </a:solidFill>
              </a:rPr>
              <a:t>		  </a:t>
            </a:r>
            <a:r>
              <a:rPr b="1" lang="en">
                <a:solidFill>
                  <a:srgbClr val="000000"/>
                </a:solidFill>
              </a:rPr>
              <a:t>for</a:t>
            </a:r>
            <a:r>
              <a:rPr lang="en">
                <a:solidFill>
                  <a:srgbClr val="000000"/>
                </a:solidFill>
              </a:rPr>
              <a:t> i </a:t>
            </a:r>
            <a:r>
              <a:rPr b="1" lang="en">
                <a:solidFill>
                  <a:srgbClr val="000000"/>
                </a:solidFill>
              </a:rPr>
              <a:t>from</a:t>
            </a:r>
            <a:r>
              <a:rPr lang="en">
                <a:solidFill>
                  <a:srgbClr val="000000"/>
                </a:solidFill>
              </a:rPr>
              <a:t> 1 </a:t>
            </a:r>
            <a:r>
              <a:rPr b="1" lang="en">
                <a:solidFill>
                  <a:srgbClr val="000000"/>
                </a:solidFill>
              </a:rPr>
              <a:t>to</a:t>
            </a:r>
            <a:r>
              <a:rPr lang="en">
                <a:solidFill>
                  <a:srgbClr val="000000"/>
                </a:solidFill>
              </a:rPr>
              <a:t> SIZE(</a:t>
            </a:r>
            <a:r>
              <a:rPr i="1" lang="en">
                <a:solidFill>
                  <a:srgbClr val="000000"/>
                </a:solidFill>
              </a:rPr>
              <a:t>population</a:t>
            </a:r>
            <a:r>
              <a:rPr lang="en">
                <a:solidFill>
                  <a:srgbClr val="000000"/>
                </a:solidFill>
              </a:rPr>
              <a:t>) </a:t>
            </a:r>
            <a:r>
              <a:rPr b="1" lang="en">
                <a:solidFill>
                  <a:srgbClr val="000000"/>
                </a:solidFill>
              </a:rPr>
              <a:t>do</a:t>
            </a:r>
            <a:endParaRPr>
              <a:solidFill>
                <a:srgbClr val="000000"/>
              </a:solidFill>
            </a:endParaRPr>
          </a:p>
          <a:p>
            <a:pPr indent="-342900" lvl="0" marL="342900" rtl="0" algn="l">
              <a:lnSpc>
                <a:spcPct val="90000"/>
              </a:lnSpc>
              <a:spcBef>
                <a:spcPts val="320"/>
              </a:spcBef>
              <a:spcAft>
                <a:spcPts val="0"/>
              </a:spcAft>
              <a:buNone/>
            </a:pPr>
            <a:r>
              <a:rPr b="1" lang="en">
                <a:solidFill>
                  <a:srgbClr val="000000"/>
                </a:solidFill>
              </a:rPr>
              <a:t>			</a:t>
            </a:r>
            <a:r>
              <a:rPr i="1" lang="en">
                <a:solidFill>
                  <a:srgbClr val="000000"/>
                </a:solidFill>
              </a:rPr>
              <a:t>x ← </a:t>
            </a:r>
            <a:r>
              <a:rPr lang="en">
                <a:solidFill>
                  <a:srgbClr val="000000"/>
                </a:solidFill>
              </a:rPr>
              <a:t>RANDOM_SELECTION(</a:t>
            </a:r>
            <a:r>
              <a:rPr i="1" lang="en">
                <a:solidFill>
                  <a:srgbClr val="000000"/>
                </a:solidFill>
              </a:rPr>
              <a:t>population</a:t>
            </a:r>
            <a:r>
              <a:rPr lang="en">
                <a:solidFill>
                  <a:srgbClr val="000000"/>
                </a:solidFill>
              </a:rPr>
              <a:t>, FITNESS_FN)	</a:t>
            </a:r>
            <a:r>
              <a:rPr b="1" lang="en">
                <a:solidFill>
                  <a:srgbClr val="000000"/>
                </a:solidFill>
              </a:rPr>
              <a:t>		</a:t>
            </a:r>
            <a:endParaRPr b="1">
              <a:solidFill>
                <a:srgbClr val="000000"/>
              </a:solidFill>
            </a:endParaRPr>
          </a:p>
          <a:p>
            <a:pPr indent="-342900" lvl="0" marL="342900" rtl="0" algn="l">
              <a:lnSpc>
                <a:spcPct val="90000"/>
              </a:lnSpc>
              <a:spcBef>
                <a:spcPts val="320"/>
              </a:spcBef>
              <a:spcAft>
                <a:spcPts val="0"/>
              </a:spcAft>
              <a:buNone/>
            </a:pPr>
            <a:r>
              <a:rPr i="1" lang="en"/>
              <a:t>                   </a:t>
            </a:r>
            <a:r>
              <a:rPr i="1" lang="en">
                <a:solidFill>
                  <a:srgbClr val="000000"/>
                </a:solidFill>
              </a:rPr>
              <a:t>y ← </a:t>
            </a:r>
            <a:r>
              <a:rPr lang="en">
                <a:solidFill>
                  <a:srgbClr val="000000"/>
                </a:solidFill>
              </a:rPr>
              <a:t>RANDOM_SELECTION(</a:t>
            </a:r>
            <a:r>
              <a:rPr i="1" lang="en">
                <a:solidFill>
                  <a:srgbClr val="000000"/>
                </a:solidFill>
              </a:rPr>
              <a:t>population</a:t>
            </a:r>
            <a:r>
              <a:rPr lang="en">
                <a:solidFill>
                  <a:srgbClr val="000000"/>
                </a:solidFill>
              </a:rPr>
              <a:t>, FITNESS_FN)</a:t>
            </a:r>
            <a:endParaRPr>
              <a:solidFill>
                <a:srgbClr val="000000"/>
              </a:solidFill>
            </a:endParaRPr>
          </a:p>
          <a:p>
            <a:pPr indent="-342900" lvl="0" marL="342900" rtl="0" algn="l">
              <a:lnSpc>
                <a:spcPct val="90000"/>
              </a:lnSpc>
              <a:spcBef>
                <a:spcPts val="320"/>
              </a:spcBef>
              <a:spcAft>
                <a:spcPts val="0"/>
              </a:spcAft>
              <a:buNone/>
            </a:pPr>
            <a:r>
              <a:rPr b="1" lang="en">
                <a:solidFill>
                  <a:srgbClr val="000000"/>
                </a:solidFill>
              </a:rPr>
              <a:t>			</a:t>
            </a:r>
            <a:r>
              <a:rPr i="1" lang="en">
                <a:solidFill>
                  <a:srgbClr val="000000"/>
                </a:solidFill>
              </a:rPr>
              <a:t>child ← </a:t>
            </a:r>
            <a:r>
              <a:rPr lang="en">
                <a:solidFill>
                  <a:srgbClr val="000000"/>
                </a:solidFill>
              </a:rPr>
              <a:t>REPRODUCE(</a:t>
            </a:r>
            <a:r>
              <a:rPr i="1" lang="en">
                <a:solidFill>
                  <a:srgbClr val="000000"/>
                </a:solidFill>
              </a:rPr>
              <a:t>x,y</a:t>
            </a:r>
            <a:r>
              <a:rPr lang="en">
                <a:solidFill>
                  <a:srgbClr val="000000"/>
                </a:solidFill>
              </a:rPr>
              <a:t>)</a:t>
            </a:r>
            <a:endParaRPr>
              <a:solidFill>
                <a:srgbClr val="000000"/>
              </a:solidFill>
            </a:endParaRPr>
          </a:p>
          <a:p>
            <a:pPr indent="-342900" lvl="0" marL="342900" rtl="0" algn="l">
              <a:lnSpc>
                <a:spcPct val="90000"/>
              </a:lnSpc>
              <a:spcBef>
                <a:spcPts val="320"/>
              </a:spcBef>
              <a:spcAft>
                <a:spcPts val="0"/>
              </a:spcAft>
              <a:buNone/>
            </a:pPr>
            <a:r>
              <a:rPr lang="en">
                <a:solidFill>
                  <a:srgbClr val="000000"/>
                </a:solidFill>
              </a:rPr>
              <a:t>			</a:t>
            </a:r>
            <a:r>
              <a:rPr b="1" lang="en">
                <a:solidFill>
                  <a:srgbClr val="000000"/>
                </a:solidFill>
              </a:rPr>
              <a:t>if</a:t>
            </a:r>
            <a:r>
              <a:rPr lang="en">
                <a:solidFill>
                  <a:srgbClr val="000000"/>
                </a:solidFill>
              </a:rPr>
              <a:t> (small random probability) </a:t>
            </a:r>
            <a:r>
              <a:rPr b="1" lang="en">
                <a:solidFill>
                  <a:srgbClr val="000000"/>
                </a:solidFill>
              </a:rPr>
              <a:t>then </a:t>
            </a:r>
            <a:r>
              <a:rPr i="1" lang="en">
                <a:solidFill>
                  <a:srgbClr val="000000"/>
                </a:solidFill>
              </a:rPr>
              <a:t>child  ← </a:t>
            </a:r>
            <a:r>
              <a:rPr lang="en">
                <a:solidFill>
                  <a:srgbClr val="000000"/>
                </a:solidFill>
              </a:rPr>
              <a:t>MUTATE(</a:t>
            </a:r>
            <a:r>
              <a:rPr i="1" lang="en">
                <a:solidFill>
                  <a:srgbClr val="000000"/>
                </a:solidFill>
              </a:rPr>
              <a:t>child </a:t>
            </a:r>
            <a:r>
              <a:rPr lang="en">
                <a:solidFill>
                  <a:srgbClr val="000000"/>
                </a:solidFill>
              </a:rPr>
              <a:t>)</a:t>
            </a:r>
            <a:endParaRPr>
              <a:solidFill>
                <a:srgbClr val="000000"/>
              </a:solidFill>
            </a:endParaRPr>
          </a:p>
          <a:p>
            <a:pPr indent="-342900" lvl="0" marL="342900" rtl="0" algn="l">
              <a:lnSpc>
                <a:spcPct val="90000"/>
              </a:lnSpc>
              <a:spcBef>
                <a:spcPts val="320"/>
              </a:spcBef>
              <a:spcAft>
                <a:spcPts val="0"/>
              </a:spcAft>
              <a:buNone/>
            </a:pPr>
            <a:r>
              <a:rPr lang="en">
                <a:solidFill>
                  <a:srgbClr val="000000"/>
                </a:solidFill>
              </a:rPr>
              <a:t>			add </a:t>
            </a:r>
            <a:r>
              <a:rPr i="1" lang="en">
                <a:solidFill>
                  <a:srgbClr val="000000"/>
                </a:solidFill>
              </a:rPr>
              <a:t>child</a:t>
            </a:r>
            <a:r>
              <a:rPr lang="en">
                <a:solidFill>
                  <a:srgbClr val="000000"/>
                </a:solidFill>
              </a:rPr>
              <a:t> to </a:t>
            </a:r>
            <a:r>
              <a:rPr i="1" lang="en">
                <a:solidFill>
                  <a:srgbClr val="000000"/>
                </a:solidFill>
              </a:rPr>
              <a:t>new_population</a:t>
            </a:r>
            <a:endParaRPr>
              <a:solidFill>
                <a:srgbClr val="000000"/>
              </a:solidFill>
            </a:endParaRPr>
          </a:p>
          <a:p>
            <a:pPr indent="-342900" lvl="0" marL="342900" rtl="0" algn="l">
              <a:lnSpc>
                <a:spcPct val="90000"/>
              </a:lnSpc>
              <a:spcBef>
                <a:spcPts val="320"/>
              </a:spcBef>
              <a:spcAft>
                <a:spcPts val="0"/>
              </a:spcAft>
              <a:buNone/>
            </a:pPr>
            <a:r>
              <a:rPr i="1" lang="en">
                <a:solidFill>
                  <a:srgbClr val="000000"/>
                </a:solidFill>
              </a:rPr>
              <a:t>		  population  ←  new_population</a:t>
            </a:r>
            <a:endParaRPr>
              <a:solidFill>
                <a:srgbClr val="000000"/>
              </a:solidFill>
            </a:endParaRPr>
          </a:p>
          <a:p>
            <a:pPr indent="-342900" lvl="0" marL="342900" rtl="0" algn="l">
              <a:lnSpc>
                <a:spcPct val="90000"/>
              </a:lnSpc>
              <a:spcBef>
                <a:spcPts val="320"/>
              </a:spcBef>
              <a:spcAft>
                <a:spcPts val="0"/>
              </a:spcAft>
              <a:buNone/>
            </a:pPr>
            <a:r>
              <a:rPr lang="en">
                <a:solidFill>
                  <a:srgbClr val="000000"/>
                </a:solidFill>
              </a:rPr>
              <a:t>	</a:t>
            </a:r>
            <a:r>
              <a:rPr b="1" lang="en">
                <a:solidFill>
                  <a:srgbClr val="000000"/>
                </a:solidFill>
              </a:rPr>
              <a:t>until</a:t>
            </a:r>
            <a:r>
              <a:rPr lang="en">
                <a:solidFill>
                  <a:srgbClr val="000000"/>
                </a:solidFill>
              </a:rPr>
              <a:t> some individual is fit enough or enough time has elapsed</a:t>
            </a:r>
            <a:endParaRPr>
              <a:solidFill>
                <a:srgbClr val="000000"/>
              </a:solidFill>
            </a:endParaRPr>
          </a:p>
          <a:p>
            <a:pPr indent="-342900" lvl="0" marL="342900" rtl="0" algn="l">
              <a:lnSpc>
                <a:spcPct val="90000"/>
              </a:lnSpc>
              <a:spcBef>
                <a:spcPts val="320"/>
              </a:spcBef>
              <a:spcAft>
                <a:spcPts val="0"/>
              </a:spcAft>
              <a:buNone/>
            </a:pPr>
            <a:r>
              <a:rPr lang="en">
                <a:solidFill>
                  <a:srgbClr val="000000"/>
                </a:solidFill>
              </a:rPr>
              <a:t>	</a:t>
            </a:r>
            <a:r>
              <a:rPr b="1" lang="en">
                <a:solidFill>
                  <a:srgbClr val="000000"/>
                </a:solidFill>
              </a:rPr>
              <a:t>return</a:t>
            </a:r>
            <a:r>
              <a:rPr lang="en">
                <a:solidFill>
                  <a:srgbClr val="000000"/>
                </a:solidFill>
              </a:rPr>
              <a:t> the best individual</a:t>
            </a:r>
            <a:endParaRPr>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cxnSp>
        <p:nvCxnSpPr>
          <p:cNvPr id="684" name="Google Shape;684;p40"/>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85" name="Google Shape;685;p40"/>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86" name="Google Shape;686;p40"/>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87" name="Google Shape;687;p40"/>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8" name="Google Shape;688;p40"/>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89" name="Google Shape;689;p40"/>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Practice problem 1</a:t>
            </a:r>
            <a:endParaRPr b="1" i="0" sz="2600" u="none" cap="none" strike="noStrike">
              <a:solidFill>
                <a:srgbClr val="940A15"/>
              </a:solidFill>
              <a:latin typeface="Montserrat"/>
              <a:ea typeface="Montserrat"/>
              <a:cs typeface="Montserrat"/>
              <a:sym typeface="Montserrat"/>
            </a:endParaRPr>
          </a:p>
        </p:txBody>
      </p:sp>
      <p:sp>
        <p:nvSpPr>
          <p:cNvPr id="690" name="Google Shape;690;p40"/>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91" name="Google Shape;691;p4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92" name="Google Shape;692;p40"/>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693" name="Google Shape;693;p40"/>
          <p:cNvSpPr txBox="1"/>
          <p:nvPr/>
        </p:nvSpPr>
        <p:spPr>
          <a:xfrm>
            <a:off x="621675" y="749850"/>
            <a:ext cx="7957500" cy="37434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0"/>
              </a:spcAft>
              <a:buNone/>
            </a:pPr>
            <a:r>
              <a:rPr lang="en">
                <a:solidFill>
                  <a:schemeClr val="dk2"/>
                </a:solidFill>
                <a:latin typeface="Montserrat Medium"/>
                <a:ea typeface="Montserrat Medium"/>
                <a:cs typeface="Montserrat Medium"/>
                <a:sym typeface="Montserrat Medium"/>
              </a:rPr>
              <a:t>You are to produce the following string </a:t>
            </a:r>
            <a:r>
              <a:rPr b="1" lang="en">
                <a:solidFill>
                  <a:schemeClr val="dk2"/>
                </a:solidFill>
                <a:latin typeface="Montserrat"/>
                <a:ea typeface="Montserrat"/>
                <a:cs typeface="Montserrat"/>
                <a:sym typeface="Montserrat"/>
              </a:rPr>
              <a:t>“I_LOVE_AI”</a:t>
            </a:r>
            <a:r>
              <a:rPr lang="en">
                <a:solidFill>
                  <a:schemeClr val="dk2"/>
                </a:solidFill>
                <a:latin typeface="Montserrat Medium"/>
                <a:ea typeface="Montserrat Medium"/>
                <a:cs typeface="Montserrat Medium"/>
                <a:sym typeface="Montserrat Medium"/>
              </a:rPr>
              <a:t> using the following characters “ABC...Z_” (27 in total). Use GA to produce this string. </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12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What will be the chromosome?</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What should be the fitness function?</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Work out all steps for 5 iterations.</a:t>
            </a:r>
            <a:endParaRPr>
              <a:solidFill>
                <a:schemeClr val="dk2"/>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cxnSp>
        <p:nvCxnSpPr>
          <p:cNvPr id="698" name="Google Shape;698;p41"/>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99" name="Google Shape;699;p41"/>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00" name="Google Shape;700;p41"/>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01" name="Google Shape;701;p41"/>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2" name="Google Shape;702;p41"/>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03" name="Google Shape;703;p41"/>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Practice problem 2: TSP</a:t>
            </a:r>
            <a:endParaRPr b="1" i="0" sz="2600" u="none" cap="none" strike="noStrike">
              <a:solidFill>
                <a:srgbClr val="940A15"/>
              </a:solidFill>
              <a:latin typeface="Montserrat"/>
              <a:ea typeface="Montserrat"/>
              <a:cs typeface="Montserrat"/>
              <a:sym typeface="Montserrat"/>
            </a:endParaRPr>
          </a:p>
        </p:txBody>
      </p:sp>
      <p:sp>
        <p:nvSpPr>
          <p:cNvPr id="704" name="Google Shape;704;p41"/>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705" name="Google Shape;705;p4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06" name="Google Shape;706;p41"/>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07" name="Google Shape;707;p41"/>
          <p:cNvSpPr txBox="1"/>
          <p:nvPr/>
        </p:nvSpPr>
        <p:spPr>
          <a:xfrm>
            <a:off x="3363550" y="749850"/>
            <a:ext cx="5215800" cy="37434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0"/>
              </a:spcAft>
              <a:buNone/>
            </a:pPr>
            <a:r>
              <a:rPr lang="en">
                <a:solidFill>
                  <a:schemeClr val="dk2"/>
                </a:solidFill>
                <a:latin typeface="Montserrat Medium"/>
                <a:ea typeface="Montserrat Medium"/>
                <a:cs typeface="Montserrat Medium"/>
                <a:sym typeface="Montserrat Medium"/>
              </a:rPr>
              <a:t>5 cities are connected using bi-directional roads as shown in the graph. A salesman will start from a particular city, visit all cities exactly </a:t>
            </a:r>
            <a:r>
              <a:rPr b="1" lang="en">
                <a:solidFill>
                  <a:schemeClr val="dk2"/>
                </a:solidFill>
                <a:latin typeface="Montserrat"/>
                <a:ea typeface="Montserrat"/>
                <a:cs typeface="Montserrat"/>
                <a:sym typeface="Montserrat"/>
              </a:rPr>
              <a:t>ONCE</a:t>
            </a:r>
            <a:r>
              <a:rPr lang="en">
                <a:solidFill>
                  <a:schemeClr val="dk2"/>
                </a:solidFill>
                <a:latin typeface="Montserrat Medium"/>
                <a:ea typeface="Montserrat Medium"/>
                <a:cs typeface="Montserrat Medium"/>
                <a:sym typeface="Montserrat Medium"/>
              </a:rPr>
              <a:t>, and return to the starting city, </a:t>
            </a:r>
            <a:r>
              <a:rPr b="1" lang="en">
                <a:solidFill>
                  <a:schemeClr val="dk2"/>
                </a:solidFill>
                <a:latin typeface="Montserrat"/>
                <a:ea typeface="Montserrat"/>
                <a:cs typeface="Montserrat"/>
                <a:sym typeface="Montserrat"/>
              </a:rPr>
              <a:t>while covering the shortest path.</a:t>
            </a:r>
            <a:endParaRPr b="1">
              <a:solidFill>
                <a:schemeClr val="dk2"/>
              </a:solidFill>
              <a:latin typeface="Montserrat"/>
              <a:ea typeface="Montserrat"/>
              <a:cs typeface="Montserrat"/>
              <a:sym typeface="Montserrat"/>
            </a:endParaRPr>
          </a:p>
          <a:p>
            <a:pPr indent="0" lvl="0" marL="0" rtl="0" algn="l">
              <a:lnSpc>
                <a:spcPct val="125000"/>
              </a:lnSpc>
              <a:spcBef>
                <a:spcPts val="1200"/>
              </a:spcBef>
              <a:spcAft>
                <a:spcPts val="0"/>
              </a:spcAft>
              <a:buNone/>
            </a:pPr>
            <a:r>
              <a:rPr lang="en">
                <a:solidFill>
                  <a:schemeClr val="dk2"/>
                </a:solidFill>
                <a:latin typeface="Montserrat Medium"/>
                <a:ea typeface="Montserrat Medium"/>
                <a:cs typeface="Montserrat Medium"/>
                <a:sym typeface="Montserrat Medium"/>
              </a:rPr>
              <a:t>Find out the tour as well as the cost using GA.</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12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What will be the chromosome?</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What should be the fitness function?</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Work out all steps for 5 iterations and report the best tour found.</a:t>
            </a:r>
            <a:endParaRPr>
              <a:solidFill>
                <a:schemeClr val="dk2"/>
              </a:solidFill>
              <a:latin typeface="Montserrat Medium"/>
              <a:ea typeface="Montserrat Medium"/>
              <a:cs typeface="Montserrat Medium"/>
              <a:sym typeface="Montserrat Medium"/>
            </a:endParaRPr>
          </a:p>
        </p:txBody>
      </p:sp>
      <p:pic>
        <p:nvPicPr>
          <p:cNvPr id="708" name="Google Shape;708;p41" title="tsp-graph-no-ab.png"/>
          <p:cNvPicPr preferRelativeResize="0"/>
          <p:nvPr/>
        </p:nvPicPr>
        <p:blipFill>
          <a:blip r:embed="rId3">
            <a:alphaModFix/>
          </a:blip>
          <a:stretch>
            <a:fillRect/>
          </a:stretch>
        </p:blipFill>
        <p:spPr>
          <a:xfrm>
            <a:off x="418225" y="1217050"/>
            <a:ext cx="2832775" cy="28327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cxnSp>
        <p:nvCxnSpPr>
          <p:cNvPr id="713" name="Google Shape;713;p42"/>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14" name="Google Shape;714;p42"/>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15" name="Google Shape;715;p42"/>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16" name="Google Shape;716;p42"/>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7" name="Google Shape;717;p42"/>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18" name="Google Shape;718;p42"/>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Merits and Demerits of GA</a:t>
            </a:r>
            <a:endParaRPr b="1" i="0" sz="2600" u="none" cap="none" strike="noStrike">
              <a:solidFill>
                <a:srgbClr val="940A15"/>
              </a:solidFill>
              <a:latin typeface="Montserrat"/>
              <a:ea typeface="Montserrat"/>
              <a:cs typeface="Montserrat"/>
              <a:sym typeface="Montserrat"/>
            </a:endParaRPr>
          </a:p>
        </p:txBody>
      </p:sp>
      <p:sp>
        <p:nvSpPr>
          <p:cNvPr id="719" name="Google Shape;719;p42"/>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720" name="Google Shape;720;p4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21" name="Google Shape;721;p42"/>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722" name="Google Shape;722;p42"/>
          <p:cNvSpPr txBox="1"/>
          <p:nvPr/>
        </p:nvSpPr>
        <p:spPr>
          <a:xfrm>
            <a:off x="621675" y="749850"/>
            <a:ext cx="7957500" cy="37434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0"/>
              </a:spcBef>
              <a:spcAft>
                <a:spcPts val="0"/>
              </a:spcAft>
              <a:buNone/>
            </a:pPr>
            <a:r>
              <a:rPr b="1" lang="en">
                <a:solidFill>
                  <a:schemeClr val="dk2"/>
                </a:solidFill>
                <a:latin typeface="Montserrat"/>
                <a:ea typeface="Montserrat"/>
                <a:cs typeface="Montserrat"/>
                <a:sym typeface="Montserrat"/>
              </a:rPr>
              <a:t>Merits:</a:t>
            </a:r>
            <a:endParaRPr b="1">
              <a:solidFill>
                <a:schemeClr val="dk2"/>
              </a:solidFill>
              <a:latin typeface="Montserrat"/>
              <a:ea typeface="Montserrat"/>
              <a:cs typeface="Montserrat"/>
              <a:sym typeface="Montserrat"/>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GAs are less likely to get stuck in local optima because of crossover and mutation</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Diverse population encourages exploration across search space</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Flexible and </a:t>
            </a:r>
            <a:r>
              <a:rPr lang="en">
                <a:solidFill>
                  <a:schemeClr val="dk2"/>
                </a:solidFill>
                <a:latin typeface="Montserrat Medium"/>
                <a:ea typeface="Montserrat Medium"/>
                <a:cs typeface="Montserrat Medium"/>
                <a:sym typeface="Montserrat Medium"/>
              </a:rPr>
              <a:t>versatile – can be applied to a wide range of problems</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Often finds a “good enough” solution quickly</a:t>
            </a:r>
            <a:endParaRPr>
              <a:solidFill>
                <a:schemeClr val="dk2"/>
              </a:solidFill>
              <a:latin typeface="Montserrat Medium"/>
              <a:ea typeface="Montserrat Medium"/>
              <a:cs typeface="Montserrat Medium"/>
              <a:sym typeface="Montserrat Medium"/>
            </a:endParaRPr>
          </a:p>
          <a:p>
            <a:pPr indent="0" lvl="0" marL="0" rtl="0" algn="l">
              <a:lnSpc>
                <a:spcPct val="125000"/>
              </a:lnSpc>
              <a:spcBef>
                <a:spcPts val="0"/>
              </a:spcBef>
              <a:spcAft>
                <a:spcPts val="0"/>
              </a:spcAft>
              <a:buNone/>
            </a:pPr>
            <a:r>
              <a:t/>
            </a:r>
            <a:endParaRPr>
              <a:solidFill>
                <a:schemeClr val="dk2"/>
              </a:solidFill>
              <a:latin typeface="Montserrat Medium"/>
              <a:ea typeface="Montserrat Medium"/>
              <a:cs typeface="Montserrat Medium"/>
              <a:sym typeface="Montserrat Medium"/>
            </a:endParaRPr>
          </a:p>
          <a:p>
            <a:pPr indent="0" lvl="0" marL="0" rtl="0" algn="l">
              <a:lnSpc>
                <a:spcPct val="125000"/>
              </a:lnSpc>
              <a:spcBef>
                <a:spcPts val="0"/>
              </a:spcBef>
              <a:spcAft>
                <a:spcPts val="0"/>
              </a:spcAft>
              <a:buNone/>
            </a:pPr>
            <a:r>
              <a:rPr b="1" lang="en">
                <a:solidFill>
                  <a:schemeClr val="dk2"/>
                </a:solidFill>
                <a:latin typeface="Montserrat"/>
                <a:ea typeface="Montserrat"/>
                <a:cs typeface="Montserrat"/>
                <a:sym typeface="Montserrat"/>
              </a:rPr>
              <a:t>Demerits:</a:t>
            </a:r>
            <a:endParaRPr b="1">
              <a:solidFill>
                <a:schemeClr val="dk2"/>
              </a:solidFill>
              <a:latin typeface="Montserrat"/>
              <a:ea typeface="Montserrat"/>
              <a:cs typeface="Montserrat"/>
              <a:sym typeface="Montserrat"/>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Not optimal: often finds “good enough” solutions but not necessarily best solution</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Slow: may take many generations to converge</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Needs careful selection of parameters (mutation rate, num of generations, etc)</a:t>
            </a:r>
            <a:endParaRPr>
              <a:solidFill>
                <a:schemeClr val="dk2"/>
              </a:solidFill>
              <a:latin typeface="Montserrat Medium"/>
              <a:ea typeface="Montserrat Medium"/>
              <a:cs typeface="Montserrat Medium"/>
              <a:sym typeface="Montserrat Medium"/>
            </a:endParaRPr>
          </a:p>
          <a:p>
            <a:pPr indent="-317500" lvl="0" marL="457200" rtl="0" algn="l">
              <a:lnSpc>
                <a:spcPct val="125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Poor fitness function makes GA ineffective</a:t>
            </a:r>
            <a:endParaRPr>
              <a:solidFill>
                <a:schemeClr val="dk2"/>
              </a:solidFill>
              <a:latin typeface="Montserrat Medium"/>
              <a:ea typeface="Montserrat Medium"/>
              <a:cs typeface="Montserrat Medium"/>
              <a:sym typeface="Montserrat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Diamond Grid 16x9">
  <a:themeElements>
    <a:clrScheme name="DiamondGrid">
      <a:dk1>
        <a:srgbClr val="2D2E2D"/>
      </a:dk1>
      <a:lt1>
        <a:srgbClr val="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
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5143500" cx="9144000"/>
  <p:notesSz cx="6858000" cy="9144000"/>
  <p:embeddedFontLst>
    <p:embeddedFont>
      <p:font typeface="Montserrat"/>
      <p:regular r:id="rId50"/>
      <p:bold r:id="rId51"/>
      <p:italic r:id="rId52"/>
      <p:boldItalic r:id="rId53"/>
    </p:embeddedFont>
    <p:embeddedFont>
      <p:font typeface="Montserrat Medium"/>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bold.fntdata"/><Relationship Id="rId50" Type="http://schemas.openxmlformats.org/officeDocument/2006/relationships/font" Target="fonts/Montserrat-regular.fntdata"/><Relationship Id="rId53" Type="http://schemas.openxmlformats.org/officeDocument/2006/relationships/font" Target="fonts/Montserrat-boldItalic.fntdata"/><Relationship Id="rId52" Type="http://schemas.openxmlformats.org/officeDocument/2006/relationships/font" Target="fonts/Montserrat-italic.fntdata"/><Relationship Id="rId11" Type="http://schemas.openxmlformats.org/officeDocument/2006/relationships/slide" Target="slides/slide5.xml"/><Relationship Id="rId55" Type="http://schemas.openxmlformats.org/officeDocument/2006/relationships/font" Target="fonts/MontserratMedium-bold.fntdata"/><Relationship Id="rId10" Type="http://schemas.openxmlformats.org/officeDocument/2006/relationships/slide" Target="slides/slide4.xml"/><Relationship Id="rId54" Type="http://schemas.openxmlformats.org/officeDocument/2006/relationships/font" Target="fonts/MontserratMedium-regular.fntdata"/><Relationship Id="rId13" Type="http://schemas.openxmlformats.org/officeDocument/2006/relationships/slide" Target="slides/slide7.xml"/><Relationship Id="rId57" Type="http://schemas.openxmlformats.org/officeDocument/2006/relationships/font" Target="fonts/MontserratMedium-boldItalic.fntdata"/><Relationship Id="rId12" Type="http://schemas.openxmlformats.org/officeDocument/2006/relationships/slide" Target="slides/slide6.xml"/><Relationship Id="rId56" Type="http://schemas.openxmlformats.org/officeDocument/2006/relationships/font" Target="fonts/MontserratMedium-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f6be204f25_1_379: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g2f6be204f25_1_3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f6be204f25_1_389: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g2f6be204f25_1_3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672c42e0e5_0_13: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g3672c42e0e5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672c42e0e5_0_78: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g3672c42e0e5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672c42e0e5_0_66: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g3672c42e0e5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bca75582f4_0_1: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g3bca75582f4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672c42e0e5_0_106: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g3672c42e0e5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bca75582f4_0_15: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g3bca75582f4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672c42e0e5_0_121: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g3672c42e0e5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672c42e0e5_0_134: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g3672c42e0e5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672c42e0e5_0_147: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g3672c42e0e5_0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672c42e0e5_0_162: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g3672c42e0e5_0_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672c42e0e5_0_177: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g3672c42e0e5_0_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672c42e0e5_0_55: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g3672c42e0e5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672c42e0e5_0_24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g3672c42e0e5_0_2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672c42e0e5_0_275: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g3672c42e0e5_0_2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672c42e0e5_0_31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g3672c42e0e5_0_3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672c42e0e5_0_344: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g3672c42e0e5_0_3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672c42e0e5_0_378: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g3672c42e0e5_0_3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672c42e0e5_0_412: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g3672c42e0e5_0_4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672c42e0e5_0_446: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g3672c42e0e5_0_4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672c42e0e5_0_48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g3672c42e0e5_0_4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672c42e0e5_0_514: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g3672c42e0e5_0_5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672c42e0e5_0_548: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g3672c42e0e5_0_5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672c42e0e5_0_582: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g3672c42e0e5_0_5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672c42e0e5_0_616: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g3672c42e0e5_0_6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672c42e0e5_0_19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g3672c42e0e5_0_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672c42e0e5_0_651: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g3672c42e0e5_0_6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672c42e0e5_0_677: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g3672c42e0e5_0_6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672c42e0e5_0_704: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g3672c42e0e5_0_7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6780c4bf8f_0_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g36780c4bf8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672c42e0e5_0_721: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g3672c42e0e5_0_7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3672c42e0e5_0_737: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g3672c42e0e5_0_7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672c42e0e5_0_774: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g3672c42e0e5_0_7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672c42e0e5_0_761: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g3672c42e0e5_0_7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672c42e0e5_0_79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g3672c42e0e5_0_7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672c42e0e5_0_803: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g3672c42e0e5_0_8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672c42e0e5_0_82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g3672c42e0e5_0_8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672c42e0e5_0_834: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g3672c42e0e5_0_8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672c42e0e5_0_851: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g3672c42e0e5_0_8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672c42e0e5_0_868: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g3672c42e0e5_0_8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672c42e0e5_0_880: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g3672c42e0e5_0_8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672c42e0e5_0_895:notes"/>
          <p:cNvSpPr txBox="1"/>
          <p:nvPr>
            <p:ph idx="1" type="body"/>
          </p:nvPr>
        </p:nvSpPr>
        <p:spPr>
          <a:xfrm>
            <a:off x="685800" y="4400550"/>
            <a:ext cx="54864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g3672c42e0e5_0_8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08" name="Shape 108"/>
        <p:cNvGrpSpPr/>
        <p:nvPr/>
      </p:nvGrpSpPr>
      <p:grpSpPr>
        <a:xfrm>
          <a:off x="0" y="0"/>
          <a:ext cx="0" cy="0"/>
          <a:chOff x="0" y="0"/>
          <a:chExt cx="0" cy="0"/>
        </a:xfrm>
      </p:grpSpPr>
      <p:grpSp>
        <p:nvGrpSpPr>
          <p:cNvPr id="109" name="Google Shape;109;p14"/>
          <p:cNvGrpSpPr/>
          <p:nvPr/>
        </p:nvGrpSpPr>
        <p:grpSpPr>
          <a:xfrm>
            <a:off x="-1" y="0"/>
            <a:ext cx="9144002" cy="5143500"/>
            <a:chOff x="-1" y="0"/>
            <a:chExt cx="12192002" cy="6858000"/>
          </a:xfrm>
        </p:grpSpPr>
        <p:cxnSp>
          <p:nvCxnSpPr>
            <p:cNvPr id="110" name="Google Shape;110;p14"/>
            <p:cNvCxnSpPr/>
            <p:nvPr/>
          </p:nvCxnSpPr>
          <p:spPr>
            <a:xfrm>
              <a:off x="610194"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1" name="Google Shape;111;p14"/>
            <p:cNvCxnSpPr/>
            <p:nvPr/>
          </p:nvCxnSpPr>
          <p:spPr>
            <a:xfrm>
              <a:off x="1829332"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2" name="Google Shape;112;p14"/>
            <p:cNvCxnSpPr/>
            <p:nvPr/>
          </p:nvCxnSpPr>
          <p:spPr>
            <a:xfrm>
              <a:off x="3048470"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3" name="Google Shape;113;p14"/>
            <p:cNvCxnSpPr/>
            <p:nvPr/>
          </p:nvCxnSpPr>
          <p:spPr>
            <a:xfrm>
              <a:off x="4267608"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4" name="Google Shape;114;p14"/>
            <p:cNvCxnSpPr/>
            <p:nvPr/>
          </p:nvCxnSpPr>
          <p:spPr>
            <a:xfrm>
              <a:off x="5486746"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5" name="Google Shape;115;p14"/>
            <p:cNvCxnSpPr/>
            <p:nvPr/>
          </p:nvCxnSpPr>
          <p:spPr>
            <a:xfrm>
              <a:off x="6705884"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6" name="Google Shape;116;p14"/>
            <p:cNvCxnSpPr/>
            <p:nvPr/>
          </p:nvCxnSpPr>
          <p:spPr>
            <a:xfrm>
              <a:off x="7925022"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7" name="Google Shape;117;p14"/>
            <p:cNvCxnSpPr/>
            <p:nvPr/>
          </p:nvCxnSpPr>
          <p:spPr>
            <a:xfrm>
              <a:off x="9144160"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8" name="Google Shape;118;p14"/>
            <p:cNvCxnSpPr/>
            <p:nvPr/>
          </p:nvCxnSpPr>
          <p:spPr>
            <a:xfrm>
              <a:off x="10363298"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19" name="Google Shape;119;p14"/>
            <p:cNvCxnSpPr/>
            <p:nvPr/>
          </p:nvCxnSpPr>
          <p:spPr>
            <a:xfrm>
              <a:off x="11582436"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0" name="Google Shape;120;p14"/>
            <p:cNvCxnSpPr/>
            <p:nvPr/>
          </p:nvCxnSpPr>
          <p:spPr>
            <a:xfrm>
              <a:off x="2819" y="386485"/>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1" name="Google Shape;121;p14"/>
            <p:cNvCxnSpPr/>
            <p:nvPr/>
          </p:nvCxnSpPr>
          <p:spPr>
            <a:xfrm>
              <a:off x="2819" y="1611181"/>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2" name="Google Shape;122;p14"/>
            <p:cNvCxnSpPr/>
            <p:nvPr/>
          </p:nvCxnSpPr>
          <p:spPr>
            <a:xfrm>
              <a:off x="2819" y="2835877"/>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3" name="Google Shape;123;p14"/>
            <p:cNvCxnSpPr/>
            <p:nvPr/>
          </p:nvCxnSpPr>
          <p:spPr>
            <a:xfrm>
              <a:off x="2819" y="4060573"/>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4" name="Google Shape;124;p14"/>
            <p:cNvCxnSpPr/>
            <p:nvPr/>
          </p:nvCxnSpPr>
          <p:spPr>
            <a:xfrm>
              <a:off x="2819" y="5285269"/>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5" name="Google Shape;125;p14"/>
            <p:cNvCxnSpPr/>
            <p:nvPr/>
          </p:nvCxnSpPr>
          <p:spPr>
            <a:xfrm>
              <a:off x="2819" y="6509965"/>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grpSp>
          <p:nvGrpSpPr>
            <p:cNvPr id="126" name="Google Shape;126;p14"/>
            <p:cNvGrpSpPr/>
            <p:nvPr/>
          </p:nvGrpSpPr>
          <p:grpSpPr>
            <a:xfrm>
              <a:off x="-1" y="0"/>
              <a:ext cx="12192001" cy="6858000"/>
              <a:chOff x="-1" y="0"/>
              <a:chExt cx="12192001" cy="6858000"/>
            </a:xfrm>
          </p:grpSpPr>
          <p:cxnSp>
            <p:nvCxnSpPr>
              <p:cNvPr id="127" name="Google Shape;127;p14"/>
              <p:cNvCxnSpPr/>
              <p:nvPr/>
            </p:nvCxnSpPr>
            <p:spPr>
              <a:xfrm>
                <a:off x="225425"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8" name="Google Shape;128;p14"/>
              <p:cNvCxnSpPr/>
              <p:nvPr/>
            </p:nvCxnSpPr>
            <p:spPr>
              <a:xfrm>
                <a:off x="1449154"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29" name="Google Shape;129;p14"/>
              <p:cNvCxnSpPr/>
              <p:nvPr/>
            </p:nvCxnSpPr>
            <p:spPr>
              <a:xfrm>
                <a:off x="266598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0" name="Google Shape;130;p14"/>
              <p:cNvCxnSpPr/>
              <p:nvPr/>
            </p:nvCxnSpPr>
            <p:spPr>
              <a:xfrm>
                <a:off x="3885119"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1" name="Google Shape;131;p14"/>
              <p:cNvCxnSpPr/>
              <p:nvPr/>
            </p:nvCxnSpPr>
            <p:spPr>
              <a:xfrm>
                <a:off x="510650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grpSp>
            <p:nvGrpSpPr>
              <p:cNvPr id="132" name="Google Shape;132;p14"/>
              <p:cNvGrpSpPr/>
              <p:nvPr/>
            </p:nvGrpSpPr>
            <p:grpSpPr>
              <a:xfrm>
                <a:off x="6327885" y="0"/>
                <a:ext cx="5864115" cy="5898673"/>
                <a:chOff x="6327885" y="0"/>
                <a:chExt cx="5864115" cy="5898673"/>
              </a:xfrm>
            </p:grpSpPr>
            <p:cxnSp>
              <p:nvCxnSpPr>
                <p:cNvPr id="133" name="Google Shape;133;p14"/>
                <p:cNvCxnSpPr/>
                <p:nvPr/>
              </p:nvCxnSpPr>
              <p:spPr>
                <a:xfrm>
                  <a:off x="6327885" y="0"/>
                  <a:ext cx="5864115" cy="5898673"/>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4" name="Google Shape;134;p14"/>
                <p:cNvCxnSpPr/>
                <p:nvPr/>
              </p:nvCxnSpPr>
              <p:spPr>
                <a:xfrm>
                  <a:off x="7549268" y="0"/>
                  <a:ext cx="4642732" cy="467242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5" name="Google Shape;135;p14"/>
                <p:cNvCxnSpPr/>
                <p:nvPr/>
              </p:nvCxnSpPr>
              <p:spPr>
                <a:xfrm>
                  <a:off x="8772997" y="0"/>
                  <a:ext cx="3419003" cy="34567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6" name="Google Shape;136;p14"/>
                <p:cNvCxnSpPr/>
                <p:nvPr/>
              </p:nvCxnSpPr>
              <p:spPr>
                <a:xfrm>
                  <a:off x="9982200" y="0"/>
                  <a:ext cx="2209800" cy="222646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7" name="Google Shape;137;p14"/>
                <p:cNvCxnSpPr/>
                <p:nvPr/>
              </p:nvCxnSpPr>
              <p:spPr>
                <a:xfrm>
                  <a:off x="11199019" y="0"/>
                  <a:ext cx="992981" cy="1002506"/>
                </a:xfrm>
                <a:prstGeom prst="straightConnector1">
                  <a:avLst/>
                </a:prstGeom>
                <a:noFill/>
                <a:ln cap="flat" cmpd="sng" w="9525">
                  <a:solidFill>
                    <a:srgbClr val="D8D8D8">
                      <a:alpha val="29803"/>
                    </a:srgbClr>
                  </a:solidFill>
                  <a:prstDash val="solid"/>
                  <a:miter lim="800000"/>
                  <a:headEnd len="sm" w="sm" type="none"/>
                  <a:tailEnd len="sm" w="sm" type="none"/>
                </a:ln>
              </p:spPr>
            </p:cxnSp>
          </p:grpSp>
          <p:cxnSp>
            <p:nvCxnSpPr>
              <p:cNvPr id="138" name="Google Shape;138;p14"/>
              <p:cNvCxnSpPr/>
              <p:nvPr/>
            </p:nvCxnSpPr>
            <p:spPr>
              <a:xfrm rot="10800000">
                <a:off x="-1" y="1012053"/>
                <a:ext cx="5828811" cy="584594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39" name="Google Shape;139;p14"/>
              <p:cNvCxnSpPr/>
              <p:nvPr/>
            </p:nvCxnSpPr>
            <p:spPr>
              <a:xfrm rot="10800000">
                <a:off x="-1" y="2227340"/>
                <a:ext cx="4614781" cy="4630658"/>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0" name="Google Shape;140;p14"/>
              <p:cNvCxnSpPr/>
              <p:nvPr/>
            </p:nvCxnSpPr>
            <p:spPr>
              <a:xfrm rot="10800000">
                <a:off x="-1" y="3432149"/>
                <a:ext cx="3398419" cy="34258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1" name="Google Shape;141;p14"/>
              <p:cNvCxnSpPr/>
              <p:nvPr/>
            </p:nvCxnSpPr>
            <p:spPr>
              <a:xfrm rot="10800000">
                <a:off x="-1" y="4651431"/>
                <a:ext cx="2196496" cy="2206567"/>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2" name="Google Shape;142;p14"/>
              <p:cNvCxnSpPr/>
              <p:nvPr/>
            </p:nvCxnSpPr>
            <p:spPr>
              <a:xfrm rot="10800000">
                <a:off x="-1" y="5864453"/>
                <a:ext cx="987003" cy="993545"/>
              </a:xfrm>
              <a:prstGeom prst="straightConnector1">
                <a:avLst/>
              </a:prstGeom>
              <a:noFill/>
              <a:ln cap="flat" cmpd="sng" w="9525">
                <a:solidFill>
                  <a:srgbClr val="D8D8D8">
                    <a:alpha val="29803"/>
                  </a:srgbClr>
                </a:solidFill>
                <a:prstDash val="solid"/>
                <a:miter lim="800000"/>
                <a:headEnd len="sm" w="sm" type="none"/>
                <a:tailEnd len="sm" w="sm" type="none"/>
              </a:ln>
            </p:spPr>
          </p:cxnSp>
        </p:grpSp>
        <p:grpSp>
          <p:nvGrpSpPr>
            <p:cNvPr id="143" name="Google Shape;143;p14"/>
            <p:cNvGrpSpPr/>
            <p:nvPr/>
          </p:nvGrpSpPr>
          <p:grpSpPr>
            <a:xfrm flipH="1">
              <a:off x="0" y="0"/>
              <a:ext cx="12192001" cy="6858000"/>
              <a:chOff x="-1" y="0"/>
              <a:chExt cx="12192001" cy="6858000"/>
            </a:xfrm>
          </p:grpSpPr>
          <p:cxnSp>
            <p:nvCxnSpPr>
              <p:cNvPr id="144" name="Google Shape;144;p14"/>
              <p:cNvCxnSpPr/>
              <p:nvPr/>
            </p:nvCxnSpPr>
            <p:spPr>
              <a:xfrm>
                <a:off x="225425"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5" name="Google Shape;145;p14"/>
              <p:cNvCxnSpPr/>
              <p:nvPr/>
            </p:nvCxnSpPr>
            <p:spPr>
              <a:xfrm>
                <a:off x="1449154"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6" name="Google Shape;146;p14"/>
              <p:cNvCxnSpPr/>
              <p:nvPr/>
            </p:nvCxnSpPr>
            <p:spPr>
              <a:xfrm>
                <a:off x="266598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7" name="Google Shape;147;p14"/>
              <p:cNvCxnSpPr/>
              <p:nvPr/>
            </p:nvCxnSpPr>
            <p:spPr>
              <a:xfrm>
                <a:off x="3885119"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48" name="Google Shape;148;p14"/>
              <p:cNvCxnSpPr/>
              <p:nvPr/>
            </p:nvCxnSpPr>
            <p:spPr>
              <a:xfrm>
                <a:off x="510650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grpSp>
            <p:nvGrpSpPr>
              <p:cNvPr id="149" name="Google Shape;149;p14"/>
              <p:cNvGrpSpPr/>
              <p:nvPr/>
            </p:nvGrpSpPr>
            <p:grpSpPr>
              <a:xfrm>
                <a:off x="6327885" y="0"/>
                <a:ext cx="5864115" cy="5898673"/>
                <a:chOff x="6327885" y="0"/>
                <a:chExt cx="5864115" cy="5898673"/>
              </a:xfrm>
            </p:grpSpPr>
            <p:cxnSp>
              <p:nvCxnSpPr>
                <p:cNvPr id="150" name="Google Shape;150;p14"/>
                <p:cNvCxnSpPr/>
                <p:nvPr/>
              </p:nvCxnSpPr>
              <p:spPr>
                <a:xfrm>
                  <a:off x="6327885" y="0"/>
                  <a:ext cx="5864115" cy="5898673"/>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1" name="Google Shape;151;p14"/>
                <p:cNvCxnSpPr/>
                <p:nvPr/>
              </p:nvCxnSpPr>
              <p:spPr>
                <a:xfrm>
                  <a:off x="7549268" y="0"/>
                  <a:ext cx="4642732" cy="467242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2" name="Google Shape;152;p14"/>
                <p:cNvCxnSpPr/>
                <p:nvPr/>
              </p:nvCxnSpPr>
              <p:spPr>
                <a:xfrm>
                  <a:off x="8772997" y="0"/>
                  <a:ext cx="3419003" cy="34567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3" name="Google Shape;153;p14"/>
                <p:cNvCxnSpPr/>
                <p:nvPr/>
              </p:nvCxnSpPr>
              <p:spPr>
                <a:xfrm>
                  <a:off x="9982200" y="0"/>
                  <a:ext cx="2209800" cy="222646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4" name="Google Shape;154;p14"/>
                <p:cNvCxnSpPr/>
                <p:nvPr/>
              </p:nvCxnSpPr>
              <p:spPr>
                <a:xfrm>
                  <a:off x="11199019" y="0"/>
                  <a:ext cx="992981" cy="1002506"/>
                </a:xfrm>
                <a:prstGeom prst="straightConnector1">
                  <a:avLst/>
                </a:prstGeom>
                <a:noFill/>
                <a:ln cap="flat" cmpd="sng" w="9525">
                  <a:solidFill>
                    <a:srgbClr val="D8D8D8">
                      <a:alpha val="29803"/>
                    </a:srgbClr>
                  </a:solidFill>
                  <a:prstDash val="solid"/>
                  <a:miter lim="800000"/>
                  <a:headEnd len="sm" w="sm" type="none"/>
                  <a:tailEnd len="sm" w="sm" type="none"/>
                </a:ln>
              </p:spPr>
            </p:cxnSp>
          </p:grpSp>
          <p:cxnSp>
            <p:nvCxnSpPr>
              <p:cNvPr id="155" name="Google Shape;155;p14"/>
              <p:cNvCxnSpPr/>
              <p:nvPr/>
            </p:nvCxnSpPr>
            <p:spPr>
              <a:xfrm rot="10800000">
                <a:off x="-1" y="1012053"/>
                <a:ext cx="5828811" cy="584594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6" name="Google Shape;156;p14"/>
              <p:cNvCxnSpPr/>
              <p:nvPr/>
            </p:nvCxnSpPr>
            <p:spPr>
              <a:xfrm rot="10800000">
                <a:off x="-1" y="2227340"/>
                <a:ext cx="4614781" cy="4630658"/>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7" name="Google Shape;157;p14"/>
              <p:cNvCxnSpPr/>
              <p:nvPr/>
            </p:nvCxnSpPr>
            <p:spPr>
              <a:xfrm rot="10800000">
                <a:off x="-1" y="3432149"/>
                <a:ext cx="3398419" cy="34258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8" name="Google Shape;158;p14"/>
              <p:cNvCxnSpPr/>
              <p:nvPr/>
            </p:nvCxnSpPr>
            <p:spPr>
              <a:xfrm rot="10800000">
                <a:off x="-1" y="4651431"/>
                <a:ext cx="2196496" cy="2206567"/>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159" name="Google Shape;159;p14"/>
              <p:cNvCxnSpPr/>
              <p:nvPr/>
            </p:nvCxnSpPr>
            <p:spPr>
              <a:xfrm rot="10800000">
                <a:off x="-1" y="5864453"/>
                <a:ext cx="987003" cy="993545"/>
              </a:xfrm>
              <a:prstGeom prst="straightConnector1">
                <a:avLst/>
              </a:prstGeom>
              <a:noFill/>
              <a:ln cap="flat" cmpd="sng" w="9525">
                <a:solidFill>
                  <a:srgbClr val="D8D8D8">
                    <a:alpha val="29803"/>
                  </a:srgbClr>
                </a:solidFill>
                <a:prstDash val="solid"/>
                <a:miter lim="800000"/>
                <a:headEnd len="sm" w="sm" type="none"/>
                <a:tailEnd len="sm" w="sm" type="none"/>
              </a:ln>
            </p:spPr>
          </p:cxnSp>
        </p:grpSp>
      </p:grpSp>
      <p:sp>
        <p:nvSpPr>
          <p:cNvPr id="160" name="Google Shape;160;p14"/>
          <p:cNvSpPr txBox="1"/>
          <p:nvPr>
            <p:ph idx="11" type="ftr"/>
          </p:nvPr>
        </p:nvSpPr>
        <p:spPr>
          <a:xfrm>
            <a:off x="462779" y="4929573"/>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1" name="Google Shape;161;p14"/>
          <p:cNvSpPr txBox="1"/>
          <p:nvPr>
            <p:ph idx="10" type="dt"/>
          </p:nvPr>
        </p:nvSpPr>
        <p:spPr>
          <a:xfrm>
            <a:off x="7007967" y="4933014"/>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2" name="Google Shape;162;p14"/>
          <p:cNvSpPr txBox="1"/>
          <p:nvPr>
            <p:ph idx="12" type="sldNum"/>
          </p:nvPr>
        </p:nvSpPr>
        <p:spPr>
          <a:xfrm>
            <a:off x="8037713" y="4929573"/>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3" name="Shape 163"/>
        <p:cNvGrpSpPr/>
        <p:nvPr/>
      </p:nvGrpSpPr>
      <p:grpSpPr>
        <a:xfrm>
          <a:off x="0" y="0"/>
          <a:ext cx="0" cy="0"/>
          <a:chOff x="0" y="0"/>
          <a:chExt cx="0" cy="0"/>
        </a:xfrm>
      </p:grpSpPr>
      <p:grpSp>
        <p:nvGrpSpPr>
          <p:cNvPr id="164" name="Google Shape;164;p15"/>
          <p:cNvGrpSpPr/>
          <p:nvPr/>
        </p:nvGrpSpPr>
        <p:grpSpPr>
          <a:xfrm>
            <a:off x="-1" y="0"/>
            <a:ext cx="9144002" cy="5143500"/>
            <a:chOff x="-1" y="0"/>
            <a:chExt cx="12192002" cy="6858000"/>
          </a:xfrm>
        </p:grpSpPr>
        <p:cxnSp>
          <p:nvCxnSpPr>
            <p:cNvPr id="165" name="Google Shape;165;p15"/>
            <p:cNvCxnSpPr/>
            <p:nvPr/>
          </p:nvCxnSpPr>
          <p:spPr>
            <a:xfrm>
              <a:off x="61019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66" name="Google Shape;166;p15"/>
            <p:cNvCxnSpPr/>
            <p:nvPr/>
          </p:nvCxnSpPr>
          <p:spPr>
            <a:xfrm>
              <a:off x="182933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67" name="Google Shape;167;p15"/>
            <p:cNvCxnSpPr/>
            <p:nvPr/>
          </p:nvCxnSpPr>
          <p:spPr>
            <a:xfrm>
              <a:off x="304847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68" name="Google Shape;168;p15"/>
            <p:cNvCxnSpPr/>
            <p:nvPr/>
          </p:nvCxnSpPr>
          <p:spPr>
            <a:xfrm>
              <a:off x="426760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69" name="Google Shape;169;p15"/>
            <p:cNvCxnSpPr/>
            <p:nvPr/>
          </p:nvCxnSpPr>
          <p:spPr>
            <a:xfrm>
              <a:off x="548674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0" name="Google Shape;170;p15"/>
            <p:cNvCxnSpPr/>
            <p:nvPr/>
          </p:nvCxnSpPr>
          <p:spPr>
            <a:xfrm>
              <a:off x="670588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1" name="Google Shape;171;p15"/>
            <p:cNvCxnSpPr/>
            <p:nvPr/>
          </p:nvCxnSpPr>
          <p:spPr>
            <a:xfrm>
              <a:off x="792502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2" name="Google Shape;172;p15"/>
            <p:cNvCxnSpPr/>
            <p:nvPr/>
          </p:nvCxnSpPr>
          <p:spPr>
            <a:xfrm>
              <a:off x="914416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3" name="Google Shape;173;p15"/>
            <p:cNvCxnSpPr/>
            <p:nvPr/>
          </p:nvCxnSpPr>
          <p:spPr>
            <a:xfrm>
              <a:off x="1036329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4" name="Google Shape;174;p15"/>
            <p:cNvCxnSpPr/>
            <p:nvPr/>
          </p:nvCxnSpPr>
          <p:spPr>
            <a:xfrm>
              <a:off x="1158243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5" name="Google Shape;175;p15"/>
            <p:cNvCxnSpPr/>
            <p:nvPr/>
          </p:nvCxnSpPr>
          <p:spPr>
            <a:xfrm>
              <a:off x="2819" y="38648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6" name="Google Shape;176;p15"/>
            <p:cNvCxnSpPr/>
            <p:nvPr/>
          </p:nvCxnSpPr>
          <p:spPr>
            <a:xfrm>
              <a:off x="2819" y="1611181"/>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7" name="Google Shape;177;p15"/>
            <p:cNvCxnSpPr/>
            <p:nvPr/>
          </p:nvCxnSpPr>
          <p:spPr>
            <a:xfrm>
              <a:off x="2819" y="2835877"/>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8" name="Google Shape;178;p15"/>
            <p:cNvCxnSpPr/>
            <p:nvPr/>
          </p:nvCxnSpPr>
          <p:spPr>
            <a:xfrm>
              <a:off x="2819" y="4060573"/>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79" name="Google Shape;179;p15"/>
            <p:cNvCxnSpPr/>
            <p:nvPr/>
          </p:nvCxnSpPr>
          <p:spPr>
            <a:xfrm>
              <a:off x="2819" y="5285269"/>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0" name="Google Shape;180;p15"/>
            <p:cNvCxnSpPr/>
            <p:nvPr/>
          </p:nvCxnSpPr>
          <p:spPr>
            <a:xfrm>
              <a:off x="2819" y="650996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181" name="Google Shape;181;p15"/>
            <p:cNvGrpSpPr/>
            <p:nvPr/>
          </p:nvGrpSpPr>
          <p:grpSpPr>
            <a:xfrm>
              <a:off x="-1" y="0"/>
              <a:ext cx="12192001" cy="6858000"/>
              <a:chOff x="-1" y="0"/>
              <a:chExt cx="12192001" cy="6858000"/>
            </a:xfrm>
          </p:grpSpPr>
          <p:cxnSp>
            <p:nvCxnSpPr>
              <p:cNvPr id="182" name="Google Shape;182;p15"/>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3" name="Google Shape;183;p15"/>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4" name="Google Shape;184;p15"/>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5" name="Google Shape;185;p15"/>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6" name="Google Shape;186;p15"/>
              <p:cNvCxnSpPr/>
              <p:nvPr/>
            </p:nvCxnSpPr>
            <p:spPr>
              <a:xfrm>
                <a:off x="510650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187" name="Google Shape;187;p15"/>
              <p:cNvGrpSpPr/>
              <p:nvPr/>
            </p:nvGrpSpPr>
            <p:grpSpPr>
              <a:xfrm>
                <a:off x="6327885" y="0"/>
                <a:ext cx="5864115" cy="5898673"/>
                <a:chOff x="6327885" y="0"/>
                <a:chExt cx="5864115" cy="5898673"/>
              </a:xfrm>
            </p:grpSpPr>
            <p:cxnSp>
              <p:nvCxnSpPr>
                <p:cNvPr id="188" name="Google Shape;188;p15"/>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89" name="Google Shape;189;p15"/>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0" name="Google Shape;190;p15"/>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1" name="Google Shape;191;p15"/>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2" name="Google Shape;192;p15"/>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193" name="Google Shape;193;p15"/>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4" name="Google Shape;194;p15"/>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5" name="Google Shape;195;p15"/>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6" name="Google Shape;196;p15"/>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97" name="Google Shape;197;p15"/>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nvGrpSpPr>
            <p:cNvPr id="198" name="Google Shape;198;p15"/>
            <p:cNvGrpSpPr/>
            <p:nvPr/>
          </p:nvGrpSpPr>
          <p:grpSpPr>
            <a:xfrm flipH="1">
              <a:off x="0" y="0"/>
              <a:ext cx="12192001" cy="6858000"/>
              <a:chOff x="-1" y="0"/>
              <a:chExt cx="12192001" cy="6858000"/>
            </a:xfrm>
          </p:grpSpPr>
          <p:cxnSp>
            <p:nvCxnSpPr>
              <p:cNvPr id="199" name="Google Shape;199;p15"/>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0" name="Google Shape;200;p15"/>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1" name="Google Shape;201;p15"/>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2" name="Google Shape;202;p15"/>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3" name="Google Shape;203;p15"/>
              <p:cNvCxnSpPr/>
              <p:nvPr/>
            </p:nvCxnSpPr>
            <p:spPr>
              <a:xfrm>
                <a:off x="515064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204" name="Google Shape;204;p15"/>
              <p:cNvGrpSpPr/>
              <p:nvPr/>
            </p:nvGrpSpPr>
            <p:grpSpPr>
              <a:xfrm>
                <a:off x="6327885" y="0"/>
                <a:ext cx="5864115" cy="5898673"/>
                <a:chOff x="6327885" y="0"/>
                <a:chExt cx="5864115" cy="5898673"/>
              </a:xfrm>
            </p:grpSpPr>
            <p:cxnSp>
              <p:nvCxnSpPr>
                <p:cNvPr id="205" name="Google Shape;205;p15"/>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6" name="Google Shape;206;p15"/>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7" name="Google Shape;207;p15"/>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8" name="Google Shape;208;p15"/>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09" name="Google Shape;209;p15"/>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210" name="Google Shape;210;p15"/>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11" name="Google Shape;211;p15"/>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12" name="Google Shape;212;p15"/>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13" name="Google Shape;213;p15"/>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214" name="Google Shape;214;p15"/>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sp>
        <p:nvSpPr>
          <p:cNvPr id="215" name="Google Shape;215;p15"/>
          <p:cNvSpPr txBox="1"/>
          <p:nvPr>
            <p:ph type="ctrTitle"/>
          </p:nvPr>
        </p:nvSpPr>
        <p:spPr>
          <a:xfrm>
            <a:off x="970384" y="1432010"/>
            <a:ext cx="7203233" cy="2537460"/>
          </a:xfrm>
          <a:prstGeom prst="rect">
            <a:avLst/>
          </a:prstGeom>
          <a:noFill/>
          <a:ln>
            <a:noFill/>
          </a:ln>
        </p:spPr>
        <p:txBody>
          <a:bodyPr anchorCtr="0" anchor="b" bIns="34275" lIns="68575" spcFirstLastPara="1" rIns="68575" wrap="square" tIns="34275">
            <a:normAutofit/>
          </a:bodyPr>
          <a:lstStyle>
            <a:lvl1pPr lvl="0" algn="l">
              <a:lnSpc>
                <a:spcPct val="76000"/>
              </a:lnSpc>
              <a:spcBef>
                <a:spcPts val="0"/>
              </a:spcBef>
              <a:spcAft>
                <a:spcPts val="0"/>
              </a:spcAft>
              <a:buClr>
                <a:schemeClr val="dk1"/>
              </a:buClr>
              <a:buSzPts val="6000"/>
              <a:buFont typeface="Arial"/>
              <a:buNone/>
              <a:defRPr sz="6000" cap="none">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6" name="Google Shape;216;p15"/>
          <p:cNvSpPr txBox="1"/>
          <p:nvPr>
            <p:ph idx="1" type="subTitle"/>
          </p:nvPr>
        </p:nvSpPr>
        <p:spPr>
          <a:xfrm>
            <a:off x="970384" y="4074423"/>
            <a:ext cx="7203233" cy="3429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SzPts val="1500"/>
              <a:buNone/>
              <a:defRPr b="0" sz="1500">
                <a:solidFill>
                  <a:srgbClr val="A43E27"/>
                </a:solidFill>
              </a:defRPr>
            </a:lvl1pPr>
            <a:lvl2pPr lvl="1" algn="ctr">
              <a:lnSpc>
                <a:spcPct val="90000"/>
              </a:lnSpc>
              <a:spcBef>
                <a:spcPts val="900"/>
              </a:spcBef>
              <a:spcAft>
                <a:spcPts val="0"/>
              </a:spcAft>
              <a:buSzPts val="1500"/>
              <a:buNone/>
              <a:defRPr sz="1500"/>
            </a:lvl2pPr>
            <a:lvl3pPr lvl="2" algn="ctr">
              <a:lnSpc>
                <a:spcPct val="90000"/>
              </a:lnSpc>
              <a:spcBef>
                <a:spcPts val="600"/>
              </a:spcBef>
              <a:spcAft>
                <a:spcPts val="0"/>
              </a:spcAft>
              <a:buSzPts val="1400"/>
              <a:buNone/>
              <a:defRPr sz="1400"/>
            </a:lvl3pPr>
            <a:lvl4pPr lvl="3" algn="ctr">
              <a:lnSpc>
                <a:spcPct val="90000"/>
              </a:lnSpc>
              <a:spcBef>
                <a:spcPts val="600"/>
              </a:spcBef>
              <a:spcAft>
                <a:spcPts val="0"/>
              </a:spcAft>
              <a:buSzPts val="1200"/>
              <a:buNone/>
              <a:defRPr sz="1200"/>
            </a:lvl4pPr>
            <a:lvl5pPr lvl="4" algn="ctr">
              <a:lnSpc>
                <a:spcPct val="90000"/>
              </a:lnSpc>
              <a:spcBef>
                <a:spcPts val="500"/>
              </a:spcBef>
              <a:spcAft>
                <a:spcPts val="0"/>
              </a:spcAft>
              <a:buSzPts val="1200"/>
              <a:buNone/>
              <a:defRPr sz="1200"/>
            </a:lvl5pPr>
            <a:lvl6pPr lvl="5" algn="ctr">
              <a:lnSpc>
                <a:spcPct val="90000"/>
              </a:lnSpc>
              <a:spcBef>
                <a:spcPts val="500"/>
              </a:spcBef>
              <a:spcAft>
                <a:spcPts val="0"/>
              </a:spcAft>
              <a:buSzPts val="1200"/>
              <a:buNone/>
              <a:defRPr sz="1200"/>
            </a:lvl6pPr>
            <a:lvl7pPr lvl="6" algn="ctr">
              <a:lnSpc>
                <a:spcPct val="90000"/>
              </a:lnSpc>
              <a:spcBef>
                <a:spcPts val="500"/>
              </a:spcBef>
              <a:spcAft>
                <a:spcPts val="0"/>
              </a:spcAft>
              <a:buSzPts val="1200"/>
              <a:buNone/>
              <a:defRPr sz="1200"/>
            </a:lvl7pPr>
            <a:lvl8pPr lvl="7" algn="ctr">
              <a:lnSpc>
                <a:spcPct val="90000"/>
              </a:lnSpc>
              <a:spcBef>
                <a:spcPts val="500"/>
              </a:spcBef>
              <a:spcAft>
                <a:spcPts val="0"/>
              </a:spcAft>
              <a:buSzPts val="1200"/>
              <a:buNone/>
              <a:defRPr sz="1200"/>
            </a:lvl8pPr>
            <a:lvl9pPr lvl="8" algn="ctr">
              <a:lnSpc>
                <a:spcPct val="90000"/>
              </a:lnSpc>
              <a:spcBef>
                <a:spcPts val="500"/>
              </a:spcBef>
              <a:spcAft>
                <a:spcPts val="0"/>
              </a:spcAft>
              <a:buSzPts val="1200"/>
              <a:buNone/>
              <a:defRPr sz="1200"/>
            </a:lvl9pPr>
          </a:lstStyle>
          <a:p/>
        </p:txBody>
      </p:sp>
      <p:cxnSp>
        <p:nvCxnSpPr>
          <p:cNvPr id="217" name="Google Shape;217;p15"/>
          <p:cNvCxnSpPr/>
          <p:nvPr/>
        </p:nvCxnSpPr>
        <p:spPr>
          <a:xfrm>
            <a:off x="971550" y="3970631"/>
            <a:ext cx="72009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8" name="Shape 218"/>
        <p:cNvGrpSpPr/>
        <p:nvPr/>
      </p:nvGrpSpPr>
      <p:grpSpPr>
        <a:xfrm>
          <a:off x="0" y="0"/>
          <a:ext cx="0" cy="0"/>
          <a:chOff x="0" y="0"/>
          <a:chExt cx="0" cy="0"/>
        </a:xfrm>
      </p:grpSpPr>
      <p:sp>
        <p:nvSpPr>
          <p:cNvPr id="219" name="Google Shape;219;p16"/>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0" name="Google Shape;220;p16"/>
          <p:cNvSpPr txBox="1"/>
          <p:nvPr>
            <p:ph idx="1" type="body"/>
          </p:nvPr>
        </p:nvSpPr>
        <p:spPr>
          <a:xfrm>
            <a:off x="971550" y="1485901"/>
            <a:ext cx="7200900" cy="2857499"/>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1400"/>
              </a:spcBef>
              <a:spcAft>
                <a:spcPts val="0"/>
              </a:spcAft>
              <a:buSzPts val="1400"/>
              <a:buChar char="▪"/>
              <a:defRPr/>
            </a:lvl1pPr>
            <a:lvl2pPr indent="-317500" lvl="1" marL="914400" algn="l">
              <a:lnSpc>
                <a:spcPct val="90000"/>
              </a:lnSpc>
              <a:spcBef>
                <a:spcPts val="900"/>
              </a:spcBef>
              <a:spcAft>
                <a:spcPts val="0"/>
              </a:spcAft>
              <a:buSzPts val="1400"/>
              <a:buChar char="▪"/>
              <a:defRPr/>
            </a:lvl2pPr>
            <a:lvl3pPr indent="-317500" lvl="2" marL="1371600" algn="l">
              <a:lnSpc>
                <a:spcPct val="90000"/>
              </a:lnSpc>
              <a:spcBef>
                <a:spcPts val="600"/>
              </a:spcBef>
              <a:spcAft>
                <a:spcPts val="0"/>
              </a:spcAft>
              <a:buSzPts val="1400"/>
              <a:buChar char="▪"/>
              <a:defRPr/>
            </a:lvl3pPr>
            <a:lvl4pPr indent="-317500" lvl="3" marL="1828800" algn="l">
              <a:lnSpc>
                <a:spcPct val="90000"/>
              </a:lnSpc>
              <a:spcBef>
                <a:spcPts val="600"/>
              </a:spcBef>
              <a:spcAft>
                <a:spcPts val="0"/>
              </a:spcAft>
              <a:buSzPts val="1400"/>
              <a:buChar char="▪"/>
              <a:defRPr/>
            </a:lvl4pPr>
            <a:lvl5pPr indent="-317500" lvl="4" marL="2286000" algn="l">
              <a:lnSpc>
                <a:spcPct val="90000"/>
              </a:lnSpc>
              <a:spcBef>
                <a:spcPts val="500"/>
              </a:spcBef>
              <a:spcAft>
                <a:spcPts val="0"/>
              </a:spcAft>
              <a:buSzPts val="1400"/>
              <a:buChar char="▪"/>
              <a:defRPr/>
            </a:lvl5pPr>
            <a:lvl6pPr indent="-317500" lvl="5" marL="2743200" algn="l">
              <a:lnSpc>
                <a:spcPct val="90000"/>
              </a:lnSpc>
              <a:spcBef>
                <a:spcPts val="500"/>
              </a:spcBef>
              <a:spcAft>
                <a:spcPts val="0"/>
              </a:spcAft>
              <a:buSzPts val="1400"/>
              <a:buChar char="▪"/>
              <a:defRPr/>
            </a:lvl6pPr>
            <a:lvl7pPr indent="-317500" lvl="6" marL="3200400" algn="l">
              <a:lnSpc>
                <a:spcPct val="90000"/>
              </a:lnSpc>
              <a:spcBef>
                <a:spcPts val="500"/>
              </a:spcBef>
              <a:spcAft>
                <a:spcPts val="0"/>
              </a:spcAft>
              <a:buSzPts val="1400"/>
              <a:buChar char="▪"/>
              <a:defRPr/>
            </a:lvl7pPr>
            <a:lvl8pPr indent="-317500" lvl="7" marL="3657600" algn="l">
              <a:lnSpc>
                <a:spcPct val="90000"/>
              </a:lnSpc>
              <a:spcBef>
                <a:spcPts val="500"/>
              </a:spcBef>
              <a:spcAft>
                <a:spcPts val="0"/>
              </a:spcAft>
              <a:buSzPts val="1400"/>
              <a:buChar char="▪"/>
              <a:defRPr/>
            </a:lvl8pPr>
            <a:lvl9pPr indent="-228600" lvl="8" marL="4114800" algn="l">
              <a:lnSpc>
                <a:spcPct val="90000"/>
              </a:lnSpc>
              <a:spcBef>
                <a:spcPts val="500"/>
              </a:spcBef>
              <a:spcAft>
                <a:spcPts val="0"/>
              </a:spcAft>
              <a:buSzPts val="1400"/>
              <a:buNone/>
              <a:defRPr/>
            </a:lvl9pPr>
          </a:lstStyle>
          <a:p/>
        </p:txBody>
      </p:sp>
      <p:sp>
        <p:nvSpPr>
          <p:cNvPr id="221" name="Google Shape;221;p16"/>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2" name="Google Shape;222;p16"/>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3" name="Google Shape;223;p16"/>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gradFill>
          <a:gsLst>
            <a:gs pos="0">
              <a:schemeClr val="accent1"/>
            </a:gs>
            <a:gs pos="97000">
              <a:srgbClr val="AF4329"/>
            </a:gs>
            <a:gs pos="100000">
              <a:srgbClr val="AF4329"/>
            </a:gs>
          </a:gsLst>
          <a:path path="circle">
            <a:fillToRect b="50%" l="50%" r="50%" t="50%"/>
          </a:path>
          <a:tileRect/>
        </a:gradFill>
      </p:bgPr>
    </p:bg>
    <p:spTree>
      <p:nvGrpSpPr>
        <p:cNvPr id="224" name="Shape 224"/>
        <p:cNvGrpSpPr/>
        <p:nvPr/>
      </p:nvGrpSpPr>
      <p:grpSpPr>
        <a:xfrm>
          <a:off x="0" y="0"/>
          <a:ext cx="0" cy="0"/>
          <a:chOff x="0" y="0"/>
          <a:chExt cx="0" cy="0"/>
        </a:xfrm>
      </p:grpSpPr>
      <p:grpSp>
        <p:nvGrpSpPr>
          <p:cNvPr id="225" name="Google Shape;225;p17"/>
          <p:cNvGrpSpPr/>
          <p:nvPr/>
        </p:nvGrpSpPr>
        <p:grpSpPr>
          <a:xfrm>
            <a:off x="-1" y="0"/>
            <a:ext cx="9144002" cy="5143500"/>
            <a:chOff x="-1" y="0"/>
            <a:chExt cx="12192002" cy="6858000"/>
          </a:xfrm>
        </p:grpSpPr>
        <p:cxnSp>
          <p:nvCxnSpPr>
            <p:cNvPr id="226" name="Google Shape;226;p17"/>
            <p:cNvCxnSpPr/>
            <p:nvPr/>
          </p:nvCxnSpPr>
          <p:spPr>
            <a:xfrm>
              <a:off x="61019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27" name="Google Shape;227;p17"/>
            <p:cNvCxnSpPr/>
            <p:nvPr/>
          </p:nvCxnSpPr>
          <p:spPr>
            <a:xfrm>
              <a:off x="182933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28" name="Google Shape;228;p17"/>
            <p:cNvCxnSpPr/>
            <p:nvPr/>
          </p:nvCxnSpPr>
          <p:spPr>
            <a:xfrm>
              <a:off x="304847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29" name="Google Shape;229;p17"/>
            <p:cNvCxnSpPr/>
            <p:nvPr/>
          </p:nvCxnSpPr>
          <p:spPr>
            <a:xfrm>
              <a:off x="426760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0" name="Google Shape;230;p17"/>
            <p:cNvCxnSpPr/>
            <p:nvPr/>
          </p:nvCxnSpPr>
          <p:spPr>
            <a:xfrm>
              <a:off x="548674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1" name="Google Shape;231;p17"/>
            <p:cNvCxnSpPr/>
            <p:nvPr/>
          </p:nvCxnSpPr>
          <p:spPr>
            <a:xfrm>
              <a:off x="670588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2" name="Google Shape;232;p17"/>
            <p:cNvCxnSpPr/>
            <p:nvPr/>
          </p:nvCxnSpPr>
          <p:spPr>
            <a:xfrm>
              <a:off x="792502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3" name="Google Shape;233;p17"/>
            <p:cNvCxnSpPr/>
            <p:nvPr/>
          </p:nvCxnSpPr>
          <p:spPr>
            <a:xfrm>
              <a:off x="914416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4" name="Google Shape;234;p17"/>
            <p:cNvCxnSpPr/>
            <p:nvPr/>
          </p:nvCxnSpPr>
          <p:spPr>
            <a:xfrm>
              <a:off x="1036329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5" name="Google Shape;235;p17"/>
            <p:cNvCxnSpPr/>
            <p:nvPr/>
          </p:nvCxnSpPr>
          <p:spPr>
            <a:xfrm>
              <a:off x="1158243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6" name="Google Shape;236;p17"/>
            <p:cNvCxnSpPr/>
            <p:nvPr/>
          </p:nvCxnSpPr>
          <p:spPr>
            <a:xfrm>
              <a:off x="2819" y="38648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7" name="Google Shape;237;p17"/>
            <p:cNvCxnSpPr/>
            <p:nvPr/>
          </p:nvCxnSpPr>
          <p:spPr>
            <a:xfrm>
              <a:off x="2819" y="1611181"/>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8" name="Google Shape;238;p17"/>
            <p:cNvCxnSpPr/>
            <p:nvPr/>
          </p:nvCxnSpPr>
          <p:spPr>
            <a:xfrm>
              <a:off x="2819" y="2835877"/>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39" name="Google Shape;239;p17"/>
            <p:cNvCxnSpPr/>
            <p:nvPr/>
          </p:nvCxnSpPr>
          <p:spPr>
            <a:xfrm>
              <a:off x="2819" y="4060573"/>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0" name="Google Shape;240;p17"/>
            <p:cNvCxnSpPr/>
            <p:nvPr/>
          </p:nvCxnSpPr>
          <p:spPr>
            <a:xfrm>
              <a:off x="2819" y="5285269"/>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1" name="Google Shape;241;p17"/>
            <p:cNvCxnSpPr/>
            <p:nvPr/>
          </p:nvCxnSpPr>
          <p:spPr>
            <a:xfrm>
              <a:off x="2819" y="650996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242" name="Google Shape;242;p17"/>
            <p:cNvGrpSpPr/>
            <p:nvPr/>
          </p:nvGrpSpPr>
          <p:grpSpPr>
            <a:xfrm>
              <a:off x="-1" y="0"/>
              <a:ext cx="12192001" cy="6858000"/>
              <a:chOff x="-1" y="0"/>
              <a:chExt cx="12192001" cy="6858000"/>
            </a:xfrm>
          </p:grpSpPr>
          <p:cxnSp>
            <p:nvCxnSpPr>
              <p:cNvPr id="243" name="Google Shape;243;p17"/>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4" name="Google Shape;244;p17"/>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5" name="Google Shape;245;p17"/>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6" name="Google Shape;246;p17"/>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47" name="Google Shape;247;p17"/>
              <p:cNvCxnSpPr/>
              <p:nvPr/>
            </p:nvCxnSpPr>
            <p:spPr>
              <a:xfrm>
                <a:off x="510650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248" name="Google Shape;248;p17"/>
              <p:cNvGrpSpPr/>
              <p:nvPr/>
            </p:nvGrpSpPr>
            <p:grpSpPr>
              <a:xfrm>
                <a:off x="6327885" y="0"/>
                <a:ext cx="5864115" cy="5898673"/>
                <a:chOff x="6327885" y="0"/>
                <a:chExt cx="5864115" cy="5898673"/>
              </a:xfrm>
            </p:grpSpPr>
            <p:cxnSp>
              <p:nvCxnSpPr>
                <p:cNvPr id="249" name="Google Shape;249;p17"/>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0" name="Google Shape;250;p17"/>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1" name="Google Shape;251;p17"/>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2" name="Google Shape;252;p17"/>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3" name="Google Shape;253;p17"/>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254" name="Google Shape;254;p17"/>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5" name="Google Shape;255;p17"/>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6" name="Google Shape;256;p17"/>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7" name="Google Shape;257;p17"/>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58" name="Google Shape;258;p17"/>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nvGrpSpPr>
            <p:cNvPr id="259" name="Google Shape;259;p17"/>
            <p:cNvGrpSpPr/>
            <p:nvPr/>
          </p:nvGrpSpPr>
          <p:grpSpPr>
            <a:xfrm flipH="1">
              <a:off x="0" y="0"/>
              <a:ext cx="12192001" cy="6858000"/>
              <a:chOff x="-1" y="0"/>
              <a:chExt cx="12192001" cy="6858000"/>
            </a:xfrm>
          </p:grpSpPr>
          <p:cxnSp>
            <p:nvCxnSpPr>
              <p:cNvPr id="260" name="Google Shape;260;p17"/>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1" name="Google Shape;261;p17"/>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2" name="Google Shape;262;p17"/>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3" name="Google Shape;263;p17"/>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4" name="Google Shape;264;p17"/>
              <p:cNvCxnSpPr/>
              <p:nvPr/>
            </p:nvCxnSpPr>
            <p:spPr>
              <a:xfrm>
                <a:off x="515064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265" name="Google Shape;265;p17"/>
              <p:cNvGrpSpPr/>
              <p:nvPr/>
            </p:nvGrpSpPr>
            <p:grpSpPr>
              <a:xfrm>
                <a:off x="6327885" y="0"/>
                <a:ext cx="5864115" cy="5898673"/>
                <a:chOff x="6327885" y="0"/>
                <a:chExt cx="5864115" cy="5898673"/>
              </a:xfrm>
            </p:grpSpPr>
            <p:cxnSp>
              <p:nvCxnSpPr>
                <p:cNvPr id="266" name="Google Shape;266;p17"/>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7" name="Google Shape;267;p17"/>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8" name="Google Shape;268;p17"/>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69" name="Google Shape;269;p17"/>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0" name="Google Shape;270;p17"/>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271" name="Google Shape;271;p17"/>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2" name="Google Shape;272;p17"/>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3" name="Google Shape;273;p17"/>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4" name="Google Shape;274;p17"/>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275" name="Google Shape;275;p17"/>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sp>
        <p:nvSpPr>
          <p:cNvPr id="276" name="Google Shape;276;p17"/>
          <p:cNvSpPr txBox="1"/>
          <p:nvPr>
            <p:ph type="title"/>
          </p:nvPr>
        </p:nvSpPr>
        <p:spPr>
          <a:xfrm>
            <a:off x="971550" y="1906180"/>
            <a:ext cx="7200900" cy="20574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chemeClr val="lt1"/>
              </a:buClr>
              <a:buSzPts val="4500"/>
              <a:buFont typeface="Arial"/>
              <a:buNone/>
              <a:defRPr sz="45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7" name="Google Shape;277;p17"/>
          <p:cNvSpPr txBox="1"/>
          <p:nvPr>
            <p:ph idx="1" type="body"/>
          </p:nvPr>
        </p:nvSpPr>
        <p:spPr>
          <a:xfrm>
            <a:off x="971550" y="4073652"/>
            <a:ext cx="7200900" cy="3429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0"/>
              </a:spcBef>
              <a:spcAft>
                <a:spcPts val="0"/>
              </a:spcAft>
              <a:buSzPts val="1500"/>
              <a:buNone/>
              <a:defRPr b="0" sz="1500">
                <a:solidFill>
                  <a:schemeClr val="lt1"/>
                </a:solidFill>
              </a:defRPr>
            </a:lvl1pPr>
            <a:lvl2pPr indent="-228600" lvl="1" marL="914400" algn="l">
              <a:lnSpc>
                <a:spcPct val="90000"/>
              </a:lnSpc>
              <a:spcBef>
                <a:spcPts val="900"/>
              </a:spcBef>
              <a:spcAft>
                <a:spcPts val="0"/>
              </a:spcAft>
              <a:buSzPts val="1500"/>
              <a:buNone/>
              <a:defRPr sz="1500"/>
            </a:lvl2pPr>
            <a:lvl3pPr indent="-228600" lvl="2" marL="1371600" algn="l">
              <a:lnSpc>
                <a:spcPct val="90000"/>
              </a:lnSpc>
              <a:spcBef>
                <a:spcPts val="600"/>
              </a:spcBef>
              <a:spcAft>
                <a:spcPts val="0"/>
              </a:spcAft>
              <a:buSzPts val="1400"/>
              <a:buNone/>
              <a:defRPr sz="1400"/>
            </a:lvl3pPr>
            <a:lvl4pPr indent="-228600" lvl="3" marL="1828800" algn="l">
              <a:lnSpc>
                <a:spcPct val="90000"/>
              </a:lnSpc>
              <a:spcBef>
                <a:spcPts val="600"/>
              </a:spcBef>
              <a:spcAft>
                <a:spcPts val="0"/>
              </a:spcAft>
              <a:buSzPts val="1200"/>
              <a:buNone/>
              <a:defRPr sz="1200"/>
            </a:lvl4pPr>
            <a:lvl5pPr indent="-228600" lvl="4" marL="2286000" algn="l">
              <a:lnSpc>
                <a:spcPct val="90000"/>
              </a:lnSpc>
              <a:spcBef>
                <a:spcPts val="500"/>
              </a:spcBef>
              <a:spcAft>
                <a:spcPts val="0"/>
              </a:spcAft>
              <a:buSzPts val="1200"/>
              <a:buNone/>
              <a:defRPr sz="1200"/>
            </a:lvl5pPr>
            <a:lvl6pPr indent="-228600" lvl="5" marL="2743200" algn="l">
              <a:lnSpc>
                <a:spcPct val="90000"/>
              </a:lnSpc>
              <a:spcBef>
                <a:spcPts val="500"/>
              </a:spcBef>
              <a:spcAft>
                <a:spcPts val="0"/>
              </a:spcAft>
              <a:buSzPts val="1200"/>
              <a:buNone/>
              <a:defRPr sz="1200"/>
            </a:lvl6pPr>
            <a:lvl7pPr indent="-228600" lvl="6" marL="3200400" algn="l">
              <a:lnSpc>
                <a:spcPct val="90000"/>
              </a:lnSpc>
              <a:spcBef>
                <a:spcPts val="500"/>
              </a:spcBef>
              <a:spcAft>
                <a:spcPts val="0"/>
              </a:spcAft>
              <a:buSzPts val="1200"/>
              <a:buNone/>
              <a:defRPr sz="1200"/>
            </a:lvl7pPr>
            <a:lvl8pPr indent="-228600" lvl="7" marL="3657600" algn="l">
              <a:lnSpc>
                <a:spcPct val="90000"/>
              </a:lnSpc>
              <a:spcBef>
                <a:spcPts val="500"/>
              </a:spcBef>
              <a:spcAft>
                <a:spcPts val="0"/>
              </a:spcAft>
              <a:buSzPts val="1200"/>
              <a:buNone/>
              <a:defRPr sz="1200"/>
            </a:lvl8pPr>
            <a:lvl9pPr indent="-228600" lvl="8" marL="4114800" algn="l">
              <a:lnSpc>
                <a:spcPct val="90000"/>
              </a:lnSpc>
              <a:spcBef>
                <a:spcPts val="500"/>
              </a:spcBef>
              <a:spcAft>
                <a:spcPts val="0"/>
              </a:spcAft>
              <a:buSzPts val="1200"/>
              <a:buNone/>
              <a:defRPr sz="1200"/>
            </a:lvl9pPr>
          </a:lstStyle>
          <a:p/>
        </p:txBody>
      </p:sp>
      <p:cxnSp>
        <p:nvCxnSpPr>
          <p:cNvPr id="278" name="Google Shape;278;p17"/>
          <p:cNvCxnSpPr/>
          <p:nvPr/>
        </p:nvCxnSpPr>
        <p:spPr>
          <a:xfrm>
            <a:off x="971550" y="3970631"/>
            <a:ext cx="72009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9" name="Shape 279"/>
        <p:cNvGrpSpPr/>
        <p:nvPr/>
      </p:nvGrpSpPr>
      <p:grpSpPr>
        <a:xfrm>
          <a:off x="0" y="0"/>
          <a:ext cx="0" cy="0"/>
          <a:chOff x="0" y="0"/>
          <a:chExt cx="0" cy="0"/>
        </a:xfrm>
      </p:grpSpPr>
      <p:sp>
        <p:nvSpPr>
          <p:cNvPr id="280" name="Google Shape;280;p18"/>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1" name="Google Shape;281;p18"/>
          <p:cNvSpPr txBox="1"/>
          <p:nvPr>
            <p:ph idx="1" type="body"/>
          </p:nvPr>
        </p:nvSpPr>
        <p:spPr>
          <a:xfrm>
            <a:off x="971550" y="1485899"/>
            <a:ext cx="3429000" cy="2857501"/>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17500" lvl="5" marL="2743200" algn="l">
              <a:lnSpc>
                <a:spcPct val="90000"/>
              </a:lnSpc>
              <a:spcBef>
                <a:spcPts val="500"/>
              </a:spcBef>
              <a:spcAft>
                <a:spcPts val="0"/>
              </a:spcAft>
              <a:buSzPts val="1400"/>
              <a:buChar char="▪"/>
              <a:defRPr sz="1400"/>
            </a:lvl6pPr>
            <a:lvl7pPr indent="-317500" lvl="6" marL="3200400" algn="l">
              <a:lnSpc>
                <a:spcPct val="90000"/>
              </a:lnSpc>
              <a:spcBef>
                <a:spcPts val="500"/>
              </a:spcBef>
              <a:spcAft>
                <a:spcPts val="0"/>
              </a:spcAft>
              <a:buSzPts val="1400"/>
              <a:buChar char="▪"/>
              <a:defRPr sz="1400"/>
            </a:lvl7pPr>
            <a:lvl8pPr indent="-317500" lvl="7" marL="3657600" algn="l">
              <a:lnSpc>
                <a:spcPct val="90000"/>
              </a:lnSpc>
              <a:spcBef>
                <a:spcPts val="500"/>
              </a:spcBef>
              <a:spcAft>
                <a:spcPts val="0"/>
              </a:spcAft>
              <a:buSzPts val="1400"/>
              <a:buChar char="▪"/>
              <a:defRPr sz="1400"/>
            </a:lvl8pPr>
            <a:lvl9pPr indent="-228600" lvl="8" marL="4114800" algn="l">
              <a:lnSpc>
                <a:spcPct val="90000"/>
              </a:lnSpc>
              <a:spcBef>
                <a:spcPts val="500"/>
              </a:spcBef>
              <a:spcAft>
                <a:spcPts val="0"/>
              </a:spcAft>
              <a:buSzPts val="1400"/>
              <a:buNone/>
              <a:defRPr sz="1400"/>
            </a:lvl9pPr>
          </a:lstStyle>
          <a:p/>
        </p:txBody>
      </p:sp>
      <p:sp>
        <p:nvSpPr>
          <p:cNvPr id="282" name="Google Shape;282;p18"/>
          <p:cNvSpPr txBox="1"/>
          <p:nvPr>
            <p:ph idx="2" type="body"/>
          </p:nvPr>
        </p:nvSpPr>
        <p:spPr>
          <a:xfrm>
            <a:off x="4743450" y="1485899"/>
            <a:ext cx="3429000" cy="2857501"/>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17500" lvl="5" marL="2743200" algn="l">
              <a:lnSpc>
                <a:spcPct val="90000"/>
              </a:lnSpc>
              <a:spcBef>
                <a:spcPts val="500"/>
              </a:spcBef>
              <a:spcAft>
                <a:spcPts val="0"/>
              </a:spcAft>
              <a:buSzPts val="1400"/>
              <a:buChar char="▪"/>
              <a:defRPr sz="1400"/>
            </a:lvl6pPr>
            <a:lvl7pPr indent="-317500" lvl="6" marL="3200400" algn="l">
              <a:lnSpc>
                <a:spcPct val="90000"/>
              </a:lnSpc>
              <a:spcBef>
                <a:spcPts val="500"/>
              </a:spcBef>
              <a:spcAft>
                <a:spcPts val="0"/>
              </a:spcAft>
              <a:buSzPts val="1400"/>
              <a:buChar char="▪"/>
              <a:defRPr sz="1400"/>
            </a:lvl7pPr>
            <a:lvl8pPr indent="-317500" lvl="7" marL="3657600" algn="l">
              <a:lnSpc>
                <a:spcPct val="90000"/>
              </a:lnSpc>
              <a:spcBef>
                <a:spcPts val="500"/>
              </a:spcBef>
              <a:spcAft>
                <a:spcPts val="0"/>
              </a:spcAft>
              <a:buSzPts val="1400"/>
              <a:buChar char="▪"/>
              <a:defRPr sz="1400"/>
            </a:lvl8pPr>
            <a:lvl9pPr indent="-228600" lvl="8" marL="4114800" algn="l">
              <a:lnSpc>
                <a:spcPct val="90000"/>
              </a:lnSpc>
              <a:spcBef>
                <a:spcPts val="500"/>
              </a:spcBef>
              <a:spcAft>
                <a:spcPts val="0"/>
              </a:spcAft>
              <a:buSzPts val="1400"/>
              <a:buNone/>
              <a:defRPr sz="1400"/>
            </a:lvl9pPr>
          </a:lstStyle>
          <a:p/>
        </p:txBody>
      </p:sp>
      <p:sp>
        <p:nvSpPr>
          <p:cNvPr id="283" name="Google Shape;283;p18"/>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4" name="Google Shape;284;p18"/>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5" name="Google Shape;285;p18"/>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86" name="Shape 286"/>
        <p:cNvGrpSpPr/>
        <p:nvPr/>
      </p:nvGrpSpPr>
      <p:grpSpPr>
        <a:xfrm>
          <a:off x="0" y="0"/>
          <a:ext cx="0" cy="0"/>
          <a:chOff x="0" y="0"/>
          <a:chExt cx="0" cy="0"/>
        </a:xfrm>
      </p:grpSpPr>
      <p:sp>
        <p:nvSpPr>
          <p:cNvPr id="287" name="Google Shape;287;p19"/>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8" name="Google Shape;288;p19"/>
          <p:cNvSpPr txBox="1"/>
          <p:nvPr>
            <p:ph idx="1" type="body"/>
          </p:nvPr>
        </p:nvSpPr>
        <p:spPr>
          <a:xfrm>
            <a:off x="971550" y="1363742"/>
            <a:ext cx="3429000" cy="481013"/>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0"/>
              </a:spcBef>
              <a:spcAft>
                <a:spcPts val="0"/>
              </a:spcAft>
              <a:buSzPts val="1500"/>
              <a:buNone/>
              <a:defRPr b="0" sz="1500">
                <a:solidFill>
                  <a:schemeClr val="accent1"/>
                </a:solidFill>
              </a:defRPr>
            </a:lvl1pPr>
            <a:lvl2pPr indent="-228600" lvl="1" marL="914400" algn="l">
              <a:lnSpc>
                <a:spcPct val="90000"/>
              </a:lnSpc>
              <a:spcBef>
                <a:spcPts val="900"/>
              </a:spcBef>
              <a:spcAft>
                <a:spcPts val="0"/>
              </a:spcAft>
              <a:buSzPts val="1500"/>
              <a:buNone/>
              <a:defRPr b="1" sz="1500"/>
            </a:lvl2pPr>
            <a:lvl3pPr indent="-228600" lvl="2" marL="1371600" algn="l">
              <a:lnSpc>
                <a:spcPct val="90000"/>
              </a:lnSpc>
              <a:spcBef>
                <a:spcPts val="600"/>
              </a:spcBef>
              <a:spcAft>
                <a:spcPts val="0"/>
              </a:spcAft>
              <a:buSzPts val="1400"/>
              <a:buNone/>
              <a:defRPr b="1" sz="1400"/>
            </a:lvl3pPr>
            <a:lvl4pPr indent="-228600" lvl="3" marL="1828800" algn="l">
              <a:lnSpc>
                <a:spcPct val="90000"/>
              </a:lnSpc>
              <a:spcBef>
                <a:spcPts val="600"/>
              </a:spcBef>
              <a:spcAft>
                <a:spcPts val="0"/>
              </a:spcAft>
              <a:buSzPts val="1200"/>
              <a:buNone/>
              <a:defRPr b="1" sz="1200"/>
            </a:lvl4pPr>
            <a:lvl5pPr indent="-228600" lvl="4" marL="2286000" algn="l">
              <a:lnSpc>
                <a:spcPct val="90000"/>
              </a:lnSpc>
              <a:spcBef>
                <a:spcPts val="500"/>
              </a:spcBef>
              <a:spcAft>
                <a:spcPts val="0"/>
              </a:spcAft>
              <a:buSzPts val="1200"/>
              <a:buNone/>
              <a:defRPr b="1" sz="1200"/>
            </a:lvl5pPr>
            <a:lvl6pPr indent="-228600" lvl="5" marL="2743200" algn="l">
              <a:lnSpc>
                <a:spcPct val="90000"/>
              </a:lnSpc>
              <a:spcBef>
                <a:spcPts val="500"/>
              </a:spcBef>
              <a:spcAft>
                <a:spcPts val="0"/>
              </a:spcAft>
              <a:buSzPts val="1200"/>
              <a:buNone/>
              <a:defRPr b="1" sz="1200"/>
            </a:lvl6pPr>
            <a:lvl7pPr indent="-228600" lvl="6" marL="3200400" algn="l">
              <a:lnSpc>
                <a:spcPct val="90000"/>
              </a:lnSpc>
              <a:spcBef>
                <a:spcPts val="500"/>
              </a:spcBef>
              <a:spcAft>
                <a:spcPts val="0"/>
              </a:spcAft>
              <a:buSzPts val="1200"/>
              <a:buNone/>
              <a:defRPr b="1" sz="1200"/>
            </a:lvl7pPr>
            <a:lvl8pPr indent="-228600" lvl="7" marL="3657600" algn="l">
              <a:lnSpc>
                <a:spcPct val="90000"/>
              </a:lnSpc>
              <a:spcBef>
                <a:spcPts val="500"/>
              </a:spcBef>
              <a:spcAft>
                <a:spcPts val="0"/>
              </a:spcAft>
              <a:buSzPts val="1200"/>
              <a:buNone/>
              <a:defRPr b="1" sz="1200"/>
            </a:lvl8pPr>
            <a:lvl9pPr indent="-228600" lvl="8" marL="4114800" algn="l">
              <a:lnSpc>
                <a:spcPct val="90000"/>
              </a:lnSpc>
              <a:spcBef>
                <a:spcPts val="500"/>
              </a:spcBef>
              <a:spcAft>
                <a:spcPts val="0"/>
              </a:spcAft>
              <a:buSzPts val="1200"/>
              <a:buNone/>
              <a:defRPr b="1" sz="1200"/>
            </a:lvl9pPr>
          </a:lstStyle>
          <a:p/>
        </p:txBody>
      </p:sp>
      <p:sp>
        <p:nvSpPr>
          <p:cNvPr id="289" name="Google Shape;289;p19"/>
          <p:cNvSpPr txBox="1"/>
          <p:nvPr>
            <p:ph idx="2" type="body"/>
          </p:nvPr>
        </p:nvSpPr>
        <p:spPr>
          <a:xfrm>
            <a:off x="971550" y="1877785"/>
            <a:ext cx="3429000" cy="2465615"/>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04800" lvl="5" marL="2743200" algn="l">
              <a:lnSpc>
                <a:spcPct val="90000"/>
              </a:lnSpc>
              <a:spcBef>
                <a:spcPts val="500"/>
              </a:spcBef>
              <a:spcAft>
                <a:spcPts val="0"/>
              </a:spcAft>
              <a:buSzPts val="1200"/>
              <a:buChar char="▪"/>
              <a:defRPr sz="1200"/>
            </a:lvl6pPr>
            <a:lvl7pPr indent="-304800" lvl="6" marL="3200400" algn="l">
              <a:lnSpc>
                <a:spcPct val="90000"/>
              </a:lnSpc>
              <a:spcBef>
                <a:spcPts val="500"/>
              </a:spcBef>
              <a:spcAft>
                <a:spcPts val="0"/>
              </a:spcAft>
              <a:buSzPts val="1200"/>
              <a:buChar char="▪"/>
              <a:defRPr sz="1200"/>
            </a:lvl7pPr>
            <a:lvl8pPr indent="-304800" lvl="7" marL="3657600" algn="l">
              <a:lnSpc>
                <a:spcPct val="90000"/>
              </a:lnSpc>
              <a:spcBef>
                <a:spcPts val="500"/>
              </a:spcBef>
              <a:spcAft>
                <a:spcPts val="0"/>
              </a:spcAft>
              <a:buSzPts val="1200"/>
              <a:buChar char="▪"/>
              <a:defRPr sz="1200"/>
            </a:lvl8pPr>
            <a:lvl9pPr indent="-228600" lvl="8" marL="4114800" algn="l">
              <a:lnSpc>
                <a:spcPct val="90000"/>
              </a:lnSpc>
              <a:spcBef>
                <a:spcPts val="500"/>
              </a:spcBef>
              <a:spcAft>
                <a:spcPts val="0"/>
              </a:spcAft>
              <a:buSzPts val="1200"/>
              <a:buNone/>
              <a:defRPr sz="1200"/>
            </a:lvl9pPr>
          </a:lstStyle>
          <a:p/>
        </p:txBody>
      </p:sp>
      <p:sp>
        <p:nvSpPr>
          <p:cNvPr id="290" name="Google Shape;290;p19"/>
          <p:cNvSpPr txBox="1"/>
          <p:nvPr>
            <p:ph idx="3" type="body"/>
          </p:nvPr>
        </p:nvSpPr>
        <p:spPr>
          <a:xfrm>
            <a:off x="4743450" y="1363742"/>
            <a:ext cx="3429000" cy="481013"/>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0"/>
              </a:spcBef>
              <a:spcAft>
                <a:spcPts val="0"/>
              </a:spcAft>
              <a:buSzPts val="1500"/>
              <a:buNone/>
              <a:defRPr b="0" sz="1500">
                <a:solidFill>
                  <a:schemeClr val="accent1"/>
                </a:solidFill>
              </a:defRPr>
            </a:lvl1pPr>
            <a:lvl2pPr indent="-228600" lvl="1" marL="914400" algn="l">
              <a:lnSpc>
                <a:spcPct val="90000"/>
              </a:lnSpc>
              <a:spcBef>
                <a:spcPts val="900"/>
              </a:spcBef>
              <a:spcAft>
                <a:spcPts val="0"/>
              </a:spcAft>
              <a:buSzPts val="1500"/>
              <a:buNone/>
              <a:defRPr b="1" sz="1500"/>
            </a:lvl2pPr>
            <a:lvl3pPr indent="-228600" lvl="2" marL="1371600" algn="l">
              <a:lnSpc>
                <a:spcPct val="90000"/>
              </a:lnSpc>
              <a:spcBef>
                <a:spcPts val="600"/>
              </a:spcBef>
              <a:spcAft>
                <a:spcPts val="0"/>
              </a:spcAft>
              <a:buSzPts val="1400"/>
              <a:buNone/>
              <a:defRPr b="1" sz="1400"/>
            </a:lvl3pPr>
            <a:lvl4pPr indent="-228600" lvl="3" marL="1828800" algn="l">
              <a:lnSpc>
                <a:spcPct val="90000"/>
              </a:lnSpc>
              <a:spcBef>
                <a:spcPts val="600"/>
              </a:spcBef>
              <a:spcAft>
                <a:spcPts val="0"/>
              </a:spcAft>
              <a:buSzPts val="1200"/>
              <a:buNone/>
              <a:defRPr b="1" sz="1200"/>
            </a:lvl4pPr>
            <a:lvl5pPr indent="-228600" lvl="4" marL="2286000" algn="l">
              <a:lnSpc>
                <a:spcPct val="90000"/>
              </a:lnSpc>
              <a:spcBef>
                <a:spcPts val="500"/>
              </a:spcBef>
              <a:spcAft>
                <a:spcPts val="0"/>
              </a:spcAft>
              <a:buSzPts val="1200"/>
              <a:buNone/>
              <a:defRPr b="1" sz="1200"/>
            </a:lvl5pPr>
            <a:lvl6pPr indent="-228600" lvl="5" marL="2743200" algn="l">
              <a:lnSpc>
                <a:spcPct val="90000"/>
              </a:lnSpc>
              <a:spcBef>
                <a:spcPts val="500"/>
              </a:spcBef>
              <a:spcAft>
                <a:spcPts val="0"/>
              </a:spcAft>
              <a:buSzPts val="1200"/>
              <a:buNone/>
              <a:defRPr b="1" sz="1200"/>
            </a:lvl6pPr>
            <a:lvl7pPr indent="-228600" lvl="6" marL="3200400" algn="l">
              <a:lnSpc>
                <a:spcPct val="90000"/>
              </a:lnSpc>
              <a:spcBef>
                <a:spcPts val="500"/>
              </a:spcBef>
              <a:spcAft>
                <a:spcPts val="0"/>
              </a:spcAft>
              <a:buSzPts val="1200"/>
              <a:buNone/>
              <a:defRPr b="1" sz="1200"/>
            </a:lvl7pPr>
            <a:lvl8pPr indent="-228600" lvl="7" marL="3657600" algn="l">
              <a:lnSpc>
                <a:spcPct val="90000"/>
              </a:lnSpc>
              <a:spcBef>
                <a:spcPts val="500"/>
              </a:spcBef>
              <a:spcAft>
                <a:spcPts val="0"/>
              </a:spcAft>
              <a:buSzPts val="1200"/>
              <a:buNone/>
              <a:defRPr b="1" sz="1200"/>
            </a:lvl8pPr>
            <a:lvl9pPr indent="-228600" lvl="8" marL="4114800" algn="l">
              <a:lnSpc>
                <a:spcPct val="90000"/>
              </a:lnSpc>
              <a:spcBef>
                <a:spcPts val="500"/>
              </a:spcBef>
              <a:spcAft>
                <a:spcPts val="0"/>
              </a:spcAft>
              <a:buSzPts val="1200"/>
              <a:buNone/>
              <a:defRPr b="1" sz="1200"/>
            </a:lvl9pPr>
          </a:lstStyle>
          <a:p/>
        </p:txBody>
      </p:sp>
      <p:sp>
        <p:nvSpPr>
          <p:cNvPr id="291" name="Google Shape;291;p19"/>
          <p:cNvSpPr txBox="1"/>
          <p:nvPr>
            <p:ph idx="4" type="body"/>
          </p:nvPr>
        </p:nvSpPr>
        <p:spPr>
          <a:xfrm>
            <a:off x="4743450" y="1877785"/>
            <a:ext cx="3429000" cy="2465615"/>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04800" lvl="5" marL="2743200" algn="l">
              <a:lnSpc>
                <a:spcPct val="90000"/>
              </a:lnSpc>
              <a:spcBef>
                <a:spcPts val="500"/>
              </a:spcBef>
              <a:spcAft>
                <a:spcPts val="0"/>
              </a:spcAft>
              <a:buSzPts val="1200"/>
              <a:buChar char="▪"/>
              <a:defRPr sz="1200"/>
            </a:lvl6pPr>
            <a:lvl7pPr indent="-304800" lvl="6" marL="3200400" algn="l">
              <a:lnSpc>
                <a:spcPct val="90000"/>
              </a:lnSpc>
              <a:spcBef>
                <a:spcPts val="500"/>
              </a:spcBef>
              <a:spcAft>
                <a:spcPts val="0"/>
              </a:spcAft>
              <a:buSzPts val="1200"/>
              <a:buChar char="▪"/>
              <a:defRPr sz="1200"/>
            </a:lvl7pPr>
            <a:lvl8pPr indent="-304800" lvl="7" marL="3657600" algn="l">
              <a:lnSpc>
                <a:spcPct val="90000"/>
              </a:lnSpc>
              <a:spcBef>
                <a:spcPts val="500"/>
              </a:spcBef>
              <a:spcAft>
                <a:spcPts val="0"/>
              </a:spcAft>
              <a:buSzPts val="1200"/>
              <a:buChar char="▪"/>
              <a:defRPr sz="1200"/>
            </a:lvl8pPr>
            <a:lvl9pPr indent="-228600" lvl="8" marL="4114800" algn="l">
              <a:lnSpc>
                <a:spcPct val="90000"/>
              </a:lnSpc>
              <a:spcBef>
                <a:spcPts val="500"/>
              </a:spcBef>
              <a:spcAft>
                <a:spcPts val="0"/>
              </a:spcAft>
              <a:buSzPts val="1200"/>
              <a:buNone/>
              <a:defRPr sz="1200"/>
            </a:lvl9pPr>
          </a:lstStyle>
          <a:p/>
        </p:txBody>
      </p:sp>
      <p:sp>
        <p:nvSpPr>
          <p:cNvPr id="292" name="Google Shape;292;p19"/>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3" name="Google Shape;293;p19"/>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4" name="Google Shape;294;p19"/>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5" name="Shape 295"/>
        <p:cNvGrpSpPr/>
        <p:nvPr/>
      </p:nvGrpSpPr>
      <p:grpSpPr>
        <a:xfrm>
          <a:off x="0" y="0"/>
          <a:ext cx="0" cy="0"/>
          <a:chOff x="0" y="0"/>
          <a:chExt cx="0" cy="0"/>
        </a:xfrm>
      </p:grpSpPr>
      <p:sp>
        <p:nvSpPr>
          <p:cNvPr id="296" name="Google Shape;296;p20"/>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7" name="Google Shape;297;p20"/>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8" name="Google Shape;298;p20"/>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9" name="Google Shape;299;p20"/>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gradFill>
          <a:gsLst>
            <a:gs pos="0">
              <a:schemeClr val="accent1"/>
            </a:gs>
            <a:gs pos="100000">
              <a:srgbClr val="AF4329"/>
            </a:gs>
          </a:gsLst>
          <a:path path="circle">
            <a:fillToRect b="50%" l="50%" r="50%" t="50%"/>
          </a:path>
          <a:tileRect/>
        </a:gradFill>
      </p:bgPr>
    </p:bg>
    <p:spTree>
      <p:nvGrpSpPr>
        <p:cNvPr id="300" name="Shape 300"/>
        <p:cNvGrpSpPr/>
        <p:nvPr/>
      </p:nvGrpSpPr>
      <p:grpSpPr>
        <a:xfrm>
          <a:off x="0" y="0"/>
          <a:ext cx="0" cy="0"/>
          <a:chOff x="0" y="0"/>
          <a:chExt cx="0" cy="0"/>
        </a:xfrm>
      </p:grpSpPr>
      <p:grpSp>
        <p:nvGrpSpPr>
          <p:cNvPr id="301" name="Google Shape;301;p21"/>
          <p:cNvGrpSpPr/>
          <p:nvPr/>
        </p:nvGrpSpPr>
        <p:grpSpPr>
          <a:xfrm>
            <a:off x="-1" y="0"/>
            <a:ext cx="9144002" cy="5143500"/>
            <a:chOff x="-1" y="0"/>
            <a:chExt cx="12192002" cy="6858000"/>
          </a:xfrm>
        </p:grpSpPr>
        <p:cxnSp>
          <p:nvCxnSpPr>
            <p:cNvPr id="302" name="Google Shape;302;p21"/>
            <p:cNvCxnSpPr/>
            <p:nvPr/>
          </p:nvCxnSpPr>
          <p:spPr>
            <a:xfrm>
              <a:off x="61019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3" name="Google Shape;303;p21"/>
            <p:cNvCxnSpPr/>
            <p:nvPr/>
          </p:nvCxnSpPr>
          <p:spPr>
            <a:xfrm>
              <a:off x="182933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4" name="Google Shape;304;p21"/>
            <p:cNvCxnSpPr/>
            <p:nvPr/>
          </p:nvCxnSpPr>
          <p:spPr>
            <a:xfrm>
              <a:off x="304847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5" name="Google Shape;305;p21"/>
            <p:cNvCxnSpPr/>
            <p:nvPr/>
          </p:nvCxnSpPr>
          <p:spPr>
            <a:xfrm>
              <a:off x="426760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6" name="Google Shape;306;p21"/>
            <p:cNvCxnSpPr/>
            <p:nvPr/>
          </p:nvCxnSpPr>
          <p:spPr>
            <a:xfrm>
              <a:off x="548674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7" name="Google Shape;307;p21"/>
            <p:cNvCxnSpPr/>
            <p:nvPr/>
          </p:nvCxnSpPr>
          <p:spPr>
            <a:xfrm>
              <a:off x="670588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8" name="Google Shape;308;p21"/>
            <p:cNvCxnSpPr/>
            <p:nvPr/>
          </p:nvCxnSpPr>
          <p:spPr>
            <a:xfrm>
              <a:off x="792502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09" name="Google Shape;309;p21"/>
            <p:cNvCxnSpPr/>
            <p:nvPr/>
          </p:nvCxnSpPr>
          <p:spPr>
            <a:xfrm>
              <a:off x="914416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0" name="Google Shape;310;p21"/>
            <p:cNvCxnSpPr/>
            <p:nvPr/>
          </p:nvCxnSpPr>
          <p:spPr>
            <a:xfrm>
              <a:off x="1036329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1" name="Google Shape;311;p21"/>
            <p:cNvCxnSpPr/>
            <p:nvPr/>
          </p:nvCxnSpPr>
          <p:spPr>
            <a:xfrm>
              <a:off x="1158243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2" name="Google Shape;312;p21"/>
            <p:cNvCxnSpPr/>
            <p:nvPr/>
          </p:nvCxnSpPr>
          <p:spPr>
            <a:xfrm>
              <a:off x="2819" y="38648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3" name="Google Shape;313;p21"/>
            <p:cNvCxnSpPr/>
            <p:nvPr/>
          </p:nvCxnSpPr>
          <p:spPr>
            <a:xfrm>
              <a:off x="2819" y="1611181"/>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4" name="Google Shape;314;p21"/>
            <p:cNvCxnSpPr/>
            <p:nvPr/>
          </p:nvCxnSpPr>
          <p:spPr>
            <a:xfrm>
              <a:off x="2819" y="2835877"/>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5" name="Google Shape;315;p21"/>
            <p:cNvCxnSpPr/>
            <p:nvPr/>
          </p:nvCxnSpPr>
          <p:spPr>
            <a:xfrm>
              <a:off x="2819" y="4060573"/>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6" name="Google Shape;316;p21"/>
            <p:cNvCxnSpPr/>
            <p:nvPr/>
          </p:nvCxnSpPr>
          <p:spPr>
            <a:xfrm>
              <a:off x="2819" y="5285269"/>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17" name="Google Shape;317;p21"/>
            <p:cNvCxnSpPr/>
            <p:nvPr/>
          </p:nvCxnSpPr>
          <p:spPr>
            <a:xfrm>
              <a:off x="2819" y="650996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18" name="Google Shape;318;p21"/>
            <p:cNvGrpSpPr/>
            <p:nvPr/>
          </p:nvGrpSpPr>
          <p:grpSpPr>
            <a:xfrm>
              <a:off x="-1" y="0"/>
              <a:ext cx="12192001" cy="6858000"/>
              <a:chOff x="-1" y="0"/>
              <a:chExt cx="12192001" cy="6858000"/>
            </a:xfrm>
          </p:grpSpPr>
          <p:cxnSp>
            <p:nvCxnSpPr>
              <p:cNvPr id="319" name="Google Shape;319;p21"/>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0" name="Google Shape;320;p21"/>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1" name="Google Shape;321;p21"/>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2" name="Google Shape;322;p21"/>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3" name="Google Shape;323;p21"/>
              <p:cNvCxnSpPr/>
              <p:nvPr/>
            </p:nvCxnSpPr>
            <p:spPr>
              <a:xfrm>
                <a:off x="510650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24" name="Google Shape;324;p21"/>
              <p:cNvGrpSpPr/>
              <p:nvPr/>
            </p:nvGrpSpPr>
            <p:grpSpPr>
              <a:xfrm>
                <a:off x="6327885" y="0"/>
                <a:ext cx="5864115" cy="5898673"/>
                <a:chOff x="6327885" y="0"/>
                <a:chExt cx="5864115" cy="5898673"/>
              </a:xfrm>
            </p:grpSpPr>
            <p:cxnSp>
              <p:nvCxnSpPr>
                <p:cNvPr id="325" name="Google Shape;325;p21"/>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6" name="Google Shape;326;p21"/>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7" name="Google Shape;327;p21"/>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8" name="Google Shape;328;p21"/>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29" name="Google Shape;329;p21"/>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330" name="Google Shape;330;p21"/>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1" name="Google Shape;331;p21"/>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2" name="Google Shape;332;p21"/>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3" name="Google Shape;333;p21"/>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4" name="Google Shape;334;p21"/>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nvGrpSpPr>
            <p:cNvPr id="335" name="Google Shape;335;p21"/>
            <p:cNvGrpSpPr/>
            <p:nvPr/>
          </p:nvGrpSpPr>
          <p:grpSpPr>
            <a:xfrm flipH="1">
              <a:off x="0" y="0"/>
              <a:ext cx="12192001" cy="6858000"/>
              <a:chOff x="-1" y="0"/>
              <a:chExt cx="12192001" cy="6858000"/>
            </a:xfrm>
          </p:grpSpPr>
          <p:cxnSp>
            <p:nvCxnSpPr>
              <p:cNvPr id="336" name="Google Shape;336;p21"/>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7" name="Google Shape;337;p21"/>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8" name="Google Shape;338;p21"/>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39" name="Google Shape;339;p21"/>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0" name="Google Shape;340;p21"/>
              <p:cNvCxnSpPr/>
              <p:nvPr/>
            </p:nvCxnSpPr>
            <p:spPr>
              <a:xfrm>
                <a:off x="515064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41" name="Google Shape;341;p21"/>
              <p:cNvGrpSpPr/>
              <p:nvPr/>
            </p:nvGrpSpPr>
            <p:grpSpPr>
              <a:xfrm>
                <a:off x="6327885" y="0"/>
                <a:ext cx="5864115" cy="5898673"/>
                <a:chOff x="6327885" y="0"/>
                <a:chExt cx="5864115" cy="5898673"/>
              </a:xfrm>
            </p:grpSpPr>
            <p:cxnSp>
              <p:nvCxnSpPr>
                <p:cNvPr id="342" name="Google Shape;342;p21"/>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3" name="Google Shape;343;p21"/>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4" name="Google Shape;344;p21"/>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5" name="Google Shape;345;p21"/>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6" name="Google Shape;346;p21"/>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347" name="Google Shape;347;p21"/>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8" name="Google Shape;348;p21"/>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49" name="Google Shape;349;p21"/>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50" name="Google Shape;350;p21"/>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51" name="Google Shape;351;p21"/>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sp>
        <p:nvSpPr>
          <p:cNvPr id="352" name="Google Shape;352;p21"/>
          <p:cNvSpPr/>
          <p:nvPr/>
        </p:nvSpPr>
        <p:spPr>
          <a:xfrm>
            <a:off x="0" y="0"/>
            <a:ext cx="5486400" cy="51435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3" name="Google Shape;353;p21"/>
          <p:cNvSpPr txBox="1"/>
          <p:nvPr>
            <p:ph type="title"/>
          </p:nvPr>
        </p:nvSpPr>
        <p:spPr>
          <a:xfrm>
            <a:off x="5934864" y="428625"/>
            <a:ext cx="2743200" cy="1647825"/>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2000"/>
              <a:buFont typeface="Arial"/>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4" name="Google Shape;354;p21"/>
          <p:cNvSpPr txBox="1"/>
          <p:nvPr>
            <p:ph idx="1" type="body"/>
          </p:nvPr>
        </p:nvSpPr>
        <p:spPr>
          <a:xfrm>
            <a:off x="407398" y="428625"/>
            <a:ext cx="4663440" cy="4286250"/>
          </a:xfrm>
          <a:prstGeom prst="rect">
            <a:avLst/>
          </a:prstGeom>
          <a:noFill/>
          <a:ln>
            <a:noFill/>
          </a:ln>
        </p:spPr>
        <p:txBody>
          <a:bodyPr anchorCtr="0" anchor="t" bIns="34275" lIns="68575" spcFirstLastPara="1" rIns="68575" wrap="square" tIns="34275">
            <a:normAutofit/>
          </a:bodyPr>
          <a:lstStyle>
            <a:lvl1pPr indent="-323850" lvl="0" marL="457200" algn="l">
              <a:lnSpc>
                <a:spcPct val="90000"/>
              </a:lnSpc>
              <a:spcBef>
                <a:spcPts val="1400"/>
              </a:spcBef>
              <a:spcAft>
                <a:spcPts val="0"/>
              </a:spcAft>
              <a:buSzPts val="1500"/>
              <a:buChar char="▪"/>
              <a:defRPr sz="1500"/>
            </a:lvl1pPr>
            <a:lvl2pPr indent="-317500" lvl="1" marL="914400" algn="l">
              <a:lnSpc>
                <a:spcPct val="90000"/>
              </a:lnSpc>
              <a:spcBef>
                <a:spcPts val="900"/>
              </a:spcBef>
              <a:spcAft>
                <a:spcPts val="0"/>
              </a:spcAft>
              <a:buSzPts val="1400"/>
              <a:buChar char="▪"/>
              <a:defRPr sz="1400"/>
            </a:lvl2pPr>
            <a:lvl3pPr indent="-304800" lvl="2" marL="1371600" algn="l">
              <a:lnSpc>
                <a:spcPct val="90000"/>
              </a:lnSpc>
              <a:spcBef>
                <a:spcPts val="600"/>
              </a:spcBef>
              <a:spcAft>
                <a:spcPts val="0"/>
              </a:spcAft>
              <a:buSzPts val="1200"/>
              <a:buChar char="▪"/>
              <a:defRPr sz="1200"/>
            </a:lvl3pPr>
            <a:lvl4pPr indent="-298450" lvl="3" marL="1828800" algn="l">
              <a:lnSpc>
                <a:spcPct val="90000"/>
              </a:lnSpc>
              <a:spcBef>
                <a:spcPts val="600"/>
              </a:spcBef>
              <a:spcAft>
                <a:spcPts val="0"/>
              </a:spcAft>
              <a:buSzPts val="1100"/>
              <a:buChar char="▪"/>
              <a:defRPr sz="1100"/>
            </a:lvl4pPr>
            <a:lvl5pPr indent="-298450" lvl="4" marL="2286000" algn="l">
              <a:lnSpc>
                <a:spcPct val="90000"/>
              </a:lnSpc>
              <a:spcBef>
                <a:spcPts val="500"/>
              </a:spcBef>
              <a:spcAft>
                <a:spcPts val="0"/>
              </a:spcAft>
              <a:buSzPts val="1100"/>
              <a:buChar char="▪"/>
              <a:defRPr sz="1100"/>
            </a:lvl5pPr>
            <a:lvl6pPr indent="-323850" lvl="5" marL="2743200" algn="l">
              <a:lnSpc>
                <a:spcPct val="90000"/>
              </a:lnSpc>
              <a:spcBef>
                <a:spcPts val="500"/>
              </a:spcBef>
              <a:spcAft>
                <a:spcPts val="0"/>
              </a:spcAft>
              <a:buSzPts val="1500"/>
              <a:buChar char="▪"/>
              <a:defRPr sz="1500"/>
            </a:lvl6pPr>
            <a:lvl7pPr indent="-323850" lvl="6" marL="3200400" algn="l">
              <a:lnSpc>
                <a:spcPct val="90000"/>
              </a:lnSpc>
              <a:spcBef>
                <a:spcPts val="500"/>
              </a:spcBef>
              <a:spcAft>
                <a:spcPts val="0"/>
              </a:spcAft>
              <a:buSzPts val="1500"/>
              <a:buChar char="▪"/>
              <a:defRPr sz="1500"/>
            </a:lvl7pPr>
            <a:lvl8pPr indent="-323850" lvl="7" marL="3657600" algn="l">
              <a:lnSpc>
                <a:spcPct val="90000"/>
              </a:lnSpc>
              <a:spcBef>
                <a:spcPts val="500"/>
              </a:spcBef>
              <a:spcAft>
                <a:spcPts val="0"/>
              </a:spcAft>
              <a:buSzPts val="1500"/>
              <a:buChar char="▪"/>
              <a:defRPr sz="1500"/>
            </a:lvl8pPr>
            <a:lvl9pPr indent="-228600" lvl="8" marL="4114800" algn="l">
              <a:lnSpc>
                <a:spcPct val="90000"/>
              </a:lnSpc>
              <a:spcBef>
                <a:spcPts val="500"/>
              </a:spcBef>
              <a:spcAft>
                <a:spcPts val="0"/>
              </a:spcAft>
              <a:buSzPts val="1500"/>
              <a:buNone/>
              <a:defRPr sz="1500"/>
            </a:lvl9pPr>
          </a:lstStyle>
          <a:p/>
        </p:txBody>
      </p:sp>
      <p:sp>
        <p:nvSpPr>
          <p:cNvPr id="355" name="Google Shape;355;p21"/>
          <p:cNvSpPr txBox="1"/>
          <p:nvPr>
            <p:ph idx="2" type="body"/>
          </p:nvPr>
        </p:nvSpPr>
        <p:spPr>
          <a:xfrm>
            <a:off x="5934864" y="2246259"/>
            <a:ext cx="2743200" cy="1714462"/>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900"/>
              </a:spcBef>
              <a:spcAft>
                <a:spcPts val="0"/>
              </a:spcAft>
              <a:buSzPts val="1200"/>
              <a:buNone/>
              <a:defRPr sz="1200">
                <a:solidFill>
                  <a:schemeClr val="lt1"/>
                </a:solidFill>
              </a:defRPr>
            </a:lvl1pPr>
            <a:lvl2pPr indent="-228600" lvl="1" marL="914400" algn="l">
              <a:lnSpc>
                <a:spcPct val="90000"/>
              </a:lnSpc>
              <a:spcBef>
                <a:spcPts val="900"/>
              </a:spcBef>
              <a:spcAft>
                <a:spcPts val="0"/>
              </a:spcAft>
              <a:buSzPts val="1100"/>
              <a:buNone/>
              <a:defRPr sz="1100"/>
            </a:lvl2pPr>
            <a:lvl3pPr indent="-228600" lvl="2" marL="1371600" algn="l">
              <a:lnSpc>
                <a:spcPct val="90000"/>
              </a:lnSpc>
              <a:spcBef>
                <a:spcPts val="600"/>
              </a:spcBef>
              <a:spcAft>
                <a:spcPts val="0"/>
              </a:spcAft>
              <a:buSzPts val="900"/>
              <a:buNone/>
              <a:defRPr sz="900"/>
            </a:lvl3pPr>
            <a:lvl4pPr indent="-228600" lvl="3" marL="1828800" algn="l">
              <a:lnSpc>
                <a:spcPct val="90000"/>
              </a:lnSpc>
              <a:spcBef>
                <a:spcPts val="600"/>
              </a:spcBef>
              <a:spcAft>
                <a:spcPts val="0"/>
              </a:spcAft>
              <a:buSzPts val="800"/>
              <a:buNone/>
              <a:defRPr sz="800"/>
            </a:lvl4pPr>
            <a:lvl5pPr indent="-228600" lvl="4" marL="2286000" algn="l">
              <a:lnSpc>
                <a:spcPct val="90000"/>
              </a:lnSpc>
              <a:spcBef>
                <a:spcPts val="500"/>
              </a:spcBef>
              <a:spcAft>
                <a:spcPts val="0"/>
              </a:spcAft>
              <a:buSzPts val="800"/>
              <a:buNone/>
              <a:defRPr sz="800"/>
            </a:lvl5pPr>
            <a:lvl6pPr indent="-228600" lvl="5" marL="2743200" algn="l">
              <a:lnSpc>
                <a:spcPct val="90000"/>
              </a:lnSpc>
              <a:spcBef>
                <a:spcPts val="500"/>
              </a:spcBef>
              <a:spcAft>
                <a:spcPts val="0"/>
              </a:spcAft>
              <a:buSzPts val="800"/>
              <a:buNone/>
              <a:defRPr sz="800"/>
            </a:lvl6pPr>
            <a:lvl7pPr indent="-228600" lvl="6" marL="3200400" algn="l">
              <a:lnSpc>
                <a:spcPct val="90000"/>
              </a:lnSpc>
              <a:spcBef>
                <a:spcPts val="500"/>
              </a:spcBef>
              <a:spcAft>
                <a:spcPts val="0"/>
              </a:spcAft>
              <a:buSzPts val="800"/>
              <a:buNone/>
              <a:defRPr sz="800"/>
            </a:lvl7pPr>
            <a:lvl8pPr indent="-228600" lvl="7" marL="3657600" algn="l">
              <a:lnSpc>
                <a:spcPct val="90000"/>
              </a:lnSpc>
              <a:spcBef>
                <a:spcPts val="500"/>
              </a:spcBef>
              <a:spcAft>
                <a:spcPts val="0"/>
              </a:spcAft>
              <a:buSzPts val="800"/>
              <a:buNone/>
              <a:defRPr sz="800"/>
            </a:lvl8pPr>
            <a:lvl9pPr indent="-228600" lvl="8" marL="4114800" algn="l">
              <a:lnSpc>
                <a:spcPct val="90000"/>
              </a:lnSpc>
              <a:spcBef>
                <a:spcPts val="500"/>
              </a:spcBef>
              <a:spcAft>
                <a:spcPts val="0"/>
              </a:spcAft>
              <a:buSzPts val="800"/>
              <a:buNone/>
              <a:defRPr sz="800"/>
            </a:lvl9pPr>
          </a:lstStyle>
          <a:p/>
        </p:txBody>
      </p:sp>
      <p:cxnSp>
        <p:nvCxnSpPr>
          <p:cNvPr id="356" name="Google Shape;356;p21"/>
          <p:cNvCxnSpPr/>
          <p:nvPr/>
        </p:nvCxnSpPr>
        <p:spPr>
          <a:xfrm>
            <a:off x="5942317" y="2171700"/>
            <a:ext cx="2744483" cy="0"/>
          </a:xfrm>
          <a:prstGeom prst="straightConnector1">
            <a:avLst/>
          </a:prstGeom>
          <a:noFill/>
          <a:ln cap="flat" cmpd="sng" w="19050">
            <a:solidFill>
              <a:schemeClr val="lt1"/>
            </a:solidFill>
            <a:prstDash val="solid"/>
            <a:miter lim="800000"/>
            <a:headEnd len="sm" w="sm" type="none"/>
            <a:tailEnd len="sm" w="sm" type="none"/>
          </a:ln>
        </p:spPr>
      </p:cxnSp>
      <p:sp>
        <p:nvSpPr>
          <p:cNvPr id="357" name="Google Shape;357;p21"/>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8" name="Google Shape;358;p21"/>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9" name="Google Shape;359;p21"/>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800" u="none" cap="none" strike="noStrike">
                <a:solidFill>
                  <a:schemeClr val="lt1"/>
                </a:solidFill>
                <a:latin typeface="Arial"/>
                <a:ea typeface="Arial"/>
                <a:cs typeface="Arial"/>
                <a:sym typeface="Arial"/>
              </a:defRPr>
            </a:lvl1pPr>
            <a:lvl2pPr indent="0" lvl="1" marL="0" algn="r">
              <a:spcBef>
                <a:spcPts val="0"/>
              </a:spcBef>
              <a:buNone/>
              <a:defRPr b="0" i="0" sz="800" u="none" cap="none" strike="noStrike">
                <a:solidFill>
                  <a:schemeClr val="lt1"/>
                </a:solidFill>
                <a:latin typeface="Arial"/>
                <a:ea typeface="Arial"/>
                <a:cs typeface="Arial"/>
                <a:sym typeface="Arial"/>
              </a:defRPr>
            </a:lvl2pPr>
            <a:lvl3pPr indent="0" lvl="2" marL="0" algn="r">
              <a:spcBef>
                <a:spcPts val="0"/>
              </a:spcBef>
              <a:buNone/>
              <a:defRPr b="0" i="0" sz="800" u="none" cap="none" strike="noStrike">
                <a:solidFill>
                  <a:schemeClr val="lt1"/>
                </a:solidFill>
                <a:latin typeface="Arial"/>
                <a:ea typeface="Arial"/>
                <a:cs typeface="Arial"/>
                <a:sym typeface="Arial"/>
              </a:defRPr>
            </a:lvl3pPr>
            <a:lvl4pPr indent="0" lvl="3" marL="0" algn="r">
              <a:spcBef>
                <a:spcPts val="0"/>
              </a:spcBef>
              <a:buNone/>
              <a:defRPr b="0" i="0" sz="800" u="none" cap="none" strike="noStrike">
                <a:solidFill>
                  <a:schemeClr val="lt1"/>
                </a:solidFill>
                <a:latin typeface="Arial"/>
                <a:ea typeface="Arial"/>
                <a:cs typeface="Arial"/>
                <a:sym typeface="Arial"/>
              </a:defRPr>
            </a:lvl4pPr>
            <a:lvl5pPr indent="0" lvl="4" marL="0" algn="r">
              <a:spcBef>
                <a:spcPts val="0"/>
              </a:spcBef>
              <a:buNone/>
              <a:defRPr b="0" i="0" sz="800" u="none" cap="none" strike="noStrike">
                <a:solidFill>
                  <a:schemeClr val="lt1"/>
                </a:solidFill>
                <a:latin typeface="Arial"/>
                <a:ea typeface="Arial"/>
                <a:cs typeface="Arial"/>
                <a:sym typeface="Arial"/>
              </a:defRPr>
            </a:lvl5pPr>
            <a:lvl6pPr indent="0" lvl="5" marL="0" algn="r">
              <a:spcBef>
                <a:spcPts val="0"/>
              </a:spcBef>
              <a:buNone/>
              <a:defRPr b="0" i="0" sz="800" u="none" cap="none" strike="noStrike">
                <a:solidFill>
                  <a:schemeClr val="lt1"/>
                </a:solidFill>
                <a:latin typeface="Arial"/>
                <a:ea typeface="Arial"/>
                <a:cs typeface="Arial"/>
                <a:sym typeface="Arial"/>
              </a:defRPr>
            </a:lvl6pPr>
            <a:lvl7pPr indent="0" lvl="6" marL="0" algn="r">
              <a:spcBef>
                <a:spcPts val="0"/>
              </a:spcBef>
              <a:buNone/>
              <a:defRPr b="0" i="0" sz="800" u="none" cap="none" strike="noStrike">
                <a:solidFill>
                  <a:schemeClr val="lt1"/>
                </a:solidFill>
                <a:latin typeface="Arial"/>
                <a:ea typeface="Arial"/>
                <a:cs typeface="Arial"/>
                <a:sym typeface="Arial"/>
              </a:defRPr>
            </a:lvl7pPr>
            <a:lvl8pPr indent="0" lvl="7" marL="0" algn="r">
              <a:spcBef>
                <a:spcPts val="0"/>
              </a:spcBef>
              <a:buNone/>
              <a:defRPr b="0" i="0" sz="800" u="none" cap="none" strike="noStrike">
                <a:solidFill>
                  <a:schemeClr val="lt1"/>
                </a:solidFill>
                <a:latin typeface="Arial"/>
                <a:ea typeface="Arial"/>
                <a:cs typeface="Arial"/>
                <a:sym typeface="Arial"/>
              </a:defRPr>
            </a:lvl8pPr>
            <a:lvl9pPr indent="0" lvl="8" marL="0" algn="r">
              <a:spcBef>
                <a:spcPts val="0"/>
              </a:spcBef>
              <a:buNone/>
              <a:defRPr b="0" i="0" sz="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gradFill>
          <a:gsLst>
            <a:gs pos="0">
              <a:schemeClr val="accent1"/>
            </a:gs>
            <a:gs pos="100000">
              <a:srgbClr val="AF4329"/>
            </a:gs>
          </a:gsLst>
          <a:path path="circle">
            <a:fillToRect b="50%" l="50%" r="50%" t="50%"/>
          </a:path>
          <a:tileRect/>
        </a:gradFill>
      </p:bgPr>
    </p:bg>
    <p:spTree>
      <p:nvGrpSpPr>
        <p:cNvPr id="360" name="Shape 360"/>
        <p:cNvGrpSpPr/>
        <p:nvPr/>
      </p:nvGrpSpPr>
      <p:grpSpPr>
        <a:xfrm>
          <a:off x="0" y="0"/>
          <a:ext cx="0" cy="0"/>
          <a:chOff x="0" y="0"/>
          <a:chExt cx="0" cy="0"/>
        </a:xfrm>
      </p:grpSpPr>
      <p:grpSp>
        <p:nvGrpSpPr>
          <p:cNvPr id="361" name="Google Shape;361;p22"/>
          <p:cNvGrpSpPr/>
          <p:nvPr/>
        </p:nvGrpSpPr>
        <p:grpSpPr>
          <a:xfrm>
            <a:off x="-1" y="0"/>
            <a:ext cx="9144002" cy="5143500"/>
            <a:chOff x="-1" y="0"/>
            <a:chExt cx="12192002" cy="6858000"/>
          </a:xfrm>
        </p:grpSpPr>
        <p:cxnSp>
          <p:nvCxnSpPr>
            <p:cNvPr id="362" name="Google Shape;362;p22"/>
            <p:cNvCxnSpPr/>
            <p:nvPr/>
          </p:nvCxnSpPr>
          <p:spPr>
            <a:xfrm>
              <a:off x="61019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3" name="Google Shape;363;p22"/>
            <p:cNvCxnSpPr/>
            <p:nvPr/>
          </p:nvCxnSpPr>
          <p:spPr>
            <a:xfrm>
              <a:off x="182933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4" name="Google Shape;364;p22"/>
            <p:cNvCxnSpPr/>
            <p:nvPr/>
          </p:nvCxnSpPr>
          <p:spPr>
            <a:xfrm>
              <a:off x="304847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5" name="Google Shape;365;p22"/>
            <p:cNvCxnSpPr/>
            <p:nvPr/>
          </p:nvCxnSpPr>
          <p:spPr>
            <a:xfrm>
              <a:off x="426760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6" name="Google Shape;366;p22"/>
            <p:cNvCxnSpPr/>
            <p:nvPr/>
          </p:nvCxnSpPr>
          <p:spPr>
            <a:xfrm>
              <a:off x="548674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7" name="Google Shape;367;p22"/>
            <p:cNvCxnSpPr/>
            <p:nvPr/>
          </p:nvCxnSpPr>
          <p:spPr>
            <a:xfrm>
              <a:off x="6705884"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8" name="Google Shape;368;p22"/>
            <p:cNvCxnSpPr/>
            <p:nvPr/>
          </p:nvCxnSpPr>
          <p:spPr>
            <a:xfrm>
              <a:off x="7925022"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69" name="Google Shape;369;p22"/>
            <p:cNvCxnSpPr/>
            <p:nvPr/>
          </p:nvCxnSpPr>
          <p:spPr>
            <a:xfrm>
              <a:off x="9144160"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0" name="Google Shape;370;p22"/>
            <p:cNvCxnSpPr/>
            <p:nvPr/>
          </p:nvCxnSpPr>
          <p:spPr>
            <a:xfrm>
              <a:off x="10363298"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1" name="Google Shape;371;p22"/>
            <p:cNvCxnSpPr/>
            <p:nvPr/>
          </p:nvCxnSpPr>
          <p:spPr>
            <a:xfrm>
              <a:off x="11582436" y="0"/>
              <a:ext cx="0"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2" name="Google Shape;372;p22"/>
            <p:cNvCxnSpPr/>
            <p:nvPr/>
          </p:nvCxnSpPr>
          <p:spPr>
            <a:xfrm>
              <a:off x="2819" y="38648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3" name="Google Shape;373;p22"/>
            <p:cNvCxnSpPr/>
            <p:nvPr/>
          </p:nvCxnSpPr>
          <p:spPr>
            <a:xfrm>
              <a:off x="2819" y="1611181"/>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4" name="Google Shape;374;p22"/>
            <p:cNvCxnSpPr/>
            <p:nvPr/>
          </p:nvCxnSpPr>
          <p:spPr>
            <a:xfrm>
              <a:off x="2819" y="2835877"/>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5" name="Google Shape;375;p22"/>
            <p:cNvCxnSpPr/>
            <p:nvPr/>
          </p:nvCxnSpPr>
          <p:spPr>
            <a:xfrm>
              <a:off x="2819" y="4060573"/>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6" name="Google Shape;376;p22"/>
            <p:cNvCxnSpPr/>
            <p:nvPr/>
          </p:nvCxnSpPr>
          <p:spPr>
            <a:xfrm>
              <a:off x="2819" y="5285269"/>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77" name="Google Shape;377;p22"/>
            <p:cNvCxnSpPr/>
            <p:nvPr/>
          </p:nvCxnSpPr>
          <p:spPr>
            <a:xfrm>
              <a:off x="2819" y="6509965"/>
              <a:ext cx="12188952" cy="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78" name="Google Shape;378;p22"/>
            <p:cNvGrpSpPr/>
            <p:nvPr/>
          </p:nvGrpSpPr>
          <p:grpSpPr>
            <a:xfrm>
              <a:off x="-1" y="0"/>
              <a:ext cx="12192001" cy="6858000"/>
              <a:chOff x="-1" y="0"/>
              <a:chExt cx="12192001" cy="6858000"/>
            </a:xfrm>
          </p:grpSpPr>
          <p:cxnSp>
            <p:nvCxnSpPr>
              <p:cNvPr id="379" name="Google Shape;379;p22"/>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0" name="Google Shape;380;p22"/>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1" name="Google Shape;381;p22"/>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2" name="Google Shape;382;p22"/>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3" name="Google Shape;383;p22"/>
              <p:cNvCxnSpPr/>
              <p:nvPr/>
            </p:nvCxnSpPr>
            <p:spPr>
              <a:xfrm>
                <a:off x="510650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384" name="Google Shape;384;p22"/>
              <p:cNvGrpSpPr/>
              <p:nvPr/>
            </p:nvGrpSpPr>
            <p:grpSpPr>
              <a:xfrm>
                <a:off x="6327885" y="0"/>
                <a:ext cx="5864115" cy="5898673"/>
                <a:chOff x="6327885" y="0"/>
                <a:chExt cx="5864115" cy="5898673"/>
              </a:xfrm>
            </p:grpSpPr>
            <p:cxnSp>
              <p:nvCxnSpPr>
                <p:cNvPr id="385" name="Google Shape;385;p22"/>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6" name="Google Shape;386;p22"/>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7" name="Google Shape;387;p22"/>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8" name="Google Shape;388;p22"/>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89" name="Google Shape;389;p22"/>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390" name="Google Shape;390;p22"/>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1" name="Google Shape;391;p22"/>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2" name="Google Shape;392;p22"/>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3" name="Google Shape;393;p22"/>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4" name="Google Shape;394;p22"/>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nvGrpSpPr>
            <p:cNvPr id="395" name="Google Shape;395;p22"/>
            <p:cNvGrpSpPr/>
            <p:nvPr/>
          </p:nvGrpSpPr>
          <p:grpSpPr>
            <a:xfrm flipH="1">
              <a:off x="0" y="0"/>
              <a:ext cx="12192001" cy="6858000"/>
              <a:chOff x="-1" y="0"/>
              <a:chExt cx="12192001" cy="6858000"/>
            </a:xfrm>
          </p:grpSpPr>
          <p:cxnSp>
            <p:nvCxnSpPr>
              <p:cNvPr id="396" name="Google Shape;396;p22"/>
              <p:cNvCxnSpPr/>
              <p:nvPr/>
            </p:nvCxnSpPr>
            <p:spPr>
              <a:xfrm>
                <a:off x="225425"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7" name="Google Shape;397;p22"/>
              <p:cNvCxnSpPr/>
              <p:nvPr/>
            </p:nvCxnSpPr>
            <p:spPr>
              <a:xfrm>
                <a:off x="144915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8" name="Google Shape;398;p22"/>
              <p:cNvCxnSpPr/>
              <p:nvPr/>
            </p:nvCxnSpPr>
            <p:spPr>
              <a:xfrm>
                <a:off x="2665982"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399" name="Google Shape;399;p22"/>
              <p:cNvCxnSpPr/>
              <p:nvPr/>
            </p:nvCxnSpPr>
            <p:spPr>
              <a:xfrm>
                <a:off x="3885119"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0" name="Google Shape;400;p22"/>
              <p:cNvCxnSpPr/>
              <p:nvPr/>
            </p:nvCxnSpPr>
            <p:spPr>
              <a:xfrm>
                <a:off x="5150644" y="0"/>
                <a:ext cx="6815931" cy="6858000"/>
              </a:xfrm>
              <a:prstGeom prst="straightConnector1">
                <a:avLst/>
              </a:prstGeom>
              <a:noFill/>
              <a:ln cap="flat" cmpd="sng" w="9525">
                <a:solidFill>
                  <a:srgbClr val="A43E27">
                    <a:alpha val="24705"/>
                  </a:srgbClr>
                </a:solidFill>
                <a:prstDash val="solid"/>
                <a:miter lim="800000"/>
                <a:headEnd len="sm" w="sm" type="none"/>
                <a:tailEnd len="sm" w="sm" type="none"/>
              </a:ln>
            </p:spPr>
          </p:cxnSp>
          <p:grpSp>
            <p:nvGrpSpPr>
              <p:cNvPr id="401" name="Google Shape;401;p22"/>
              <p:cNvGrpSpPr/>
              <p:nvPr/>
            </p:nvGrpSpPr>
            <p:grpSpPr>
              <a:xfrm>
                <a:off x="6327885" y="0"/>
                <a:ext cx="5864115" cy="5898673"/>
                <a:chOff x="6327885" y="0"/>
                <a:chExt cx="5864115" cy="5898673"/>
              </a:xfrm>
            </p:grpSpPr>
            <p:cxnSp>
              <p:nvCxnSpPr>
                <p:cNvPr id="402" name="Google Shape;402;p22"/>
                <p:cNvCxnSpPr/>
                <p:nvPr/>
              </p:nvCxnSpPr>
              <p:spPr>
                <a:xfrm>
                  <a:off x="6327885" y="0"/>
                  <a:ext cx="5864115" cy="5898673"/>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3" name="Google Shape;403;p22"/>
                <p:cNvCxnSpPr/>
                <p:nvPr/>
              </p:nvCxnSpPr>
              <p:spPr>
                <a:xfrm>
                  <a:off x="7549268" y="0"/>
                  <a:ext cx="4642732" cy="467242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4" name="Google Shape;404;p22"/>
                <p:cNvCxnSpPr/>
                <p:nvPr/>
              </p:nvCxnSpPr>
              <p:spPr>
                <a:xfrm>
                  <a:off x="8772997" y="0"/>
                  <a:ext cx="3419003" cy="34567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5" name="Google Shape;405;p22"/>
                <p:cNvCxnSpPr/>
                <p:nvPr/>
              </p:nvCxnSpPr>
              <p:spPr>
                <a:xfrm>
                  <a:off x="9982200" y="0"/>
                  <a:ext cx="2209800" cy="222646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6" name="Google Shape;406;p22"/>
                <p:cNvCxnSpPr/>
                <p:nvPr/>
              </p:nvCxnSpPr>
              <p:spPr>
                <a:xfrm>
                  <a:off x="11199019" y="0"/>
                  <a:ext cx="992981" cy="1002506"/>
                </a:xfrm>
                <a:prstGeom prst="straightConnector1">
                  <a:avLst/>
                </a:prstGeom>
                <a:noFill/>
                <a:ln cap="flat" cmpd="sng" w="9525">
                  <a:solidFill>
                    <a:srgbClr val="A43E27">
                      <a:alpha val="24705"/>
                    </a:srgbClr>
                  </a:solidFill>
                  <a:prstDash val="solid"/>
                  <a:miter lim="800000"/>
                  <a:headEnd len="sm" w="sm" type="none"/>
                  <a:tailEnd len="sm" w="sm" type="none"/>
                </a:ln>
              </p:spPr>
            </p:cxnSp>
          </p:grpSp>
          <p:cxnSp>
            <p:nvCxnSpPr>
              <p:cNvPr id="407" name="Google Shape;407;p22"/>
              <p:cNvCxnSpPr/>
              <p:nvPr/>
            </p:nvCxnSpPr>
            <p:spPr>
              <a:xfrm rot="10800000">
                <a:off x="-1" y="1012053"/>
                <a:ext cx="5828811" cy="5845945"/>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8" name="Google Shape;408;p22"/>
              <p:cNvCxnSpPr/>
              <p:nvPr/>
            </p:nvCxnSpPr>
            <p:spPr>
              <a:xfrm rot="10800000">
                <a:off x="-1" y="2227340"/>
                <a:ext cx="4614781" cy="4630658"/>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09" name="Google Shape;409;p22"/>
              <p:cNvCxnSpPr/>
              <p:nvPr/>
            </p:nvCxnSpPr>
            <p:spPr>
              <a:xfrm rot="10800000">
                <a:off x="-1" y="3432149"/>
                <a:ext cx="3398419" cy="3425849"/>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10" name="Google Shape;410;p22"/>
              <p:cNvCxnSpPr/>
              <p:nvPr/>
            </p:nvCxnSpPr>
            <p:spPr>
              <a:xfrm rot="10800000">
                <a:off x="-1" y="4651431"/>
                <a:ext cx="2196496" cy="2206567"/>
              </a:xfrm>
              <a:prstGeom prst="straightConnector1">
                <a:avLst/>
              </a:prstGeom>
              <a:noFill/>
              <a:ln cap="flat" cmpd="sng" w="9525">
                <a:solidFill>
                  <a:srgbClr val="A43E27">
                    <a:alpha val="24705"/>
                  </a:srgbClr>
                </a:solidFill>
                <a:prstDash val="solid"/>
                <a:miter lim="800000"/>
                <a:headEnd len="sm" w="sm" type="none"/>
                <a:tailEnd len="sm" w="sm" type="none"/>
              </a:ln>
            </p:spPr>
          </p:cxnSp>
          <p:cxnSp>
            <p:nvCxnSpPr>
              <p:cNvPr id="411" name="Google Shape;411;p22"/>
              <p:cNvCxnSpPr/>
              <p:nvPr/>
            </p:nvCxnSpPr>
            <p:spPr>
              <a:xfrm rot="10800000">
                <a:off x="-1" y="5864453"/>
                <a:ext cx="987003" cy="993545"/>
              </a:xfrm>
              <a:prstGeom prst="straightConnector1">
                <a:avLst/>
              </a:prstGeom>
              <a:noFill/>
              <a:ln cap="flat" cmpd="sng" w="9525">
                <a:solidFill>
                  <a:srgbClr val="A43E27">
                    <a:alpha val="24705"/>
                  </a:srgbClr>
                </a:solidFill>
                <a:prstDash val="solid"/>
                <a:miter lim="800000"/>
                <a:headEnd len="sm" w="sm" type="none"/>
                <a:tailEnd len="sm" w="sm" type="none"/>
              </a:ln>
            </p:spPr>
          </p:cxnSp>
        </p:grpSp>
      </p:grpSp>
      <p:sp>
        <p:nvSpPr>
          <p:cNvPr id="412" name="Google Shape;412;p22"/>
          <p:cNvSpPr/>
          <p:nvPr/>
        </p:nvSpPr>
        <p:spPr>
          <a:xfrm>
            <a:off x="0" y="0"/>
            <a:ext cx="5486400" cy="51435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413" name="Google Shape;413;p22"/>
          <p:cNvCxnSpPr/>
          <p:nvPr/>
        </p:nvCxnSpPr>
        <p:spPr>
          <a:xfrm>
            <a:off x="5942317" y="2171700"/>
            <a:ext cx="2744483" cy="0"/>
          </a:xfrm>
          <a:prstGeom prst="straightConnector1">
            <a:avLst/>
          </a:prstGeom>
          <a:noFill/>
          <a:ln cap="flat" cmpd="sng" w="19050">
            <a:solidFill>
              <a:schemeClr val="lt1"/>
            </a:solidFill>
            <a:prstDash val="solid"/>
            <a:miter lim="800000"/>
            <a:headEnd len="sm" w="sm" type="none"/>
            <a:tailEnd len="sm" w="sm" type="none"/>
          </a:ln>
        </p:spPr>
      </p:cxnSp>
      <p:sp>
        <p:nvSpPr>
          <p:cNvPr id="414" name="Google Shape;414;p22"/>
          <p:cNvSpPr txBox="1"/>
          <p:nvPr>
            <p:ph type="title"/>
          </p:nvPr>
        </p:nvSpPr>
        <p:spPr>
          <a:xfrm>
            <a:off x="5932170" y="432054"/>
            <a:ext cx="2743200" cy="164592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2000"/>
              <a:buFont typeface="Arial"/>
              <a:buNone/>
              <a:defRPr sz="2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descr="An empty placeholder to add an image. Click on the placeholder and select the image that you wish to add." id="415" name="Google Shape;415;p22"/>
          <p:cNvSpPr/>
          <p:nvPr>
            <p:ph idx="2" type="pic"/>
          </p:nvPr>
        </p:nvSpPr>
        <p:spPr>
          <a:xfrm>
            <a:off x="3309" y="-119"/>
            <a:ext cx="5486400" cy="5143500"/>
          </a:xfrm>
          <a:prstGeom prst="rect">
            <a:avLst/>
          </a:prstGeom>
          <a:noFill/>
          <a:ln>
            <a:noFill/>
          </a:ln>
        </p:spPr>
      </p:sp>
      <p:sp>
        <p:nvSpPr>
          <p:cNvPr id="416" name="Google Shape;416;p22"/>
          <p:cNvSpPr txBox="1"/>
          <p:nvPr>
            <p:ph idx="1" type="body"/>
          </p:nvPr>
        </p:nvSpPr>
        <p:spPr>
          <a:xfrm>
            <a:off x="5932170" y="2249424"/>
            <a:ext cx="2743200" cy="17145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900"/>
              </a:spcBef>
              <a:spcAft>
                <a:spcPts val="0"/>
              </a:spcAft>
              <a:buSzPts val="1200"/>
              <a:buNone/>
              <a:defRPr sz="1200">
                <a:solidFill>
                  <a:schemeClr val="lt1"/>
                </a:solidFill>
              </a:defRPr>
            </a:lvl1pPr>
            <a:lvl2pPr indent="-228600" lvl="1" marL="914400" algn="l">
              <a:lnSpc>
                <a:spcPct val="90000"/>
              </a:lnSpc>
              <a:spcBef>
                <a:spcPts val="900"/>
              </a:spcBef>
              <a:spcAft>
                <a:spcPts val="0"/>
              </a:spcAft>
              <a:buSzPts val="1100"/>
              <a:buNone/>
              <a:defRPr sz="1100"/>
            </a:lvl2pPr>
            <a:lvl3pPr indent="-228600" lvl="2" marL="1371600" algn="l">
              <a:lnSpc>
                <a:spcPct val="90000"/>
              </a:lnSpc>
              <a:spcBef>
                <a:spcPts val="600"/>
              </a:spcBef>
              <a:spcAft>
                <a:spcPts val="0"/>
              </a:spcAft>
              <a:buSzPts val="900"/>
              <a:buNone/>
              <a:defRPr sz="900"/>
            </a:lvl3pPr>
            <a:lvl4pPr indent="-228600" lvl="3" marL="1828800" algn="l">
              <a:lnSpc>
                <a:spcPct val="90000"/>
              </a:lnSpc>
              <a:spcBef>
                <a:spcPts val="600"/>
              </a:spcBef>
              <a:spcAft>
                <a:spcPts val="0"/>
              </a:spcAft>
              <a:buSzPts val="800"/>
              <a:buNone/>
              <a:defRPr sz="800"/>
            </a:lvl4pPr>
            <a:lvl5pPr indent="-228600" lvl="4" marL="2286000" algn="l">
              <a:lnSpc>
                <a:spcPct val="90000"/>
              </a:lnSpc>
              <a:spcBef>
                <a:spcPts val="500"/>
              </a:spcBef>
              <a:spcAft>
                <a:spcPts val="0"/>
              </a:spcAft>
              <a:buSzPts val="800"/>
              <a:buNone/>
              <a:defRPr sz="800"/>
            </a:lvl5pPr>
            <a:lvl6pPr indent="-228600" lvl="5" marL="2743200" algn="l">
              <a:lnSpc>
                <a:spcPct val="90000"/>
              </a:lnSpc>
              <a:spcBef>
                <a:spcPts val="500"/>
              </a:spcBef>
              <a:spcAft>
                <a:spcPts val="0"/>
              </a:spcAft>
              <a:buSzPts val="800"/>
              <a:buNone/>
              <a:defRPr sz="800"/>
            </a:lvl6pPr>
            <a:lvl7pPr indent="-228600" lvl="6" marL="3200400" algn="l">
              <a:lnSpc>
                <a:spcPct val="90000"/>
              </a:lnSpc>
              <a:spcBef>
                <a:spcPts val="500"/>
              </a:spcBef>
              <a:spcAft>
                <a:spcPts val="0"/>
              </a:spcAft>
              <a:buSzPts val="800"/>
              <a:buNone/>
              <a:defRPr sz="800"/>
            </a:lvl7pPr>
            <a:lvl8pPr indent="-228600" lvl="7" marL="3657600" algn="l">
              <a:lnSpc>
                <a:spcPct val="90000"/>
              </a:lnSpc>
              <a:spcBef>
                <a:spcPts val="500"/>
              </a:spcBef>
              <a:spcAft>
                <a:spcPts val="0"/>
              </a:spcAft>
              <a:buSzPts val="800"/>
              <a:buNone/>
              <a:defRPr sz="800"/>
            </a:lvl8pPr>
            <a:lvl9pPr indent="-228600" lvl="8" marL="4114800" algn="l">
              <a:lnSpc>
                <a:spcPct val="90000"/>
              </a:lnSpc>
              <a:spcBef>
                <a:spcPts val="500"/>
              </a:spcBef>
              <a:spcAft>
                <a:spcPts val="0"/>
              </a:spcAft>
              <a:buSzPts val="800"/>
              <a:buNone/>
              <a:defRPr sz="8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17" name="Shape 417"/>
        <p:cNvGrpSpPr/>
        <p:nvPr/>
      </p:nvGrpSpPr>
      <p:grpSpPr>
        <a:xfrm>
          <a:off x="0" y="0"/>
          <a:ext cx="0" cy="0"/>
          <a:chOff x="0" y="0"/>
          <a:chExt cx="0" cy="0"/>
        </a:xfrm>
      </p:grpSpPr>
      <p:sp>
        <p:nvSpPr>
          <p:cNvPr id="418" name="Google Shape;418;p23"/>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19" name="Google Shape;419;p23"/>
          <p:cNvSpPr txBox="1"/>
          <p:nvPr>
            <p:ph idx="1" type="body"/>
          </p:nvPr>
        </p:nvSpPr>
        <p:spPr>
          <a:xfrm rot="5400000">
            <a:off x="3143250" y="-685800"/>
            <a:ext cx="2857499" cy="72009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1400"/>
              </a:spcBef>
              <a:spcAft>
                <a:spcPts val="0"/>
              </a:spcAft>
              <a:buSzPts val="1400"/>
              <a:buChar char="▪"/>
              <a:defRPr/>
            </a:lvl1pPr>
            <a:lvl2pPr indent="-317500" lvl="1" marL="914400" algn="l">
              <a:lnSpc>
                <a:spcPct val="90000"/>
              </a:lnSpc>
              <a:spcBef>
                <a:spcPts val="900"/>
              </a:spcBef>
              <a:spcAft>
                <a:spcPts val="0"/>
              </a:spcAft>
              <a:buSzPts val="1400"/>
              <a:buChar char="▪"/>
              <a:defRPr/>
            </a:lvl2pPr>
            <a:lvl3pPr indent="-317500" lvl="2" marL="1371600" algn="l">
              <a:lnSpc>
                <a:spcPct val="90000"/>
              </a:lnSpc>
              <a:spcBef>
                <a:spcPts val="600"/>
              </a:spcBef>
              <a:spcAft>
                <a:spcPts val="0"/>
              </a:spcAft>
              <a:buSzPts val="1400"/>
              <a:buChar char="▪"/>
              <a:defRPr/>
            </a:lvl3pPr>
            <a:lvl4pPr indent="-317500" lvl="3" marL="1828800" algn="l">
              <a:lnSpc>
                <a:spcPct val="90000"/>
              </a:lnSpc>
              <a:spcBef>
                <a:spcPts val="600"/>
              </a:spcBef>
              <a:spcAft>
                <a:spcPts val="0"/>
              </a:spcAft>
              <a:buSzPts val="1400"/>
              <a:buChar char="▪"/>
              <a:defRPr/>
            </a:lvl4pPr>
            <a:lvl5pPr indent="-317500" lvl="4" marL="2286000" algn="l">
              <a:lnSpc>
                <a:spcPct val="90000"/>
              </a:lnSpc>
              <a:spcBef>
                <a:spcPts val="500"/>
              </a:spcBef>
              <a:spcAft>
                <a:spcPts val="0"/>
              </a:spcAft>
              <a:buSzPts val="1400"/>
              <a:buChar char="▪"/>
              <a:defRPr/>
            </a:lvl5pPr>
            <a:lvl6pPr indent="-317500" lvl="5" marL="2743200" algn="l">
              <a:lnSpc>
                <a:spcPct val="90000"/>
              </a:lnSpc>
              <a:spcBef>
                <a:spcPts val="500"/>
              </a:spcBef>
              <a:spcAft>
                <a:spcPts val="0"/>
              </a:spcAft>
              <a:buSzPts val="1400"/>
              <a:buChar char="▪"/>
              <a:defRPr/>
            </a:lvl6pPr>
            <a:lvl7pPr indent="-317500" lvl="6" marL="3200400" algn="l">
              <a:lnSpc>
                <a:spcPct val="90000"/>
              </a:lnSpc>
              <a:spcBef>
                <a:spcPts val="500"/>
              </a:spcBef>
              <a:spcAft>
                <a:spcPts val="0"/>
              </a:spcAft>
              <a:buSzPts val="1400"/>
              <a:buChar char="▪"/>
              <a:defRPr/>
            </a:lvl7pPr>
            <a:lvl8pPr indent="-317500" lvl="7" marL="3657600" algn="l">
              <a:lnSpc>
                <a:spcPct val="90000"/>
              </a:lnSpc>
              <a:spcBef>
                <a:spcPts val="500"/>
              </a:spcBef>
              <a:spcAft>
                <a:spcPts val="0"/>
              </a:spcAft>
              <a:buSzPts val="1400"/>
              <a:buChar char="▪"/>
              <a:defRPr/>
            </a:lvl8pPr>
            <a:lvl9pPr indent="-228600" lvl="8" marL="4114800" algn="l">
              <a:lnSpc>
                <a:spcPct val="90000"/>
              </a:lnSpc>
              <a:spcBef>
                <a:spcPts val="500"/>
              </a:spcBef>
              <a:spcAft>
                <a:spcPts val="0"/>
              </a:spcAft>
              <a:buSzPts val="1400"/>
              <a:buNone/>
              <a:defRPr/>
            </a:lvl9pPr>
          </a:lstStyle>
          <a:p/>
        </p:txBody>
      </p:sp>
      <p:sp>
        <p:nvSpPr>
          <p:cNvPr id="420" name="Google Shape;420;p23"/>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1" name="Google Shape;421;p23"/>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2" name="Google Shape;422;p23"/>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23" name="Shape 423"/>
        <p:cNvGrpSpPr/>
        <p:nvPr/>
      </p:nvGrpSpPr>
      <p:grpSpPr>
        <a:xfrm>
          <a:off x="0" y="0"/>
          <a:ext cx="0" cy="0"/>
          <a:chOff x="0" y="0"/>
          <a:chExt cx="0" cy="0"/>
        </a:xfrm>
      </p:grpSpPr>
      <p:sp>
        <p:nvSpPr>
          <p:cNvPr id="424" name="Google Shape;424;p24"/>
          <p:cNvSpPr txBox="1"/>
          <p:nvPr>
            <p:ph type="title"/>
          </p:nvPr>
        </p:nvSpPr>
        <p:spPr>
          <a:xfrm rot="5400000">
            <a:off x="5551714" y="1722663"/>
            <a:ext cx="3976007" cy="1265465"/>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A43E2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25" name="Google Shape;425;p24"/>
          <p:cNvSpPr txBox="1"/>
          <p:nvPr>
            <p:ph idx="1" type="body"/>
          </p:nvPr>
        </p:nvSpPr>
        <p:spPr>
          <a:xfrm rot="5400000">
            <a:off x="1828800" y="-489858"/>
            <a:ext cx="3976007" cy="5690508"/>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1400"/>
              </a:spcBef>
              <a:spcAft>
                <a:spcPts val="0"/>
              </a:spcAft>
              <a:buSzPts val="1400"/>
              <a:buChar char="▪"/>
              <a:defRPr/>
            </a:lvl1pPr>
            <a:lvl2pPr indent="-317500" lvl="1" marL="914400" algn="l">
              <a:lnSpc>
                <a:spcPct val="90000"/>
              </a:lnSpc>
              <a:spcBef>
                <a:spcPts val="900"/>
              </a:spcBef>
              <a:spcAft>
                <a:spcPts val="0"/>
              </a:spcAft>
              <a:buSzPts val="1400"/>
              <a:buChar char="▪"/>
              <a:defRPr/>
            </a:lvl2pPr>
            <a:lvl3pPr indent="-317500" lvl="2" marL="1371600" algn="l">
              <a:lnSpc>
                <a:spcPct val="90000"/>
              </a:lnSpc>
              <a:spcBef>
                <a:spcPts val="600"/>
              </a:spcBef>
              <a:spcAft>
                <a:spcPts val="0"/>
              </a:spcAft>
              <a:buSzPts val="1400"/>
              <a:buChar char="▪"/>
              <a:defRPr/>
            </a:lvl3pPr>
            <a:lvl4pPr indent="-317500" lvl="3" marL="1828800" algn="l">
              <a:lnSpc>
                <a:spcPct val="90000"/>
              </a:lnSpc>
              <a:spcBef>
                <a:spcPts val="600"/>
              </a:spcBef>
              <a:spcAft>
                <a:spcPts val="0"/>
              </a:spcAft>
              <a:buSzPts val="1400"/>
              <a:buChar char="▪"/>
              <a:defRPr/>
            </a:lvl4pPr>
            <a:lvl5pPr indent="-317500" lvl="4" marL="2286000" algn="l">
              <a:lnSpc>
                <a:spcPct val="90000"/>
              </a:lnSpc>
              <a:spcBef>
                <a:spcPts val="500"/>
              </a:spcBef>
              <a:spcAft>
                <a:spcPts val="0"/>
              </a:spcAft>
              <a:buSzPts val="1400"/>
              <a:buChar char="▪"/>
              <a:defRPr/>
            </a:lvl5pPr>
            <a:lvl6pPr indent="-317500" lvl="5" marL="2743200" algn="l">
              <a:lnSpc>
                <a:spcPct val="90000"/>
              </a:lnSpc>
              <a:spcBef>
                <a:spcPts val="500"/>
              </a:spcBef>
              <a:spcAft>
                <a:spcPts val="0"/>
              </a:spcAft>
              <a:buSzPts val="1400"/>
              <a:buChar char="▪"/>
              <a:defRPr/>
            </a:lvl6pPr>
            <a:lvl7pPr indent="-317500" lvl="6" marL="3200400" algn="l">
              <a:lnSpc>
                <a:spcPct val="90000"/>
              </a:lnSpc>
              <a:spcBef>
                <a:spcPts val="500"/>
              </a:spcBef>
              <a:spcAft>
                <a:spcPts val="0"/>
              </a:spcAft>
              <a:buSzPts val="1400"/>
              <a:buChar char="▪"/>
              <a:defRPr/>
            </a:lvl7pPr>
            <a:lvl8pPr indent="-317500" lvl="7" marL="3657600" algn="l">
              <a:lnSpc>
                <a:spcPct val="90000"/>
              </a:lnSpc>
              <a:spcBef>
                <a:spcPts val="500"/>
              </a:spcBef>
              <a:spcAft>
                <a:spcPts val="0"/>
              </a:spcAft>
              <a:buSzPts val="1400"/>
              <a:buChar char="▪"/>
              <a:defRPr/>
            </a:lvl8pPr>
            <a:lvl9pPr indent="-228600" lvl="8" marL="4114800" algn="l">
              <a:lnSpc>
                <a:spcPct val="90000"/>
              </a:lnSpc>
              <a:spcBef>
                <a:spcPts val="500"/>
              </a:spcBef>
              <a:spcAft>
                <a:spcPts val="0"/>
              </a:spcAft>
              <a:buSzPts val="1400"/>
              <a:buNone/>
              <a:defRPr/>
            </a:lvl9pPr>
          </a:lstStyle>
          <a:p/>
        </p:txBody>
      </p:sp>
      <p:sp>
        <p:nvSpPr>
          <p:cNvPr id="426" name="Google Shape;426;p24"/>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7" name="Google Shape;427;p24"/>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8" name="Google Shape;428;p24"/>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3000">
              <a:schemeClr val="lt1"/>
            </a:gs>
            <a:gs pos="100000">
              <a:srgbClr val="F2F2F2">
                <a:alpha val="64705"/>
              </a:srgbClr>
            </a:gs>
          </a:gsLst>
          <a:lin ang="5400000" scaled="0"/>
        </a:gradFill>
      </p:bgPr>
    </p:bg>
    <p:spTree>
      <p:nvGrpSpPr>
        <p:cNvPr id="50" name="Shape 50"/>
        <p:cNvGrpSpPr/>
        <p:nvPr/>
      </p:nvGrpSpPr>
      <p:grpSpPr>
        <a:xfrm>
          <a:off x="0" y="0"/>
          <a:ext cx="0" cy="0"/>
          <a:chOff x="0" y="0"/>
          <a:chExt cx="0" cy="0"/>
        </a:xfrm>
      </p:grpSpPr>
      <p:grpSp>
        <p:nvGrpSpPr>
          <p:cNvPr id="51" name="Google Shape;51;p13"/>
          <p:cNvGrpSpPr/>
          <p:nvPr/>
        </p:nvGrpSpPr>
        <p:grpSpPr>
          <a:xfrm>
            <a:off x="-1" y="-146957"/>
            <a:ext cx="9144002" cy="5143500"/>
            <a:chOff x="-1" y="0"/>
            <a:chExt cx="12192002" cy="6858000"/>
          </a:xfrm>
        </p:grpSpPr>
        <p:cxnSp>
          <p:nvCxnSpPr>
            <p:cNvPr id="52" name="Google Shape;52;p13"/>
            <p:cNvCxnSpPr/>
            <p:nvPr/>
          </p:nvCxnSpPr>
          <p:spPr>
            <a:xfrm>
              <a:off x="610194"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3" name="Google Shape;53;p13"/>
            <p:cNvCxnSpPr/>
            <p:nvPr/>
          </p:nvCxnSpPr>
          <p:spPr>
            <a:xfrm>
              <a:off x="1829332"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4" name="Google Shape;54;p13"/>
            <p:cNvCxnSpPr/>
            <p:nvPr/>
          </p:nvCxnSpPr>
          <p:spPr>
            <a:xfrm>
              <a:off x="3048470"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5" name="Google Shape;55;p13"/>
            <p:cNvCxnSpPr/>
            <p:nvPr/>
          </p:nvCxnSpPr>
          <p:spPr>
            <a:xfrm>
              <a:off x="4267608"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6" name="Google Shape;56;p13"/>
            <p:cNvCxnSpPr/>
            <p:nvPr/>
          </p:nvCxnSpPr>
          <p:spPr>
            <a:xfrm>
              <a:off x="5486746"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7" name="Google Shape;57;p13"/>
            <p:cNvCxnSpPr/>
            <p:nvPr/>
          </p:nvCxnSpPr>
          <p:spPr>
            <a:xfrm>
              <a:off x="6705884"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8" name="Google Shape;58;p13"/>
            <p:cNvCxnSpPr/>
            <p:nvPr/>
          </p:nvCxnSpPr>
          <p:spPr>
            <a:xfrm>
              <a:off x="7925022"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9" name="Google Shape;59;p13"/>
            <p:cNvCxnSpPr/>
            <p:nvPr/>
          </p:nvCxnSpPr>
          <p:spPr>
            <a:xfrm>
              <a:off x="9144160"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0" name="Google Shape;60;p13"/>
            <p:cNvCxnSpPr/>
            <p:nvPr/>
          </p:nvCxnSpPr>
          <p:spPr>
            <a:xfrm>
              <a:off x="10363298"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1" name="Google Shape;61;p13"/>
            <p:cNvCxnSpPr/>
            <p:nvPr/>
          </p:nvCxnSpPr>
          <p:spPr>
            <a:xfrm>
              <a:off x="11582436"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2" name="Google Shape;62;p13"/>
            <p:cNvCxnSpPr/>
            <p:nvPr/>
          </p:nvCxnSpPr>
          <p:spPr>
            <a:xfrm>
              <a:off x="2819" y="386485"/>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3" name="Google Shape;63;p13"/>
            <p:cNvCxnSpPr/>
            <p:nvPr/>
          </p:nvCxnSpPr>
          <p:spPr>
            <a:xfrm>
              <a:off x="2819" y="1611181"/>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4" name="Google Shape;64;p13"/>
            <p:cNvCxnSpPr/>
            <p:nvPr/>
          </p:nvCxnSpPr>
          <p:spPr>
            <a:xfrm>
              <a:off x="2819" y="2835877"/>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5" name="Google Shape;65;p13"/>
            <p:cNvCxnSpPr/>
            <p:nvPr/>
          </p:nvCxnSpPr>
          <p:spPr>
            <a:xfrm>
              <a:off x="2819" y="4060573"/>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6" name="Google Shape;66;p13"/>
            <p:cNvCxnSpPr/>
            <p:nvPr/>
          </p:nvCxnSpPr>
          <p:spPr>
            <a:xfrm>
              <a:off x="2819" y="5285269"/>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7" name="Google Shape;67;p13"/>
            <p:cNvCxnSpPr/>
            <p:nvPr/>
          </p:nvCxnSpPr>
          <p:spPr>
            <a:xfrm>
              <a:off x="2819" y="6509965"/>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grpSp>
          <p:nvGrpSpPr>
            <p:cNvPr id="68" name="Google Shape;68;p13"/>
            <p:cNvGrpSpPr/>
            <p:nvPr/>
          </p:nvGrpSpPr>
          <p:grpSpPr>
            <a:xfrm>
              <a:off x="-1" y="0"/>
              <a:ext cx="12192001" cy="6858000"/>
              <a:chOff x="-1" y="0"/>
              <a:chExt cx="12192001" cy="6858000"/>
            </a:xfrm>
          </p:grpSpPr>
          <p:cxnSp>
            <p:nvCxnSpPr>
              <p:cNvPr id="69" name="Google Shape;69;p13"/>
              <p:cNvCxnSpPr/>
              <p:nvPr/>
            </p:nvCxnSpPr>
            <p:spPr>
              <a:xfrm>
                <a:off x="225425"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0" name="Google Shape;70;p13"/>
              <p:cNvCxnSpPr/>
              <p:nvPr/>
            </p:nvCxnSpPr>
            <p:spPr>
              <a:xfrm>
                <a:off x="1449154"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1" name="Google Shape;71;p13"/>
              <p:cNvCxnSpPr/>
              <p:nvPr/>
            </p:nvCxnSpPr>
            <p:spPr>
              <a:xfrm>
                <a:off x="266598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2" name="Google Shape;72;p13"/>
              <p:cNvCxnSpPr/>
              <p:nvPr/>
            </p:nvCxnSpPr>
            <p:spPr>
              <a:xfrm>
                <a:off x="3885119"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3" name="Google Shape;73;p13"/>
              <p:cNvCxnSpPr/>
              <p:nvPr/>
            </p:nvCxnSpPr>
            <p:spPr>
              <a:xfrm>
                <a:off x="510650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grpSp>
            <p:nvGrpSpPr>
              <p:cNvPr id="74" name="Google Shape;74;p13"/>
              <p:cNvGrpSpPr/>
              <p:nvPr/>
            </p:nvGrpSpPr>
            <p:grpSpPr>
              <a:xfrm>
                <a:off x="6327885" y="0"/>
                <a:ext cx="5864115" cy="5898673"/>
                <a:chOff x="6327885" y="0"/>
                <a:chExt cx="5864115" cy="5898673"/>
              </a:xfrm>
            </p:grpSpPr>
            <p:cxnSp>
              <p:nvCxnSpPr>
                <p:cNvPr id="75" name="Google Shape;75;p13"/>
                <p:cNvCxnSpPr/>
                <p:nvPr/>
              </p:nvCxnSpPr>
              <p:spPr>
                <a:xfrm>
                  <a:off x="6327885" y="0"/>
                  <a:ext cx="5864115" cy="5898673"/>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6" name="Google Shape;76;p13"/>
                <p:cNvCxnSpPr/>
                <p:nvPr/>
              </p:nvCxnSpPr>
              <p:spPr>
                <a:xfrm>
                  <a:off x="7549268" y="0"/>
                  <a:ext cx="4642732" cy="467242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7" name="Google Shape;77;p13"/>
                <p:cNvCxnSpPr/>
                <p:nvPr/>
              </p:nvCxnSpPr>
              <p:spPr>
                <a:xfrm>
                  <a:off x="8772997" y="0"/>
                  <a:ext cx="3419003" cy="34567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8" name="Google Shape;78;p13"/>
                <p:cNvCxnSpPr/>
                <p:nvPr/>
              </p:nvCxnSpPr>
              <p:spPr>
                <a:xfrm>
                  <a:off x="9982200" y="0"/>
                  <a:ext cx="2209800" cy="222646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79" name="Google Shape;79;p13"/>
                <p:cNvCxnSpPr/>
                <p:nvPr/>
              </p:nvCxnSpPr>
              <p:spPr>
                <a:xfrm>
                  <a:off x="11199019" y="0"/>
                  <a:ext cx="992981" cy="1002506"/>
                </a:xfrm>
                <a:prstGeom prst="straightConnector1">
                  <a:avLst/>
                </a:prstGeom>
                <a:noFill/>
                <a:ln cap="flat" cmpd="sng" w="9525">
                  <a:solidFill>
                    <a:srgbClr val="D8D8D8">
                      <a:alpha val="24705"/>
                    </a:srgbClr>
                  </a:solidFill>
                  <a:prstDash val="solid"/>
                  <a:miter lim="800000"/>
                  <a:headEnd len="sm" w="sm" type="none"/>
                  <a:tailEnd len="sm" w="sm" type="none"/>
                </a:ln>
              </p:spPr>
            </p:cxnSp>
          </p:grpSp>
          <p:cxnSp>
            <p:nvCxnSpPr>
              <p:cNvPr id="80" name="Google Shape;80;p13"/>
              <p:cNvCxnSpPr/>
              <p:nvPr/>
            </p:nvCxnSpPr>
            <p:spPr>
              <a:xfrm rot="10800000">
                <a:off x="-1" y="1012053"/>
                <a:ext cx="5828811" cy="584594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1" name="Google Shape;81;p13"/>
              <p:cNvCxnSpPr/>
              <p:nvPr/>
            </p:nvCxnSpPr>
            <p:spPr>
              <a:xfrm rot="10800000">
                <a:off x="-1" y="2227340"/>
                <a:ext cx="4614781" cy="4630658"/>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2" name="Google Shape;82;p13"/>
              <p:cNvCxnSpPr/>
              <p:nvPr/>
            </p:nvCxnSpPr>
            <p:spPr>
              <a:xfrm rot="10800000">
                <a:off x="-1" y="3432149"/>
                <a:ext cx="3398419" cy="34258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3" name="Google Shape;83;p13"/>
              <p:cNvCxnSpPr/>
              <p:nvPr/>
            </p:nvCxnSpPr>
            <p:spPr>
              <a:xfrm rot="10800000">
                <a:off x="-1" y="4651431"/>
                <a:ext cx="2196496" cy="2206567"/>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4" name="Google Shape;84;p13"/>
              <p:cNvCxnSpPr/>
              <p:nvPr/>
            </p:nvCxnSpPr>
            <p:spPr>
              <a:xfrm rot="10800000">
                <a:off x="-1" y="5864453"/>
                <a:ext cx="987003" cy="993545"/>
              </a:xfrm>
              <a:prstGeom prst="straightConnector1">
                <a:avLst/>
              </a:prstGeom>
              <a:noFill/>
              <a:ln cap="flat" cmpd="sng" w="9525">
                <a:solidFill>
                  <a:srgbClr val="D8D8D8">
                    <a:alpha val="24705"/>
                  </a:srgbClr>
                </a:solidFill>
                <a:prstDash val="solid"/>
                <a:miter lim="800000"/>
                <a:headEnd len="sm" w="sm" type="none"/>
                <a:tailEnd len="sm" w="sm" type="none"/>
              </a:ln>
            </p:spPr>
          </p:cxnSp>
        </p:grpSp>
        <p:grpSp>
          <p:nvGrpSpPr>
            <p:cNvPr id="85" name="Google Shape;85;p13"/>
            <p:cNvGrpSpPr/>
            <p:nvPr/>
          </p:nvGrpSpPr>
          <p:grpSpPr>
            <a:xfrm flipH="1">
              <a:off x="0" y="0"/>
              <a:ext cx="12192001" cy="6858000"/>
              <a:chOff x="-1" y="0"/>
              <a:chExt cx="12192001" cy="6858000"/>
            </a:xfrm>
          </p:grpSpPr>
          <p:cxnSp>
            <p:nvCxnSpPr>
              <p:cNvPr id="86" name="Google Shape;86;p13"/>
              <p:cNvCxnSpPr/>
              <p:nvPr/>
            </p:nvCxnSpPr>
            <p:spPr>
              <a:xfrm>
                <a:off x="225425"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7" name="Google Shape;87;p13"/>
              <p:cNvCxnSpPr/>
              <p:nvPr/>
            </p:nvCxnSpPr>
            <p:spPr>
              <a:xfrm>
                <a:off x="1449154"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8" name="Google Shape;88;p13"/>
              <p:cNvCxnSpPr/>
              <p:nvPr/>
            </p:nvCxnSpPr>
            <p:spPr>
              <a:xfrm>
                <a:off x="266598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89" name="Google Shape;89;p13"/>
              <p:cNvCxnSpPr/>
              <p:nvPr/>
            </p:nvCxnSpPr>
            <p:spPr>
              <a:xfrm>
                <a:off x="3885119"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0" name="Google Shape;90;p13"/>
              <p:cNvCxnSpPr/>
              <p:nvPr/>
            </p:nvCxnSpPr>
            <p:spPr>
              <a:xfrm>
                <a:off x="510650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grpSp>
            <p:nvGrpSpPr>
              <p:cNvPr id="91" name="Google Shape;91;p13"/>
              <p:cNvGrpSpPr/>
              <p:nvPr/>
            </p:nvGrpSpPr>
            <p:grpSpPr>
              <a:xfrm>
                <a:off x="6327885" y="0"/>
                <a:ext cx="5864115" cy="5898673"/>
                <a:chOff x="6327885" y="0"/>
                <a:chExt cx="5864115" cy="5898673"/>
              </a:xfrm>
            </p:grpSpPr>
            <p:cxnSp>
              <p:nvCxnSpPr>
                <p:cNvPr id="92" name="Google Shape;92;p13"/>
                <p:cNvCxnSpPr/>
                <p:nvPr/>
              </p:nvCxnSpPr>
              <p:spPr>
                <a:xfrm>
                  <a:off x="6327885" y="0"/>
                  <a:ext cx="5864115" cy="5898673"/>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3" name="Google Shape;93;p13"/>
                <p:cNvCxnSpPr/>
                <p:nvPr/>
              </p:nvCxnSpPr>
              <p:spPr>
                <a:xfrm>
                  <a:off x="7549268" y="0"/>
                  <a:ext cx="4642732" cy="467242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4" name="Google Shape;94;p13"/>
                <p:cNvCxnSpPr/>
                <p:nvPr/>
              </p:nvCxnSpPr>
              <p:spPr>
                <a:xfrm>
                  <a:off x="8772997" y="0"/>
                  <a:ext cx="3419003" cy="34567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5" name="Google Shape;95;p13"/>
                <p:cNvCxnSpPr/>
                <p:nvPr/>
              </p:nvCxnSpPr>
              <p:spPr>
                <a:xfrm>
                  <a:off x="9982200" y="0"/>
                  <a:ext cx="2209800" cy="222646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6" name="Google Shape;96;p13"/>
                <p:cNvCxnSpPr/>
                <p:nvPr/>
              </p:nvCxnSpPr>
              <p:spPr>
                <a:xfrm>
                  <a:off x="11199019" y="0"/>
                  <a:ext cx="992981" cy="1002506"/>
                </a:xfrm>
                <a:prstGeom prst="straightConnector1">
                  <a:avLst/>
                </a:prstGeom>
                <a:noFill/>
                <a:ln cap="flat" cmpd="sng" w="9525">
                  <a:solidFill>
                    <a:srgbClr val="D8D8D8">
                      <a:alpha val="24705"/>
                    </a:srgbClr>
                  </a:solidFill>
                  <a:prstDash val="solid"/>
                  <a:miter lim="800000"/>
                  <a:headEnd len="sm" w="sm" type="none"/>
                  <a:tailEnd len="sm" w="sm" type="none"/>
                </a:ln>
              </p:spPr>
            </p:cxnSp>
          </p:grpSp>
          <p:cxnSp>
            <p:nvCxnSpPr>
              <p:cNvPr id="97" name="Google Shape;97;p13"/>
              <p:cNvCxnSpPr/>
              <p:nvPr/>
            </p:nvCxnSpPr>
            <p:spPr>
              <a:xfrm rot="10800000">
                <a:off x="-1" y="1012053"/>
                <a:ext cx="5828811" cy="584594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8" name="Google Shape;98;p13"/>
              <p:cNvCxnSpPr/>
              <p:nvPr/>
            </p:nvCxnSpPr>
            <p:spPr>
              <a:xfrm rot="10800000">
                <a:off x="-1" y="2227340"/>
                <a:ext cx="4614781" cy="4630658"/>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99" name="Google Shape;99;p13"/>
              <p:cNvCxnSpPr/>
              <p:nvPr/>
            </p:nvCxnSpPr>
            <p:spPr>
              <a:xfrm rot="10800000">
                <a:off x="-1" y="3432149"/>
                <a:ext cx="3398419" cy="34258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00" name="Google Shape;100;p13"/>
              <p:cNvCxnSpPr/>
              <p:nvPr/>
            </p:nvCxnSpPr>
            <p:spPr>
              <a:xfrm rot="10800000">
                <a:off x="-1" y="4651431"/>
                <a:ext cx="2196496" cy="2206567"/>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01" name="Google Shape;101;p13"/>
              <p:cNvCxnSpPr/>
              <p:nvPr/>
            </p:nvCxnSpPr>
            <p:spPr>
              <a:xfrm rot="10800000">
                <a:off x="-1" y="5864453"/>
                <a:ext cx="987003" cy="993545"/>
              </a:xfrm>
              <a:prstGeom prst="straightConnector1">
                <a:avLst/>
              </a:prstGeom>
              <a:noFill/>
              <a:ln cap="flat" cmpd="sng" w="9525">
                <a:solidFill>
                  <a:srgbClr val="D8D8D8">
                    <a:alpha val="24705"/>
                  </a:srgbClr>
                </a:solidFill>
                <a:prstDash val="solid"/>
                <a:miter lim="800000"/>
                <a:headEnd len="sm" w="sm" type="none"/>
                <a:tailEnd len="sm" w="sm" type="none"/>
              </a:ln>
            </p:spPr>
          </p:cxnSp>
        </p:grpSp>
      </p:grpSp>
      <p:sp>
        <p:nvSpPr>
          <p:cNvPr id="102" name="Google Shape;102;p13"/>
          <p:cNvSpPr txBox="1"/>
          <p:nvPr>
            <p:ph type="title"/>
          </p:nvPr>
        </p:nvSpPr>
        <p:spPr>
          <a:xfrm>
            <a:off x="971550" y="377890"/>
            <a:ext cx="7200900" cy="856789"/>
          </a:xfrm>
          <a:prstGeom prst="rect">
            <a:avLst/>
          </a:prstGeom>
          <a:noFill/>
          <a:ln>
            <a:noFill/>
          </a:ln>
        </p:spPr>
        <p:txBody>
          <a:bodyPr anchorCtr="0" anchor="b" bIns="34275" lIns="68575" spcFirstLastPara="1" rIns="68575" wrap="square" tIns="34275">
            <a:normAutofit/>
          </a:bodyPr>
          <a:lstStyle>
            <a:lvl1pPr lvl="0" marR="0" rtl="0" algn="l">
              <a:lnSpc>
                <a:spcPct val="90000"/>
              </a:lnSpc>
              <a:spcBef>
                <a:spcPts val="0"/>
              </a:spcBef>
              <a:spcAft>
                <a:spcPts val="0"/>
              </a:spcAft>
              <a:buClr>
                <a:srgbClr val="A43E27"/>
              </a:buClr>
              <a:buSzPts val="2400"/>
              <a:buFont typeface="Arial"/>
              <a:buNone/>
              <a:defRPr b="1" i="0" sz="2400" u="none" cap="none" strike="noStrike">
                <a:solidFill>
                  <a:srgbClr val="A43E27"/>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03" name="Google Shape;103;p13"/>
          <p:cNvSpPr txBox="1"/>
          <p:nvPr>
            <p:ph idx="1" type="body"/>
          </p:nvPr>
        </p:nvSpPr>
        <p:spPr>
          <a:xfrm>
            <a:off x="971550" y="1485901"/>
            <a:ext cx="7200900" cy="2857499"/>
          </a:xfrm>
          <a:prstGeom prst="rect">
            <a:avLst/>
          </a:prstGeom>
          <a:noFill/>
          <a:ln>
            <a:noFill/>
          </a:ln>
        </p:spPr>
        <p:txBody>
          <a:bodyPr anchorCtr="0" anchor="t" bIns="34275" lIns="68575" spcFirstLastPara="1" rIns="68575" wrap="square" tIns="34275">
            <a:normAutofit/>
          </a:bodyPr>
          <a:lstStyle>
            <a:lvl1pPr indent="-323850" lvl="0" marL="457200" marR="0" rtl="0" algn="l">
              <a:lnSpc>
                <a:spcPct val="90000"/>
              </a:lnSpc>
              <a:spcBef>
                <a:spcPts val="1400"/>
              </a:spcBef>
              <a:spcAft>
                <a:spcPts val="0"/>
              </a:spcAft>
              <a:buClr>
                <a:srgbClr val="A43E27"/>
              </a:buClr>
              <a:buSzPts val="1500"/>
              <a:buFont typeface="Arial"/>
              <a:buChar char="▪"/>
              <a:defRPr b="0" i="0" sz="1500" u="none" cap="none" strike="noStrike">
                <a:solidFill>
                  <a:schemeClr val="dk1"/>
                </a:solidFill>
                <a:latin typeface="Arial"/>
                <a:ea typeface="Arial"/>
                <a:cs typeface="Arial"/>
                <a:sym typeface="Arial"/>
              </a:defRPr>
            </a:lvl1pPr>
            <a:lvl2pPr indent="-317500" lvl="1" marL="914400" marR="0" rtl="0" algn="l">
              <a:lnSpc>
                <a:spcPct val="90000"/>
              </a:lnSpc>
              <a:spcBef>
                <a:spcPts val="900"/>
              </a:spcBef>
              <a:spcAft>
                <a:spcPts val="0"/>
              </a:spcAft>
              <a:buClr>
                <a:srgbClr val="A43E27"/>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0000"/>
              </a:lnSpc>
              <a:spcBef>
                <a:spcPts val="600"/>
              </a:spcBef>
              <a:spcAft>
                <a:spcPts val="0"/>
              </a:spcAft>
              <a:buClr>
                <a:srgbClr val="A43E27"/>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0000"/>
              </a:lnSpc>
              <a:spcBef>
                <a:spcPts val="6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5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5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500"/>
              </a:spcBef>
              <a:spcAft>
                <a:spcPts val="0"/>
              </a:spcAft>
              <a:buClr>
                <a:srgbClr val="A43E27"/>
              </a:buClr>
              <a:buSzPts val="1100"/>
              <a:buFont typeface="Arial"/>
              <a:buChar char="▪"/>
              <a:defRPr b="0" i="0" sz="11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rgbClr val="A43E27"/>
              </a:buClr>
              <a:buSzPts val="1100"/>
              <a:buFont typeface="Arial"/>
              <a:buNone/>
              <a:defRPr b="0" i="0" sz="1100" u="none" cap="none" strike="noStrike">
                <a:solidFill>
                  <a:schemeClr val="dk1"/>
                </a:solidFill>
                <a:latin typeface="Arial"/>
                <a:ea typeface="Arial"/>
                <a:cs typeface="Arial"/>
                <a:sym typeface="Arial"/>
              </a:defRPr>
            </a:lvl9pPr>
          </a:lstStyle>
          <a:p/>
        </p:txBody>
      </p:sp>
      <p:cxnSp>
        <p:nvCxnSpPr>
          <p:cNvPr id="104" name="Google Shape;104;p13"/>
          <p:cNvCxnSpPr/>
          <p:nvPr/>
        </p:nvCxnSpPr>
        <p:spPr>
          <a:xfrm>
            <a:off x="457200" y="4629150"/>
            <a:ext cx="8229600" cy="0"/>
          </a:xfrm>
          <a:prstGeom prst="straightConnector1">
            <a:avLst/>
          </a:prstGeom>
          <a:noFill/>
          <a:ln cap="flat" cmpd="sng" w="12700">
            <a:solidFill>
              <a:srgbClr val="A43E27"/>
            </a:solidFill>
            <a:prstDash val="solid"/>
            <a:miter lim="800000"/>
            <a:headEnd len="sm" w="sm" type="none"/>
            <a:tailEnd len="sm" w="sm" type="none"/>
          </a:ln>
        </p:spPr>
      </p:cxnSp>
      <p:sp>
        <p:nvSpPr>
          <p:cNvPr id="105" name="Google Shape;105;p13"/>
          <p:cNvSpPr txBox="1"/>
          <p:nvPr>
            <p:ph idx="11" type="ftr"/>
          </p:nvPr>
        </p:nvSpPr>
        <p:spPr>
          <a:xfrm>
            <a:off x="457201" y="4717259"/>
            <a:ext cx="4596023" cy="166827"/>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800" u="none" cap="none" strike="noStrike">
                <a:solidFill>
                  <a:srgbClr val="414241"/>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6" name="Google Shape;106;p13"/>
          <p:cNvSpPr txBox="1"/>
          <p:nvPr>
            <p:ph idx="10" type="dt"/>
          </p:nvPr>
        </p:nvSpPr>
        <p:spPr>
          <a:xfrm>
            <a:off x="6970532" y="4717259"/>
            <a:ext cx="724460" cy="166827"/>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800" u="none" cap="none" strike="noStrike">
                <a:solidFill>
                  <a:srgbClr val="414241"/>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7" name="Google Shape;107;p13"/>
          <p:cNvSpPr txBox="1"/>
          <p:nvPr>
            <p:ph idx="12" type="sldNum"/>
          </p:nvPr>
        </p:nvSpPr>
        <p:spPr>
          <a:xfrm>
            <a:off x="7998983" y="4717259"/>
            <a:ext cx="689162" cy="166827"/>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800" u="none" cap="none" strike="noStrike">
                <a:solidFill>
                  <a:srgbClr val="414241"/>
                </a:solidFill>
                <a:latin typeface="Arial"/>
                <a:ea typeface="Arial"/>
                <a:cs typeface="Arial"/>
                <a:sym typeface="Arial"/>
              </a:defRPr>
            </a:lvl1pPr>
            <a:lvl2pPr indent="0" lvl="1" marL="0" marR="0" rtl="0" algn="r">
              <a:spcBef>
                <a:spcPts val="0"/>
              </a:spcBef>
              <a:buNone/>
              <a:defRPr b="0" i="0" sz="800" u="none" cap="none" strike="noStrike">
                <a:solidFill>
                  <a:srgbClr val="414241"/>
                </a:solidFill>
                <a:latin typeface="Arial"/>
                <a:ea typeface="Arial"/>
                <a:cs typeface="Arial"/>
                <a:sym typeface="Arial"/>
              </a:defRPr>
            </a:lvl2pPr>
            <a:lvl3pPr indent="0" lvl="2" marL="0" marR="0" rtl="0" algn="r">
              <a:spcBef>
                <a:spcPts val="0"/>
              </a:spcBef>
              <a:buNone/>
              <a:defRPr b="0" i="0" sz="800" u="none" cap="none" strike="noStrike">
                <a:solidFill>
                  <a:srgbClr val="414241"/>
                </a:solidFill>
                <a:latin typeface="Arial"/>
                <a:ea typeface="Arial"/>
                <a:cs typeface="Arial"/>
                <a:sym typeface="Arial"/>
              </a:defRPr>
            </a:lvl3pPr>
            <a:lvl4pPr indent="0" lvl="3" marL="0" marR="0" rtl="0" algn="r">
              <a:spcBef>
                <a:spcPts val="0"/>
              </a:spcBef>
              <a:buNone/>
              <a:defRPr b="0" i="0" sz="800" u="none" cap="none" strike="noStrike">
                <a:solidFill>
                  <a:srgbClr val="414241"/>
                </a:solidFill>
                <a:latin typeface="Arial"/>
                <a:ea typeface="Arial"/>
                <a:cs typeface="Arial"/>
                <a:sym typeface="Arial"/>
              </a:defRPr>
            </a:lvl4pPr>
            <a:lvl5pPr indent="0" lvl="4" marL="0" marR="0" rtl="0" algn="r">
              <a:spcBef>
                <a:spcPts val="0"/>
              </a:spcBef>
              <a:buNone/>
              <a:defRPr b="0" i="0" sz="800" u="none" cap="none" strike="noStrike">
                <a:solidFill>
                  <a:srgbClr val="414241"/>
                </a:solidFill>
                <a:latin typeface="Arial"/>
                <a:ea typeface="Arial"/>
                <a:cs typeface="Arial"/>
                <a:sym typeface="Arial"/>
              </a:defRPr>
            </a:lvl5pPr>
            <a:lvl6pPr indent="0" lvl="5" marL="0" marR="0" rtl="0" algn="r">
              <a:spcBef>
                <a:spcPts val="0"/>
              </a:spcBef>
              <a:buNone/>
              <a:defRPr b="0" i="0" sz="800" u="none" cap="none" strike="noStrike">
                <a:solidFill>
                  <a:srgbClr val="414241"/>
                </a:solidFill>
                <a:latin typeface="Arial"/>
                <a:ea typeface="Arial"/>
                <a:cs typeface="Arial"/>
                <a:sym typeface="Arial"/>
              </a:defRPr>
            </a:lvl6pPr>
            <a:lvl7pPr indent="0" lvl="6" marL="0" marR="0" rtl="0" algn="r">
              <a:spcBef>
                <a:spcPts val="0"/>
              </a:spcBef>
              <a:buNone/>
              <a:defRPr b="0" i="0" sz="800" u="none" cap="none" strike="noStrike">
                <a:solidFill>
                  <a:srgbClr val="414241"/>
                </a:solidFill>
                <a:latin typeface="Arial"/>
                <a:ea typeface="Arial"/>
                <a:cs typeface="Arial"/>
                <a:sym typeface="Arial"/>
              </a:defRPr>
            </a:lvl7pPr>
            <a:lvl8pPr indent="0" lvl="7" marL="0" marR="0" rtl="0" algn="r">
              <a:spcBef>
                <a:spcPts val="0"/>
              </a:spcBef>
              <a:buNone/>
              <a:defRPr b="0" i="0" sz="800" u="none" cap="none" strike="noStrike">
                <a:solidFill>
                  <a:srgbClr val="414241"/>
                </a:solidFill>
                <a:latin typeface="Arial"/>
                <a:ea typeface="Arial"/>
                <a:cs typeface="Arial"/>
                <a:sym typeface="Arial"/>
              </a:defRPr>
            </a:lvl8pPr>
            <a:lvl9pPr indent="0" lvl="8" marL="0" marR="0" rtl="0" algn="r">
              <a:spcBef>
                <a:spcPts val="0"/>
              </a:spcBef>
              <a:buNone/>
              <a:defRPr b="0" i="0" sz="800" u="none" cap="none" strike="noStrike">
                <a:solidFill>
                  <a:srgbClr val="41424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drive.google.com/file/d/16g40q1r0ej22x5ziy32mq5__gxq5qRlE/view?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5.png"/><Relationship Id="rId5" Type="http://schemas.openxmlformats.org/officeDocument/2006/relationships/image" Target="../media/image10.jpg"/><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5"/>
          <p:cNvSpPr/>
          <p:nvPr/>
        </p:nvSpPr>
        <p:spPr>
          <a:xfrm>
            <a:off x="535846" y="3178756"/>
            <a:ext cx="8072400" cy="11964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40A15"/>
              </a:solidFill>
              <a:latin typeface="Arial"/>
              <a:ea typeface="Arial"/>
              <a:cs typeface="Arial"/>
              <a:sym typeface="Arial"/>
            </a:endParaRPr>
          </a:p>
        </p:txBody>
      </p:sp>
      <p:sp>
        <p:nvSpPr>
          <p:cNvPr id="434" name="Google Shape;434;p25"/>
          <p:cNvSpPr txBox="1"/>
          <p:nvPr/>
        </p:nvSpPr>
        <p:spPr>
          <a:xfrm>
            <a:off x="538975" y="1675071"/>
            <a:ext cx="8072400" cy="1059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3600">
                <a:solidFill>
                  <a:srgbClr val="940A15"/>
                </a:solidFill>
                <a:uFill>
                  <a:noFill/>
                </a:uFill>
                <a:latin typeface="Montserrat"/>
                <a:ea typeface="Montserrat"/>
                <a:cs typeface="Montserrat"/>
                <a:sym typeface="Montserrat"/>
                <a:hlinkClick r:id="rId3">
                  <a:extLst>
                    <a:ext uri="{A12FA001-AC4F-418D-AE19-62706E023703}">
                      <ahyp:hlinkClr val="tx"/>
                    </a:ext>
                  </a:extLst>
                </a:hlinkClick>
              </a:rPr>
              <a:t>Introduction</a:t>
            </a:r>
            <a:endParaRPr b="1" sz="3300">
              <a:solidFill>
                <a:srgbClr val="940A15"/>
              </a:solidFill>
              <a:latin typeface="Montserrat"/>
              <a:ea typeface="Montserrat"/>
              <a:cs typeface="Montserrat"/>
              <a:sym typeface="Montserrat"/>
            </a:endParaRPr>
          </a:p>
          <a:p>
            <a:pPr indent="0" lvl="0" marL="0" marR="0" rtl="0" algn="ctr">
              <a:spcBef>
                <a:spcPts val="1000"/>
              </a:spcBef>
              <a:spcAft>
                <a:spcPts val="1000"/>
              </a:spcAft>
              <a:buNone/>
            </a:pPr>
            <a:r>
              <a:rPr b="1" lang="en" sz="2000">
                <a:solidFill>
                  <a:srgbClr val="940A15"/>
                </a:solidFill>
                <a:latin typeface="Montserrat"/>
                <a:ea typeface="Montserrat"/>
                <a:cs typeface="Montserrat"/>
                <a:sym typeface="Montserrat"/>
              </a:rPr>
              <a:t>Fundamentals of AI</a:t>
            </a:r>
            <a:endParaRPr b="1" sz="2000">
              <a:solidFill>
                <a:srgbClr val="940A15"/>
              </a:solidFill>
              <a:latin typeface="Montserrat"/>
              <a:ea typeface="Montserrat"/>
              <a:cs typeface="Montserrat"/>
              <a:sym typeface="Montserrat"/>
            </a:endParaRPr>
          </a:p>
        </p:txBody>
      </p:sp>
      <p:sp>
        <p:nvSpPr>
          <p:cNvPr id="435" name="Google Shape;435;p25"/>
          <p:cNvSpPr txBox="1"/>
          <p:nvPr/>
        </p:nvSpPr>
        <p:spPr>
          <a:xfrm>
            <a:off x="535896" y="1171357"/>
            <a:ext cx="80724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rgbClr val="940A15"/>
                </a:solidFill>
                <a:latin typeface="Montserrat"/>
                <a:ea typeface="Montserrat"/>
                <a:cs typeface="Montserrat"/>
                <a:sym typeface="Montserrat"/>
              </a:rPr>
              <a:t>CSE422</a:t>
            </a:r>
            <a:r>
              <a:rPr b="1" i="0" lang="en" sz="1800" u="none" cap="none" strike="noStrike">
                <a:solidFill>
                  <a:srgbClr val="940A15"/>
                </a:solidFill>
                <a:latin typeface="Montserrat"/>
                <a:ea typeface="Montserrat"/>
                <a:cs typeface="Montserrat"/>
                <a:sym typeface="Montserrat"/>
              </a:rPr>
              <a:t>: </a:t>
            </a:r>
            <a:r>
              <a:rPr b="1" lang="en" sz="1800">
                <a:solidFill>
                  <a:srgbClr val="940A15"/>
                </a:solidFill>
                <a:latin typeface="Montserrat"/>
                <a:ea typeface="Montserrat"/>
                <a:cs typeface="Montserrat"/>
                <a:sym typeface="Montserrat"/>
              </a:rPr>
              <a:t>Artificial intelligence</a:t>
            </a:r>
            <a:endParaRPr b="1" sz="1100">
              <a:latin typeface="Montserrat"/>
              <a:ea typeface="Montserrat"/>
              <a:cs typeface="Montserrat"/>
              <a:sym typeface="Montserrat"/>
            </a:endParaRPr>
          </a:p>
        </p:txBody>
      </p:sp>
      <p:sp>
        <p:nvSpPr>
          <p:cNvPr id="436" name="Google Shape;436;p25"/>
          <p:cNvSpPr txBox="1"/>
          <p:nvPr/>
        </p:nvSpPr>
        <p:spPr>
          <a:xfrm>
            <a:off x="498404" y="3361002"/>
            <a:ext cx="8072400" cy="715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2100" u="none" cap="none" strike="noStrike">
                <a:solidFill>
                  <a:schemeClr val="lt1"/>
                </a:solidFill>
                <a:latin typeface="Montserrat"/>
                <a:ea typeface="Montserrat"/>
                <a:cs typeface="Montserrat"/>
                <a:sym typeface="Montserrat"/>
              </a:rPr>
              <a:t>Asif Shahriar</a:t>
            </a:r>
            <a:endParaRPr b="1" sz="1100">
              <a:latin typeface="Montserrat"/>
              <a:ea typeface="Montserrat"/>
              <a:cs typeface="Montserrat"/>
              <a:sym typeface="Montserrat"/>
            </a:endParaRPr>
          </a:p>
          <a:p>
            <a:pPr indent="0" lvl="0" marL="0" marR="0" rtl="0" algn="ctr">
              <a:spcBef>
                <a:spcPts val="0"/>
              </a:spcBef>
              <a:spcAft>
                <a:spcPts val="0"/>
              </a:spcAft>
              <a:buNone/>
            </a:pPr>
            <a:r>
              <a:rPr b="1" i="0" lang="en" sz="2100" u="none" cap="none" strike="noStrike">
                <a:solidFill>
                  <a:schemeClr val="lt1"/>
                </a:solidFill>
                <a:latin typeface="Montserrat"/>
                <a:ea typeface="Montserrat"/>
                <a:cs typeface="Montserrat"/>
                <a:sym typeface="Montserrat"/>
              </a:rPr>
              <a:t>Lecturer, CSE, BRACU</a:t>
            </a:r>
            <a:endParaRPr b="1" sz="1100">
              <a:latin typeface="Montserrat"/>
              <a:ea typeface="Montserrat"/>
              <a:cs typeface="Montserrat"/>
              <a:sym typeface="Montserrat"/>
            </a:endParaRPr>
          </a:p>
        </p:txBody>
      </p:sp>
      <p:sp>
        <p:nvSpPr>
          <p:cNvPr id="437" name="Google Shape;437;p25"/>
          <p:cNvSpPr txBox="1"/>
          <p:nvPr>
            <p:ph idx="12" type="sldNum"/>
          </p:nvPr>
        </p:nvSpPr>
        <p:spPr>
          <a:xfrm>
            <a:off x="8037713" y="4929573"/>
            <a:ext cx="689162" cy="166827"/>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38" name="Google Shape;438;p25"/>
          <p:cNvSpPr txBox="1"/>
          <p:nvPr>
            <p:ph idx="11" type="ftr"/>
          </p:nvPr>
        </p:nvSpPr>
        <p:spPr>
          <a:xfrm>
            <a:off x="462779" y="4929573"/>
            <a:ext cx="4596023" cy="166827"/>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cxnSp>
        <p:nvCxnSpPr>
          <p:cNvPr id="443" name="Google Shape;443;p26"/>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444" name="Google Shape;444;p26"/>
          <p:cNvSpPr txBox="1"/>
          <p:nvPr/>
        </p:nvSpPr>
        <p:spPr>
          <a:xfrm>
            <a:off x="462766" y="917527"/>
            <a:ext cx="8210700" cy="2994900"/>
          </a:xfrm>
          <a:prstGeom prst="rect">
            <a:avLst/>
          </a:prstGeom>
          <a:noFill/>
          <a:ln>
            <a:noFill/>
          </a:ln>
        </p:spPr>
        <p:txBody>
          <a:bodyPr anchorCtr="0" anchor="t" bIns="34275" lIns="68575" spcFirstLastPara="1" rIns="68575" wrap="square" tIns="34275">
            <a:spAutoFit/>
          </a:bodyPr>
          <a:lstStyle/>
          <a:p>
            <a:pPr indent="-317500" lvl="0" marL="457200" marR="0" rtl="0" algn="just">
              <a:lnSpc>
                <a:spcPct val="120000"/>
              </a:lnSpc>
              <a:spcBef>
                <a:spcPts val="0"/>
              </a:spcBef>
              <a:spcAft>
                <a:spcPts val="0"/>
              </a:spcAft>
              <a:buClr>
                <a:srgbClr val="000000"/>
              </a:buClr>
              <a:buSzPts val="1400"/>
              <a:buFont typeface="Montserrat Medium"/>
              <a:buChar char="●"/>
            </a:pPr>
            <a:r>
              <a:rPr lang="en">
                <a:solidFill>
                  <a:schemeClr val="dk1"/>
                </a:solidFill>
                <a:latin typeface="Montserrat Medium"/>
                <a:ea typeface="Montserrat Medium"/>
                <a:cs typeface="Montserrat Medium"/>
                <a:sym typeface="Montserrat Medium"/>
              </a:rPr>
              <a:t>The science and engineering of making </a:t>
            </a:r>
            <a:r>
              <a:rPr b="1" lang="en">
                <a:solidFill>
                  <a:schemeClr val="dk1"/>
                </a:solidFill>
                <a:latin typeface="Montserrat"/>
                <a:ea typeface="Montserrat"/>
                <a:cs typeface="Montserrat"/>
                <a:sym typeface="Montserrat"/>
              </a:rPr>
              <a:t>intelligent machines</a:t>
            </a:r>
            <a:r>
              <a:rPr lang="en">
                <a:solidFill>
                  <a:schemeClr val="dk1"/>
                </a:solidFill>
                <a:latin typeface="Montserrat Medium"/>
                <a:ea typeface="Montserrat Medium"/>
                <a:cs typeface="Montserrat Medium"/>
                <a:sym typeface="Montserrat Medium"/>
              </a:rPr>
              <a:t>, especially intelligent computer programs. – </a:t>
            </a:r>
            <a:r>
              <a:rPr i="1" lang="en">
                <a:solidFill>
                  <a:schemeClr val="dk1"/>
                </a:solidFill>
                <a:latin typeface="Montserrat Medium"/>
                <a:ea typeface="Montserrat Medium"/>
                <a:cs typeface="Montserrat Medium"/>
                <a:sym typeface="Montserrat Medium"/>
              </a:rPr>
              <a:t>John McCarthy, 1956</a:t>
            </a:r>
            <a:endParaRPr i="1">
              <a:solidFill>
                <a:schemeClr val="dk1"/>
              </a:solidFill>
              <a:latin typeface="Montserrat Medium"/>
              <a:ea typeface="Montserrat Medium"/>
              <a:cs typeface="Montserrat Medium"/>
              <a:sym typeface="Montserrat Medium"/>
            </a:endParaRPr>
          </a:p>
          <a:p>
            <a:pPr indent="-317500" lvl="1" marL="914400" marR="0" rtl="0" algn="just">
              <a:lnSpc>
                <a:spcPct val="120000"/>
              </a:lnSpc>
              <a:spcBef>
                <a:spcPts val="100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Chess-playing AI</a:t>
            </a:r>
            <a:endParaRPr>
              <a:solidFill>
                <a:schemeClr val="dk1"/>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The science of making machines do things that would require </a:t>
            </a:r>
            <a:r>
              <a:rPr b="1" lang="en">
                <a:solidFill>
                  <a:schemeClr val="dk1"/>
                </a:solidFill>
                <a:latin typeface="Montserrat"/>
                <a:ea typeface="Montserrat"/>
                <a:cs typeface="Montserrat"/>
                <a:sym typeface="Montserrat"/>
              </a:rPr>
              <a:t>intelligence if done by men</a:t>
            </a:r>
            <a:r>
              <a:rPr lang="en">
                <a:solidFill>
                  <a:schemeClr val="dk1"/>
                </a:solidFill>
                <a:latin typeface="Montserrat Medium"/>
                <a:ea typeface="Montserrat Medium"/>
                <a:cs typeface="Montserrat Medium"/>
                <a:sym typeface="Montserrat Medium"/>
              </a:rPr>
              <a:t>. – </a:t>
            </a:r>
            <a:r>
              <a:rPr i="1" lang="en">
                <a:solidFill>
                  <a:schemeClr val="dk1"/>
                </a:solidFill>
                <a:latin typeface="Montserrat Medium"/>
                <a:ea typeface="Montserrat Medium"/>
                <a:cs typeface="Montserrat Medium"/>
                <a:sym typeface="Montserrat Medium"/>
              </a:rPr>
              <a:t>Marvin Minsky, founder of MIT AI Lab</a:t>
            </a:r>
            <a:endParaRPr i="1">
              <a:solidFill>
                <a:schemeClr val="dk1"/>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Robot vacuum cleaner</a:t>
            </a:r>
            <a:endParaRPr>
              <a:solidFill>
                <a:schemeClr val="dk1"/>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The study of agents that receive percepts from the environment and perform actions. – </a:t>
            </a:r>
            <a:r>
              <a:rPr i="1" lang="en">
                <a:solidFill>
                  <a:schemeClr val="dk1"/>
                </a:solidFill>
                <a:latin typeface="Montserrat Medium"/>
                <a:ea typeface="Montserrat Medium"/>
                <a:cs typeface="Montserrat Medium"/>
                <a:sym typeface="Montserrat Medium"/>
              </a:rPr>
              <a:t>Stuart Russell and Peter Norvig</a:t>
            </a:r>
            <a:endParaRPr i="1">
              <a:solidFill>
                <a:schemeClr val="dk1"/>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1000"/>
              </a:spcAft>
              <a:buClr>
                <a:schemeClr val="dk1"/>
              </a:buClr>
              <a:buSzPts val="1400"/>
              <a:buFont typeface="Montserrat Medium"/>
              <a:buChar char="○"/>
            </a:pPr>
            <a:r>
              <a:rPr lang="en">
                <a:solidFill>
                  <a:schemeClr val="dk1"/>
                </a:solidFill>
                <a:latin typeface="Montserrat Medium"/>
                <a:ea typeface="Montserrat Medium"/>
                <a:cs typeface="Montserrat Medium"/>
                <a:sym typeface="Montserrat Medium"/>
              </a:rPr>
              <a:t>A self-driving car</a:t>
            </a:r>
            <a:endParaRPr>
              <a:solidFill>
                <a:schemeClr val="dk1"/>
              </a:solidFill>
              <a:latin typeface="Montserrat Medium"/>
              <a:ea typeface="Montserrat Medium"/>
              <a:cs typeface="Montserrat Medium"/>
              <a:sym typeface="Montserrat Medium"/>
            </a:endParaRPr>
          </a:p>
        </p:txBody>
      </p:sp>
      <p:sp>
        <p:nvSpPr>
          <p:cNvPr id="445" name="Google Shape;445;p26"/>
          <p:cNvSpPr/>
          <p:nvPr/>
        </p:nvSpPr>
        <p:spPr>
          <a:xfrm>
            <a:off x="466636" y="4866664"/>
            <a:ext cx="2704402" cy="34289"/>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446" name="Google Shape;446;p26"/>
          <p:cNvSpPr/>
          <p:nvPr/>
        </p:nvSpPr>
        <p:spPr>
          <a:xfrm>
            <a:off x="3219797" y="4869810"/>
            <a:ext cx="2704402" cy="34289"/>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447" name="Google Shape;447;p26"/>
          <p:cNvSpPr/>
          <p:nvPr/>
        </p:nvSpPr>
        <p:spPr>
          <a:xfrm>
            <a:off x="5972960" y="4866664"/>
            <a:ext cx="2704402" cy="34289"/>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8" name="Google Shape;448;p26"/>
          <p:cNvSpPr txBox="1"/>
          <p:nvPr>
            <p:ph idx="12" type="sldNum"/>
          </p:nvPr>
        </p:nvSpPr>
        <p:spPr>
          <a:xfrm>
            <a:off x="8037713" y="4929573"/>
            <a:ext cx="689162" cy="166827"/>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49" name="Google Shape;449;p26"/>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is AI?</a:t>
            </a:r>
            <a:endParaRPr b="1" i="0" sz="2600" u="none" cap="none" strike="noStrike">
              <a:solidFill>
                <a:srgbClr val="940A15"/>
              </a:solidFill>
              <a:latin typeface="Montserrat"/>
              <a:ea typeface="Montserrat"/>
              <a:cs typeface="Montserrat"/>
              <a:sym typeface="Montserrat"/>
            </a:endParaRPr>
          </a:p>
        </p:txBody>
      </p:sp>
      <p:sp>
        <p:nvSpPr>
          <p:cNvPr id="450" name="Google Shape;450;p26"/>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cxnSp>
        <p:nvCxnSpPr>
          <p:cNvPr id="455" name="Google Shape;455;p27"/>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456" name="Google Shape;456;p27"/>
          <p:cNvSpPr txBox="1"/>
          <p:nvPr/>
        </p:nvSpPr>
        <p:spPr>
          <a:xfrm>
            <a:off x="462766" y="917527"/>
            <a:ext cx="8210700" cy="18321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SzPts val="1400"/>
              <a:buFont typeface="Montserrat Medium"/>
              <a:buChar char="●"/>
            </a:pPr>
            <a:r>
              <a:rPr b="1" lang="en">
                <a:solidFill>
                  <a:srgbClr val="940A15"/>
                </a:solidFill>
                <a:latin typeface="Montserrat"/>
                <a:ea typeface="Montserrat"/>
                <a:cs typeface="Montserrat"/>
                <a:sym typeface="Montserrat"/>
              </a:rPr>
              <a:t>Represent </a:t>
            </a:r>
            <a:r>
              <a:rPr lang="en">
                <a:solidFill>
                  <a:schemeClr val="dk1"/>
                </a:solidFill>
                <a:latin typeface="Montserrat Medium"/>
                <a:ea typeface="Montserrat Medium"/>
                <a:cs typeface="Montserrat Medium"/>
                <a:sym typeface="Montserrat Medium"/>
              </a:rPr>
              <a:t>and </a:t>
            </a:r>
            <a:r>
              <a:rPr b="1" lang="en">
                <a:solidFill>
                  <a:srgbClr val="940A15"/>
                </a:solidFill>
                <a:latin typeface="Montserrat"/>
                <a:ea typeface="Montserrat"/>
                <a:cs typeface="Montserrat"/>
                <a:sym typeface="Montserrat"/>
              </a:rPr>
              <a:t>store </a:t>
            </a:r>
            <a:r>
              <a:rPr lang="en">
                <a:solidFill>
                  <a:schemeClr val="dk1"/>
                </a:solidFill>
                <a:latin typeface="Montserrat Medium"/>
                <a:ea typeface="Montserrat Medium"/>
                <a:cs typeface="Montserrat Medium"/>
                <a:sym typeface="Montserrat Medium"/>
              </a:rPr>
              <a:t>knowledge</a:t>
            </a:r>
            <a:endParaRPr>
              <a:solidFill>
                <a:schemeClr val="dk1"/>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SzPts val="1400"/>
              <a:buFont typeface="Montserrat Medium"/>
              <a:buChar char="●"/>
            </a:pPr>
            <a:r>
              <a:rPr b="1" lang="en">
                <a:solidFill>
                  <a:srgbClr val="940A15"/>
                </a:solidFill>
                <a:latin typeface="Montserrat"/>
                <a:ea typeface="Montserrat"/>
                <a:cs typeface="Montserrat"/>
                <a:sym typeface="Montserrat"/>
              </a:rPr>
              <a:t>Retrieve </a:t>
            </a:r>
            <a:r>
              <a:rPr lang="en">
                <a:solidFill>
                  <a:schemeClr val="dk1"/>
                </a:solidFill>
                <a:latin typeface="Montserrat Medium"/>
                <a:ea typeface="Montserrat Medium"/>
                <a:cs typeface="Montserrat Medium"/>
                <a:sym typeface="Montserrat Medium"/>
              </a:rPr>
              <a:t>and </a:t>
            </a:r>
            <a:r>
              <a:rPr b="1" lang="en">
                <a:solidFill>
                  <a:srgbClr val="940A15"/>
                </a:solidFill>
                <a:latin typeface="Montserrat"/>
                <a:ea typeface="Montserrat"/>
                <a:cs typeface="Montserrat"/>
                <a:sym typeface="Montserrat"/>
              </a:rPr>
              <a:t>reason </a:t>
            </a:r>
            <a:r>
              <a:rPr lang="en">
                <a:solidFill>
                  <a:schemeClr val="dk1"/>
                </a:solidFill>
                <a:latin typeface="Montserrat Medium"/>
                <a:ea typeface="Montserrat Medium"/>
                <a:cs typeface="Montserrat Medium"/>
                <a:sym typeface="Montserrat Medium"/>
              </a:rPr>
              <a:t>about knowledge</a:t>
            </a:r>
            <a:endParaRPr>
              <a:solidFill>
                <a:schemeClr val="dk1"/>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SzPts val="1400"/>
              <a:buFont typeface="Montserrat Medium"/>
              <a:buChar char="●"/>
            </a:pPr>
            <a:r>
              <a:rPr b="1" lang="en">
                <a:solidFill>
                  <a:srgbClr val="940A15"/>
                </a:solidFill>
                <a:latin typeface="Montserrat"/>
                <a:ea typeface="Montserrat"/>
                <a:cs typeface="Montserrat"/>
                <a:sym typeface="Montserrat"/>
              </a:rPr>
              <a:t>Behave </a:t>
            </a:r>
            <a:r>
              <a:rPr lang="en">
                <a:solidFill>
                  <a:schemeClr val="dk1"/>
                </a:solidFill>
                <a:latin typeface="Montserrat Medium"/>
                <a:ea typeface="Montserrat Medium"/>
                <a:cs typeface="Montserrat Medium"/>
                <a:sym typeface="Montserrat Medium"/>
              </a:rPr>
              <a:t>intelligently in complex environments</a:t>
            </a:r>
            <a:endParaRPr>
              <a:solidFill>
                <a:schemeClr val="dk1"/>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SzPts val="1400"/>
              <a:buFont typeface="Montserrat Medium"/>
              <a:buChar char="●"/>
            </a:pPr>
            <a:r>
              <a:rPr lang="en">
                <a:solidFill>
                  <a:schemeClr val="dk1"/>
                </a:solidFill>
                <a:latin typeface="Montserrat Medium"/>
                <a:ea typeface="Montserrat Medium"/>
                <a:cs typeface="Montserrat Medium"/>
                <a:sym typeface="Montserrat Medium"/>
              </a:rPr>
              <a:t>Develop interesting and useful </a:t>
            </a:r>
            <a:r>
              <a:rPr b="1" lang="en">
                <a:solidFill>
                  <a:srgbClr val="940A15"/>
                </a:solidFill>
                <a:latin typeface="Montserrat"/>
                <a:ea typeface="Montserrat"/>
                <a:cs typeface="Montserrat"/>
                <a:sym typeface="Montserrat"/>
              </a:rPr>
              <a:t>applications</a:t>
            </a:r>
            <a:endParaRPr b="1">
              <a:solidFill>
                <a:srgbClr val="940A15"/>
              </a:solidFill>
              <a:latin typeface="Montserrat"/>
              <a:ea typeface="Montserrat"/>
              <a:cs typeface="Montserrat"/>
              <a:sym typeface="Montserrat"/>
            </a:endParaRPr>
          </a:p>
          <a:p>
            <a:pPr indent="-317500" lvl="0" marL="457200" marR="0" rtl="0" algn="just">
              <a:lnSpc>
                <a:spcPct val="120000"/>
              </a:lnSpc>
              <a:spcBef>
                <a:spcPts val="1000"/>
              </a:spcBef>
              <a:spcAft>
                <a:spcPts val="1000"/>
              </a:spcAft>
              <a:buClr>
                <a:srgbClr val="000000"/>
              </a:buClr>
              <a:buSzPts val="1400"/>
              <a:buFont typeface="Montserrat Medium"/>
              <a:buChar char="●"/>
            </a:pPr>
            <a:r>
              <a:rPr b="1" lang="en">
                <a:solidFill>
                  <a:srgbClr val="940A15"/>
                </a:solidFill>
                <a:latin typeface="Montserrat"/>
                <a:ea typeface="Montserrat"/>
                <a:cs typeface="Montserrat"/>
                <a:sym typeface="Montserrat"/>
              </a:rPr>
              <a:t>Interact </a:t>
            </a:r>
            <a:r>
              <a:rPr lang="en">
                <a:solidFill>
                  <a:schemeClr val="dk1"/>
                </a:solidFill>
                <a:latin typeface="Montserrat Medium"/>
                <a:ea typeface="Montserrat Medium"/>
                <a:cs typeface="Montserrat Medium"/>
                <a:sym typeface="Montserrat Medium"/>
              </a:rPr>
              <a:t>with people, agents, and the environment</a:t>
            </a:r>
            <a:endParaRPr>
              <a:solidFill>
                <a:schemeClr val="dk1"/>
              </a:solidFill>
              <a:latin typeface="Montserrat Medium"/>
              <a:ea typeface="Montserrat Medium"/>
              <a:cs typeface="Montserrat Medium"/>
              <a:sym typeface="Montserrat Medium"/>
            </a:endParaRPr>
          </a:p>
        </p:txBody>
      </p:sp>
      <p:sp>
        <p:nvSpPr>
          <p:cNvPr id="457" name="Google Shape;457;p27"/>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458" name="Google Shape;458;p27"/>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459" name="Google Shape;459;p27"/>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0" name="Google Shape;460;p27"/>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61" name="Google Shape;461;p27"/>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Main goals of AI</a:t>
            </a:r>
            <a:endParaRPr b="1" i="0" sz="2600" u="none" cap="none" strike="noStrike">
              <a:solidFill>
                <a:srgbClr val="940A15"/>
              </a:solidFill>
              <a:latin typeface="Montserrat"/>
              <a:ea typeface="Montserrat"/>
              <a:cs typeface="Montserrat"/>
              <a:sym typeface="Montserrat"/>
            </a:endParaRPr>
          </a:p>
        </p:txBody>
      </p:sp>
      <p:sp>
        <p:nvSpPr>
          <p:cNvPr id="462" name="Google Shape;462;p27"/>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cxnSp>
        <p:nvCxnSpPr>
          <p:cNvPr id="467" name="Google Shape;467;p28"/>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468" name="Google Shape;468;p28"/>
          <p:cNvSpPr txBox="1"/>
          <p:nvPr/>
        </p:nvSpPr>
        <p:spPr>
          <a:xfrm>
            <a:off x="462775" y="917525"/>
            <a:ext cx="3758100" cy="6717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rgbClr val="4A86E8"/>
              </a:buClr>
              <a:buSzPts val="1400"/>
              <a:buFont typeface="Montserrat Medium"/>
              <a:buChar char="●"/>
            </a:pPr>
            <a:r>
              <a:rPr b="1" lang="en">
                <a:solidFill>
                  <a:srgbClr val="4A86E8"/>
                </a:solidFill>
                <a:latin typeface="Montserrat"/>
                <a:ea typeface="Montserrat"/>
                <a:cs typeface="Montserrat"/>
                <a:sym typeface="Montserrat"/>
              </a:rPr>
              <a:t>Public imagination</a:t>
            </a:r>
            <a:endParaRPr b="1">
              <a:solidFill>
                <a:srgbClr val="4A86E8"/>
              </a:solidFill>
              <a:latin typeface="Montserrat"/>
              <a:ea typeface="Montserrat"/>
              <a:cs typeface="Montserrat"/>
              <a:sym typeface="Montserrat"/>
            </a:endParaRPr>
          </a:p>
          <a:p>
            <a:pPr indent="-317500" lvl="1" marL="914400" rtl="0" algn="just">
              <a:lnSpc>
                <a:spcPct val="120000"/>
              </a:lnSpc>
              <a:spcBef>
                <a:spcPts val="1000"/>
              </a:spcBef>
              <a:spcAft>
                <a:spcPts val="100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AI artist</a:t>
            </a:r>
            <a:endParaRPr>
              <a:solidFill>
                <a:schemeClr val="dk2"/>
              </a:solidFill>
              <a:latin typeface="Montserrat Medium"/>
              <a:ea typeface="Montserrat Medium"/>
              <a:cs typeface="Montserrat Medium"/>
              <a:sym typeface="Montserrat Medium"/>
            </a:endParaRPr>
          </a:p>
        </p:txBody>
      </p:sp>
      <p:sp>
        <p:nvSpPr>
          <p:cNvPr id="469" name="Google Shape;469;p28"/>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470" name="Google Shape;470;p28"/>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471" name="Google Shape;471;p28"/>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2" name="Google Shape;472;p28"/>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73" name="Google Shape;473;p28"/>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AI: Real World Impact</a:t>
            </a:r>
            <a:endParaRPr b="1" i="0" sz="2600" u="none" cap="none" strike="noStrike">
              <a:solidFill>
                <a:srgbClr val="940A15"/>
              </a:solidFill>
              <a:latin typeface="Montserrat"/>
              <a:ea typeface="Montserrat"/>
              <a:cs typeface="Montserrat"/>
              <a:sym typeface="Montserrat"/>
            </a:endParaRPr>
          </a:p>
        </p:txBody>
      </p:sp>
      <p:sp>
        <p:nvSpPr>
          <p:cNvPr id="474" name="Google Shape;474;p28"/>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cxnSp>
        <p:nvCxnSpPr>
          <p:cNvPr id="479" name="Google Shape;479;p29"/>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480" name="Google Shape;480;p29"/>
          <p:cNvSpPr txBox="1"/>
          <p:nvPr/>
        </p:nvSpPr>
        <p:spPr>
          <a:xfrm>
            <a:off x="462725" y="679325"/>
            <a:ext cx="8210700" cy="284700"/>
          </a:xfrm>
          <a:prstGeom prst="rect">
            <a:avLst/>
          </a:prstGeom>
          <a:noFill/>
          <a:ln>
            <a:noFill/>
          </a:ln>
        </p:spPr>
        <p:txBody>
          <a:bodyPr anchorCtr="0" anchor="t" bIns="34275" lIns="68575" spcFirstLastPara="1" rIns="68575" wrap="square" tIns="34275">
            <a:spAutoFit/>
          </a:bodyPr>
          <a:lstStyle/>
          <a:p>
            <a:pPr indent="0" lvl="0" marL="0" rtl="0" algn="just">
              <a:lnSpc>
                <a:spcPct val="120000"/>
              </a:lnSpc>
              <a:spcBef>
                <a:spcPts val="0"/>
              </a:spcBef>
              <a:spcAft>
                <a:spcPts val="1000"/>
              </a:spcAft>
              <a:buNone/>
            </a:pPr>
            <a:r>
              <a:rPr i="1" lang="en">
                <a:solidFill>
                  <a:schemeClr val="dk2"/>
                </a:solidFill>
                <a:latin typeface="Calibri"/>
                <a:ea typeface="Calibri"/>
                <a:cs typeface="Calibri"/>
                <a:sym typeface="Calibri"/>
              </a:rPr>
              <a:t>Prompt: “Draw an image of a natural forest, where a tiger, a deer and a cow are drinking water from the lake.”</a:t>
            </a:r>
            <a:endParaRPr i="1">
              <a:solidFill>
                <a:schemeClr val="dk2"/>
              </a:solidFill>
              <a:latin typeface="Calibri"/>
              <a:ea typeface="Calibri"/>
              <a:cs typeface="Calibri"/>
              <a:sym typeface="Calibri"/>
            </a:endParaRPr>
          </a:p>
        </p:txBody>
      </p:sp>
      <p:sp>
        <p:nvSpPr>
          <p:cNvPr id="481" name="Google Shape;481;p29"/>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482" name="Google Shape;482;p29"/>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483" name="Google Shape;483;p29"/>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84" name="Google Shape;484;p29"/>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85" name="Google Shape;485;p29"/>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AI: Real World Impact</a:t>
            </a:r>
            <a:endParaRPr b="1" i="0" sz="2600" u="none" cap="none" strike="noStrike">
              <a:solidFill>
                <a:srgbClr val="940A15"/>
              </a:solidFill>
              <a:latin typeface="Montserrat"/>
              <a:ea typeface="Montserrat"/>
              <a:cs typeface="Montserrat"/>
              <a:sym typeface="Montserrat"/>
            </a:endParaRPr>
          </a:p>
        </p:txBody>
      </p:sp>
      <p:sp>
        <p:nvSpPr>
          <p:cNvPr id="486" name="Google Shape;486;p29"/>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487" name="Google Shape;487;p29"/>
          <p:cNvSpPr txBox="1"/>
          <p:nvPr/>
        </p:nvSpPr>
        <p:spPr>
          <a:xfrm>
            <a:off x="628225" y="4429648"/>
            <a:ext cx="3592500" cy="5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Calibri"/>
                <a:ea typeface="Calibri"/>
                <a:cs typeface="Calibri"/>
                <a:sym typeface="Calibri"/>
              </a:rPr>
              <a:t>[This image is generated by Gemini 3 Pro.]</a:t>
            </a:r>
            <a:endParaRPr sz="1500">
              <a:solidFill>
                <a:schemeClr val="dk1"/>
              </a:solidFill>
              <a:latin typeface="Calibri"/>
              <a:ea typeface="Calibri"/>
              <a:cs typeface="Calibri"/>
              <a:sym typeface="Calibri"/>
            </a:endParaRPr>
          </a:p>
        </p:txBody>
      </p:sp>
      <p:pic>
        <p:nvPicPr>
          <p:cNvPr id="488" name="Google Shape;488;p29" title="forest_cow_tiger_gemini.png"/>
          <p:cNvPicPr preferRelativeResize="0"/>
          <p:nvPr/>
        </p:nvPicPr>
        <p:blipFill>
          <a:blip r:embed="rId3">
            <a:alphaModFix/>
          </a:blip>
          <a:stretch>
            <a:fillRect/>
          </a:stretch>
        </p:blipFill>
        <p:spPr>
          <a:xfrm>
            <a:off x="1401837" y="1023227"/>
            <a:ext cx="6350488" cy="346390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cxnSp>
        <p:nvCxnSpPr>
          <p:cNvPr id="493" name="Google Shape;493;p30"/>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494" name="Google Shape;494;p30"/>
          <p:cNvSpPr txBox="1"/>
          <p:nvPr/>
        </p:nvSpPr>
        <p:spPr>
          <a:xfrm>
            <a:off x="462725" y="679325"/>
            <a:ext cx="4040700" cy="543300"/>
          </a:xfrm>
          <a:prstGeom prst="rect">
            <a:avLst/>
          </a:prstGeom>
          <a:noFill/>
          <a:ln>
            <a:noFill/>
          </a:ln>
        </p:spPr>
        <p:txBody>
          <a:bodyPr anchorCtr="0" anchor="t" bIns="34275" lIns="68575" spcFirstLastPara="1" rIns="68575" wrap="square" tIns="34275">
            <a:spAutoFit/>
          </a:bodyPr>
          <a:lstStyle/>
          <a:p>
            <a:pPr indent="0" lvl="0" marL="0" rtl="0" algn="just">
              <a:lnSpc>
                <a:spcPct val="120000"/>
              </a:lnSpc>
              <a:spcBef>
                <a:spcPts val="0"/>
              </a:spcBef>
              <a:spcAft>
                <a:spcPts val="1000"/>
              </a:spcAft>
              <a:buNone/>
            </a:pPr>
            <a:r>
              <a:rPr i="1" lang="en">
                <a:solidFill>
                  <a:schemeClr val="dk2"/>
                </a:solidFill>
                <a:latin typeface="Calibri"/>
                <a:ea typeface="Calibri"/>
                <a:cs typeface="Calibri"/>
                <a:sym typeface="Calibri"/>
              </a:rPr>
              <a:t>Prompt: “</a:t>
            </a:r>
            <a:r>
              <a:rPr i="1" lang="en">
                <a:solidFill>
                  <a:schemeClr val="dk2"/>
                </a:solidFill>
                <a:latin typeface="Calibri"/>
                <a:ea typeface="Calibri"/>
                <a:cs typeface="Calibri"/>
                <a:sym typeface="Calibri"/>
              </a:rPr>
              <a:t>Draw a Cyberpunk-style abstract picture about the sufferings of the people of Gazza.</a:t>
            </a:r>
            <a:r>
              <a:rPr i="1" lang="en">
                <a:solidFill>
                  <a:schemeClr val="dk2"/>
                </a:solidFill>
                <a:latin typeface="Calibri"/>
                <a:ea typeface="Calibri"/>
                <a:cs typeface="Calibri"/>
                <a:sym typeface="Calibri"/>
              </a:rPr>
              <a:t>”</a:t>
            </a:r>
            <a:endParaRPr i="1">
              <a:solidFill>
                <a:schemeClr val="dk2"/>
              </a:solidFill>
              <a:latin typeface="Calibri"/>
              <a:ea typeface="Calibri"/>
              <a:cs typeface="Calibri"/>
              <a:sym typeface="Calibri"/>
            </a:endParaRPr>
          </a:p>
        </p:txBody>
      </p:sp>
      <p:sp>
        <p:nvSpPr>
          <p:cNvPr id="495" name="Google Shape;495;p30"/>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496" name="Google Shape;496;p30"/>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497" name="Google Shape;497;p30"/>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8" name="Google Shape;498;p30"/>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499" name="Google Shape;499;p30"/>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AI: Real World Impact</a:t>
            </a:r>
            <a:endParaRPr b="1" i="0" sz="2600" u="none" cap="none" strike="noStrike">
              <a:solidFill>
                <a:srgbClr val="940A15"/>
              </a:solidFill>
              <a:latin typeface="Montserrat"/>
              <a:ea typeface="Montserrat"/>
              <a:cs typeface="Montserrat"/>
              <a:sym typeface="Montserrat"/>
            </a:endParaRPr>
          </a:p>
        </p:txBody>
      </p:sp>
      <p:sp>
        <p:nvSpPr>
          <p:cNvPr id="500" name="Google Shape;500;p30"/>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01" name="Google Shape;501;p30"/>
          <p:cNvSpPr txBox="1"/>
          <p:nvPr/>
        </p:nvSpPr>
        <p:spPr>
          <a:xfrm>
            <a:off x="628225" y="4362656"/>
            <a:ext cx="3592500" cy="5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Calibri"/>
                <a:ea typeface="Calibri"/>
                <a:cs typeface="Calibri"/>
                <a:sym typeface="Calibri"/>
              </a:rPr>
              <a:t>[This image is generated by Gemini 3 Pro.]</a:t>
            </a:r>
            <a:endParaRPr sz="1500">
              <a:solidFill>
                <a:schemeClr val="dk1"/>
              </a:solidFill>
              <a:latin typeface="Calibri"/>
              <a:ea typeface="Calibri"/>
              <a:cs typeface="Calibri"/>
              <a:sym typeface="Calibri"/>
            </a:endParaRPr>
          </a:p>
        </p:txBody>
      </p:sp>
      <p:pic>
        <p:nvPicPr>
          <p:cNvPr id="502" name="Google Shape;502;p30" title="gaza_gemini.png"/>
          <p:cNvPicPr preferRelativeResize="0"/>
          <p:nvPr/>
        </p:nvPicPr>
        <p:blipFill>
          <a:blip r:embed="rId3">
            <a:alphaModFix/>
          </a:blip>
          <a:stretch>
            <a:fillRect/>
          </a:stretch>
        </p:blipFill>
        <p:spPr>
          <a:xfrm>
            <a:off x="4572000" y="722875"/>
            <a:ext cx="4101425" cy="41014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cxnSp>
        <p:nvCxnSpPr>
          <p:cNvPr id="507" name="Google Shape;507;p31"/>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08" name="Google Shape;508;p31"/>
          <p:cNvSpPr txBox="1"/>
          <p:nvPr/>
        </p:nvSpPr>
        <p:spPr>
          <a:xfrm>
            <a:off x="462775" y="917525"/>
            <a:ext cx="4019700" cy="31251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rgbClr val="4A86E8"/>
              </a:buClr>
              <a:buSzPts val="1400"/>
              <a:buFont typeface="Montserrat Medium"/>
              <a:buChar char="●"/>
            </a:pPr>
            <a:r>
              <a:rPr b="1" lang="en">
                <a:solidFill>
                  <a:srgbClr val="4A86E8"/>
                </a:solidFill>
                <a:latin typeface="Montserrat"/>
                <a:ea typeface="Montserrat"/>
                <a:cs typeface="Montserrat"/>
                <a:sym typeface="Montserrat"/>
              </a:rPr>
              <a:t>Public imagination</a:t>
            </a:r>
            <a:endParaRPr b="1">
              <a:solidFill>
                <a:srgbClr val="4A86E8"/>
              </a:solidFill>
              <a:latin typeface="Montserrat"/>
              <a:ea typeface="Montserrat"/>
              <a:cs typeface="Montserrat"/>
              <a:sym typeface="Montserrat"/>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AI artist</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AI story-writer</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i="1" lang="en">
                <a:solidFill>
                  <a:schemeClr val="dk2"/>
                </a:solidFill>
                <a:latin typeface="Calibri"/>
                <a:ea typeface="Calibri"/>
                <a:cs typeface="Calibri"/>
                <a:sym typeface="Calibri"/>
              </a:rPr>
              <a:t>Prompt: “Write a joke about an early space program that had used monkeys as astronauts for many missions, and then sent the first human astronaut into space along with a monkey. Add a slightly dark tone to the story.</a:t>
            </a:r>
            <a:r>
              <a:rPr i="1" lang="en">
                <a:solidFill>
                  <a:schemeClr val="dk2"/>
                </a:solidFill>
                <a:latin typeface="Calibri"/>
                <a:ea typeface="Calibri"/>
                <a:cs typeface="Calibri"/>
                <a:sym typeface="Calibri"/>
              </a:rPr>
              <a:t>”</a:t>
            </a:r>
            <a:endParaRPr i="1">
              <a:solidFill>
                <a:schemeClr val="dk2"/>
              </a:solidFill>
              <a:latin typeface="Calibri"/>
              <a:ea typeface="Calibri"/>
              <a:cs typeface="Calibri"/>
              <a:sym typeface="Calibri"/>
            </a:endParaRPr>
          </a:p>
          <a:p>
            <a:pPr indent="0" lvl="0" marL="0" rtl="0" algn="just">
              <a:lnSpc>
                <a:spcPct val="120000"/>
              </a:lnSpc>
              <a:spcBef>
                <a:spcPts val="1000"/>
              </a:spcBef>
              <a:spcAft>
                <a:spcPts val="1000"/>
              </a:spcAft>
              <a:buNone/>
            </a:pPr>
            <a:r>
              <a:t/>
            </a:r>
            <a:endParaRPr i="1">
              <a:solidFill>
                <a:schemeClr val="dk2"/>
              </a:solidFill>
              <a:latin typeface="Calibri"/>
              <a:ea typeface="Calibri"/>
              <a:cs typeface="Calibri"/>
              <a:sym typeface="Calibri"/>
            </a:endParaRPr>
          </a:p>
        </p:txBody>
      </p:sp>
      <p:sp>
        <p:nvSpPr>
          <p:cNvPr id="509" name="Google Shape;509;p31"/>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10" name="Google Shape;510;p31"/>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11" name="Google Shape;511;p31"/>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12" name="Google Shape;512;p31"/>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13" name="Google Shape;513;p31"/>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AI: Real World Impact</a:t>
            </a:r>
            <a:endParaRPr b="1" i="0" sz="2600" u="none" cap="none" strike="noStrike">
              <a:solidFill>
                <a:srgbClr val="940A15"/>
              </a:solidFill>
              <a:latin typeface="Montserrat"/>
              <a:ea typeface="Montserrat"/>
              <a:cs typeface="Montserrat"/>
              <a:sym typeface="Montserrat"/>
            </a:endParaRPr>
          </a:p>
        </p:txBody>
      </p:sp>
      <p:sp>
        <p:nvSpPr>
          <p:cNvPr id="514" name="Google Shape;514;p31"/>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15" name="Google Shape;515;p31"/>
          <p:cNvSpPr txBox="1"/>
          <p:nvPr/>
        </p:nvSpPr>
        <p:spPr>
          <a:xfrm>
            <a:off x="5064975" y="633300"/>
            <a:ext cx="3579600" cy="41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In the early days of the space program, they sent monkeys on mission after mission. Dozens of successful flights. Then finally, they launched their first human… along with a monkey.</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Mid-flight, Mission Control radioed in:</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“Monkey, engage thrusters.”</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The monkey did.</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“Monkey, initiate course correction.”</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The monkey complied.</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Then they called the human.</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“Human, are you there?”</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“Roger that,” he replied. “What’s my job?”</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Mission Control paused, then said:</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“Your job is to make sure the monkey survives. He’s the one we trained.”</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A long silence.</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Then a quiet reply:</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2"/>
              </a:buClr>
              <a:buSzPts val="1100"/>
              <a:buFont typeface="Arial"/>
              <a:buNone/>
            </a:pPr>
            <a:r>
              <a:rPr lang="en" sz="1200">
                <a:solidFill>
                  <a:schemeClr val="dk1"/>
                </a:solidFill>
                <a:latin typeface="Calibri"/>
                <a:ea typeface="Calibri"/>
                <a:cs typeface="Calibri"/>
                <a:sym typeface="Calibri"/>
              </a:rPr>
              <a:t>“…What happens if I fail?”</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“Let’s just say we’ve only packed one return capsule.”</a:t>
            </a:r>
            <a:endParaRPr sz="1200">
              <a:solidFill>
                <a:schemeClr val="dk1"/>
              </a:solidFill>
              <a:latin typeface="Calibri"/>
              <a:ea typeface="Calibri"/>
              <a:cs typeface="Calibri"/>
              <a:sym typeface="Calibri"/>
            </a:endParaRPr>
          </a:p>
        </p:txBody>
      </p:sp>
      <p:sp>
        <p:nvSpPr>
          <p:cNvPr id="516" name="Google Shape;516;p31"/>
          <p:cNvSpPr txBox="1"/>
          <p:nvPr/>
        </p:nvSpPr>
        <p:spPr>
          <a:xfrm>
            <a:off x="628225" y="4109575"/>
            <a:ext cx="3592500" cy="5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Calibri"/>
                <a:ea typeface="Calibri"/>
                <a:cs typeface="Calibri"/>
                <a:sym typeface="Calibri"/>
              </a:rPr>
              <a:t>[</a:t>
            </a:r>
            <a:r>
              <a:rPr lang="en" sz="1500">
                <a:solidFill>
                  <a:schemeClr val="dk1"/>
                </a:solidFill>
                <a:latin typeface="Calibri"/>
                <a:ea typeface="Calibri"/>
                <a:cs typeface="Calibri"/>
                <a:sym typeface="Calibri"/>
              </a:rPr>
              <a:t>This story is generated by GPT-4o.]</a:t>
            </a:r>
            <a:endParaRPr sz="15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cxnSp>
        <p:nvCxnSpPr>
          <p:cNvPr id="521" name="Google Shape;521;p32"/>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22" name="Google Shape;522;p32"/>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23" name="Google Shape;523;p32"/>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24" name="Google Shape;524;p32"/>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25" name="Google Shape;525;p32"/>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26" name="Google Shape;526;p32"/>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Which Story is Better?</a:t>
            </a:r>
            <a:endParaRPr b="1" i="0" sz="2600" u="none" cap="none" strike="noStrike">
              <a:solidFill>
                <a:srgbClr val="940A15"/>
              </a:solidFill>
              <a:latin typeface="Montserrat"/>
              <a:ea typeface="Montserrat"/>
              <a:cs typeface="Montserrat"/>
              <a:sym typeface="Montserrat"/>
            </a:endParaRPr>
          </a:p>
        </p:txBody>
      </p:sp>
      <p:sp>
        <p:nvSpPr>
          <p:cNvPr id="527" name="Google Shape;527;p32"/>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528" name="Google Shape;528;p32"/>
          <p:cNvSpPr txBox="1"/>
          <p:nvPr/>
        </p:nvSpPr>
        <p:spPr>
          <a:xfrm>
            <a:off x="665450" y="4194854"/>
            <a:ext cx="3592500" cy="5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Calibri"/>
                <a:ea typeface="Calibri"/>
                <a:cs typeface="Calibri"/>
                <a:sym typeface="Calibri"/>
              </a:rPr>
              <a:t>[This story is generated by Gemini 3 Pro.]</a:t>
            </a:r>
            <a:endParaRPr sz="1500">
              <a:solidFill>
                <a:schemeClr val="dk1"/>
              </a:solidFill>
              <a:latin typeface="Calibri"/>
              <a:ea typeface="Calibri"/>
              <a:cs typeface="Calibri"/>
              <a:sym typeface="Calibri"/>
            </a:endParaRPr>
          </a:p>
        </p:txBody>
      </p:sp>
      <p:sp>
        <p:nvSpPr>
          <p:cNvPr id="529" name="Google Shape;529;p32"/>
          <p:cNvSpPr txBox="1"/>
          <p:nvPr/>
        </p:nvSpPr>
        <p:spPr>
          <a:xfrm>
            <a:off x="498150" y="735800"/>
            <a:ext cx="8210700" cy="322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After twenty missions using only chimpanzees, the Space Agency finally decided it was time to send the first human, Major Miller, into orbit. However, for safety reasons, they paired him with their most seasoned veteran, a chimp named "Subject Zero."</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Before the launch, the flight director pulled Major Miller aside.</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"Look, Miller," the director said gravely. "Subject Zero has done this twelve times. You haven’t. We’ve given you two sealed envelopes. Open the first one if you run into minor trouble. Open the second one only if it’s a life-or-death emergency. Otherwise, let the monkey drive."</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They blast off. As soon as they reach orbit, a red warning light starts flashing on the dashboard. Panic sets in, and Miller reaches for the control stick.</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i="1" lang="en" sz="1200">
                <a:solidFill>
                  <a:schemeClr val="dk1"/>
                </a:solidFill>
                <a:latin typeface="Calibri"/>
                <a:ea typeface="Calibri"/>
                <a:cs typeface="Calibri"/>
                <a:sym typeface="Calibri"/>
              </a:rPr>
              <a:t>WHACK!</a:t>
            </a:r>
            <a:endParaRPr i="1"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Subject Zero slaps Miller’s hand away, screeches, flips three switches, and stabilizes the ship.</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Miller, nursing his hand, remembers the envelopes. He opens the first one. The note reads: "Stop touching things. Feed the monkey his banana pellet."</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Miller sighs, feeds the chimp, and sits back in silence.</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Three hours later, the ship suddenly goes into a violent spin. The oxygen alarm screams. The hull creates a deafening groaning sound. Miller knows this is it. He looks at Subject Zero, but the chimp is just staring at him with cold, unblinking eyes.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Miller tears open the second envelope—the "Life or Death" envelope. His hands shake as he unfolds the paper.</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The note reads: "Feed the monkey his second banana pellet. If he refuses to eat it, it means he has already ejected your seat, and you have approximately three seconds to make peace with God."</a:t>
            </a:r>
            <a:endParaRPr sz="12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cxnSp>
        <p:nvCxnSpPr>
          <p:cNvPr id="534" name="Google Shape;534;p33"/>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35" name="Google Shape;535;p33"/>
          <p:cNvSpPr txBox="1"/>
          <p:nvPr/>
        </p:nvSpPr>
        <p:spPr>
          <a:xfrm>
            <a:off x="462775" y="917525"/>
            <a:ext cx="7861200" cy="33795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rgbClr val="4A86E8"/>
              </a:buClr>
              <a:buSzPts val="1400"/>
              <a:buFont typeface="Montserrat Medium"/>
              <a:buChar char="●"/>
            </a:pPr>
            <a:r>
              <a:rPr b="1" lang="en">
                <a:solidFill>
                  <a:srgbClr val="4A86E8"/>
                </a:solidFill>
                <a:latin typeface="Montserrat"/>
                <a:ea typeface="Montserrat"/>
                <a:cs typeface="Montserrat"/>
                <a:sym typeface="Montserrat"/>
              </a:rPr>
              <a:t>Public imagination</a:t>
            </a:r>
            <a:endParaRPr b="1">
              <a:solidFill>
                <a:srgbClr val="4A86E8"/>
              </a:solidFill>
              <a:latin typeface="Montserrat"/>
              <a:ea typeface="Montserrat"/>
              <a:cs typeface="Montserrat"/>
              <a:sym typeface="Montserrat"/>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AI artist</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AI story-writer</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 serious debate</a:t>
            </a:r>
            <a:endParaRPr>
              <a:solidFill>
                <a:schemeClr val="dk2"/>
              </a:solidFill>
              <a:latin typeface="Montserrat Medium"/>
              <a:ea typeface="Montserrat Medium"/>
              <a:cs typeface="Montserrat Medium"/>
              <a:sym typeface="Montserrat Medium"/>
            </a:endParaRPr>
          </a:p>
          <a:p>
            <a:pPr indent="-317500" lvl="2" marL="1371600" rtl="0" algn="just">
              <a:lnSpc>
                <a:spcPct val="120000"/>
              </a:lnSpc>
              <a:spcBef>
                <a:spcPts val="1000"/>
              </a:spcBef>
              <a:spcAft>
                <a:spcPts val="0"/>
              </a:spcAft>
              <a:buClr>
                <a:schemeClr val="dk2"/>
              </a:buClr>
              <a:buSzPts val="1400"/>
              <a:buFont typeface="Calibri"/>
              <a:buChar char="■"/>
            </a:pPr>
            <a:r>
              <a:rPr i="1" lang="en">
                <a:solidFill>
                  <a:schemeClr val="dk2"/>
                </a:solidFill>
                <a:latin typeface="Calibri"/>
                <a:ea typeface="Calibri"/>
                <a:cs typeface="Calibri"/>
                <a:sym typeface="Calibri"/>
              </a:rPr>
              <a:t>Who owns AI-generated content?</a:t>
            </a:r>
            <a:endParaRPr i="1">
              <a:solidFill>
                <a:schemeClr val="dk2"/>
              </a:solidFill>
              <a:latin typeface="Calibri"/>
              <a:ea typeface="Calibri"/>
              <a:cs typeface="Calibri"/>
              <a:sym typeface="Calibri"/>
            </a:endParaRPr>
          </a:p>
          <a:p>
            <a:pPr indent="-317500" lvl="2" marL="1371600" rtl="0" algn="just">
              <a:lnSpc>
                <a:spcPct val="120000"/>
              </a:lnSpc>
              <a:spcBef>
                <a:spcPts val="1000"/>
              </a:spcBef>
              <a:spcAft>
                <a:spcPts val="0"/>
              </a:spcAft>
              <a:buClr>
                <a:schemeClr val="dk2"/>
              </a:buClr>
              <a:buSzPts val="1400"/>
              <a:buFont typeface="Calibri"/>
              <a:buChar char="■"/>
            </a:pPr>
            <a:r>
              <a:rPr i="1" lang="en">
                <a:solidFill>
                  <a:schemeClr val="dk2"/>
                </a:solidFill>
                <a:latin typeface="Calibri"/>
                <a:ea typeface="Calibri"/>
                <a:cs typeface="Calibri"/>
                <a:sym typeface="Calibri"/>
              </a:rPr>
              <a:t>Intellectual theft during training?</a:t>
            </a:r>
            <a:endParaRPr i="1">
              <a:solidFill>
                <a:schemeClr val="dk2"/>
              </a:solidFill>
              <a:latin typeface="Calibri"/>
              <a:ea typeface="Calibri"/>
              <a:cs typeface="Calibri"/>
              <a:sym typeface="Calibri"/>
            </a:endParaRPr>
          </a:p>
          <a:p>
            <a:pPr indent="-317500" lvl="2" marL="1371600" rtl="0" algn="just">
              <a:lnSpc>
                <a:spcPct val="120000"/>
              </a:lnSpc>
              <a:spcBef>
                <a:spcPts val="1000"/>
              </a:spcBef>
              <a:spcAft>
                <a:spcPts val="0"/>
              </a:spcAft>
              <a:buClr>
                <a:schemeClr val="dk2"/>
              </a:buClr>
              <a:buSzPts val="1400"/>
              <a:buFont typeface="Calibri"/>
              <a:buChar char="■"/>
            </a:pPr>
            <a:r>
              <a:rPr i="1" lang="en">
                <a:solidFill>
                  <a:schemeClr val="dk2"/>
                </a:solidFill>
                <a:latin typeface="Calibri"/>
                <a:ea typeface="Calibri"/>
                <a:cs typeface="Calibri"/>
                <a:sym typeface="Calibri"/>
              </a:rPr>
              <a:t>Truly</a:t>
            </a:r>
            <a:r>
              <a:rPr i="1" lang="en">
                <a:solidFill>
                  <a:schemeClr val="dk2"/>
                </a:solidFill>
                <a:latin typeface="Calibri"/>
                <a:ea typeface="Calibri"/>
                <a:cs typeface="Calibri"/>
                <a:sym typeface="Calibri"/>
              </a:rPr>
              <a:t> creative, or just a remix?</a:t>
            </a:r>
            <a:endParaRPr i="1">
              <a:solidFill>
                <a:schemeClr val="dk2"/>
              </a:solidFill>
              <a:latin typeface="Calibri"/>
              <a:ea typeface="Calibri"/>
              <a:cs typeface="Calibri"/>
              <a:sym typeface="Calibri"/>
            </a:endParaRPr>
          </a:p>
          <a:p>
            <a:pPr indent="-317500" lvl="2" marL="1371600" rtl="0" algn="just">
              <a:lnSpc>
                <a:spcPct val="120000"/>
              </a:lnSpc>
              <a:spcBef>
                <a:spcPts val="1000"/>
              </a:spcBef>
              <a:spcAft>
                <a:spcPts val="0"/>
              </a:spcAft>
              <a:buClr>
                <a:schemeClr val="dk2"/>
              </a:buClr>
              <a:buSzPts val="1400"/>
              <a:buFont typeface="Calibri"/>
              <a:buChar char="■"/>
            </a:pPr>
            <a:r>
              <a:rPr i="1" lang="en">
                <a:solidFill>
                  <a:schemeClr val="dk2"/>
                </a:solidFill>
                <a:latin typeface="Calibri"/>
                <a:ea typeface="Calibri"/>
                <a:cs typeface="Calibri"/>
                <a:sym typeface="Calibri"/>
              </a:rPr>
              <a:t>Devaluing human art and storytelling?</a:t>
            </a:r>
            <a:endParaRPr i="1">
              <a:solidFill>
                <a:schemeClr val="dk2"/>
              </a:solidFill>
              <a:latin typeface="Calibri"/>
              <a:ea typeface="Calibri"/>
              <a:cs typeface="Calibri"/>
              <a:sym typeface="Calibri"/>
            </a:endParaRPr>
          </a:p>
          <a:p>
            <a:pPr indent="0" lvl="0" marL="0" rtl="0" algn="just">
              <a:lnSpc>
                <a:spcPct val="120000"/>
              </a:lnSpc>
              <a:spcBef>
                <a:spcPts val="1000"/>
              </a:spcBef>
              <a:spcAft>
                <a:spcPts val="1000"/>
              </a:spcAft>
              <a:buNone/>
            </a:pPr>
            <a:r>
              <a:t/>
            </a:r>
            <a:endParaRPr i="1">
              <a:solidFill>
                <a:schemeClr val="dk2"/>
              </a:solidFill>
              <a:latin typeface="Calibri"/>
              <a:ea typeface="Calibri"/>
              <a:cs typeface="Calibri"/>
              <a:sym typeface="Calibri"/>
            </a:endParaRPr>
          </a:p>
        </p:txBody>
      </p:sp>
      <p:sp>
        <p:nvSpPr>
          <p:cNvPr id="536" name="Google Shape;536;p33"/>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37" name="Google Shape;537;p33"/>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38" name="Google Shape;538;p33"/>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9" name="Google Shape;539;p33"/>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40" name="Google Shape;540;p33"/>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AI: Real World Impact</a:t>
            </a:r>
            <a:endParaRPr b="1" i="0" sz="2600" u="none" cap="none" strike="noStrike">
              <a:solidFill>
                <a:srgbClr val="940A15"/>
              </a:solidFill>
              <a:latin typeface="Montserrat"/>
              <a:ea typeface="Montserrat"/>
              <a:cs typeface="Montserrat"/>
              <a:sym typeface="Montserrat"/>
            </a:endParaRPr>
          </a:p>
        </p:txBody>
      </p:sp>
      <p:sp>
        <p:nvSpPr>
          <p:cNvPr id="541" name="Google Shape;541;p33"/>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cxnSp>
        <p:nvCxnSpPr>
          <p:cNvPr id="546" name="Google Shape;546;p34"/>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47" name="Google Shape;547;p34"/>
          <p:cNvSpPr txBox="1"/>
          <p:nvPr/>
        </p:nvSpPr>
        <p:spPr>
          <a:xfrm>
            <a:off x="462775" y="917525"/>
            <a:ext cx="3758100" cy="11322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rgbClr val="4A86E8"/>
              </a:buClr>
              <a:buSzPts val="1400"/>
              <a:buFont typeface="Montserrat Medium"/>
              <a:buChar char="●"/>
            </a:pPr>
            <a:r>
              <a:rPr b="1" lang="en">
                <a:solidFill>
                  <a:srgbClr val="4A86E8"/>
                </a:solidFill>
                <a:latin typeface="Montserrat"/>
                <a:ea typeface="Montserrat"/>
                <a:cs typeface="Montserrat"/>
                <a:sym typeface="Montserrat"/>
              </a:rPr>
              <a:t>Public imagination</a:t>
            </a:r>
            <a:endParaRPr b="1">
              <a:solidFill>
                <a:srgbClr val="4A86E8"/>
              </a:solidFill>
              <a:latin typeface="Montserrat"/>
              <a:ea typeface="Montserrat"/>
              <a:cs typeface="Montserrat"/>
              <a:sym typeface="Montserrat"/>
            </a:endParaRPr>
          </a:p>
          <a:p>
            <a:pPr indent="-342900" lvl="0" marL="457200" rtl="0" algn="just">
              <a:lnSpc>
                <a:spcPct val="120000"/>
              </a:lnSpc>
              <a:spcBef>
                <a:spcPts val="1000"/>
              </a:spcBef>
              <a:spcAft>
                <a:spcPts val="0"/>
              </a:spcAft>
              <a:buClr>
                <a:srgbClr val="4A86E8"/>
              </a:buClr>
              <a:buSzPts val="1800"/>
              <a:buFont typeface="Montserrat"/>
              <a:buChar char="●"/>
            </a:pPr>
            <a:r>
              <a:rPr b="1" lang="en" sz="1800">
                <a:solidFill>
                  <a:srgbClr val="4A86E8"/>
                </a:solidFill>
                <a:latin typeface="Montserrat"/>
                <a:ea typeface="Montserrat"/>
                <a:cs typeface="Montserrat"/>
                <a:sym typeface="Montserrat"/>
              </a:rPr>
              <a:t>Economy</a:t>
            </a:r>
            <a:endParaRPr b="1" sz="1800">
              <a:solidFill>
                <a:srgbClr val="4A86E8"/>
              </a:solidFill>
              <a:latin typeface="Montserrat"/>
              <a:ea typeface="Montserrat"/>
              <a:cs typeface="Montserrat"/>
              <a:sym typeface="Montserrat"/>
            </a:endParaRPr>
          </a:p>
          <a:p>
            <a:pPr indent="0" lvl="0" marL="0" rtl="0" algn="just">
              <a:lnSpc>
                <a:spcPct val="120000"/>
              </a:lnSpc>
              <a:spcBef>
                <a:spcPts val="1000"/>
              </a:spcBef>
              <a:spcAft>
                <a:spcPts val="1000"/>
              </a:spcAft>
              <a:buNone/>
            </a:pPr>
            <a:r>
              <a:t/>
            </a:r>
            <a:endParaRPr b="1">
              <a:solidFill>
                <a:schemeClr val="dk2"/>
              </a:solidFill>
              <a:latin typeface="Montserrat"/>
              <a:ea typeface="Montserrat"/>
              <a:cs typeface="Montserrat"/>
              <a:sym typeface="Montserrat"/>
            </a:endParaRPr>
          </a:p>
        </p:txBody>
      </p:sp>
      <p:sp>
        <p:nvSpPr>
          <p:cNvPr id="548" name="Google Shape;548;p34"/>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49" name="Google Shape;549;p34"/>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50" name="Google Shape;550;p34"/>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1" name="Google Shape;551;p34"/>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52" name="Google Shape;552;p34"/>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AI: Real World Impact</a:t>
            </a:r>
            <a:endParaRPr b="1" i="0" sz="2600" u="none" cap="none" strike="noStrike">
              <a:solidFill>
                <a:srgbClr val="940A15"/>
              </a:solidFill>
              <a:latin typeface="Montserrat"/>
              <a:ea typeface="Montserrat"/>
              <a:cs typeface="Montserrat"/>
              <a:sym typeface="Montserrat"/>
            </a:endParaRPr>
          </a:p>
        </p:txBody>
      </p:sp>
      <p:sp>
        <p:nvSpPr>
          <p:cNvPr id="553" name="Google Shape;553;p34"/>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pic>
        <p:nvPicPr>
          <p:cNvPr id="554" name="Google Shape;554;p34" title="AI-market-size.png"/>
          <p:cNvPicPr preferRelativeResize="0"/>
          <p:nvPr/>
        </p:nvPicPr>
        <p:blipFill>
          <a:blip r:embed="rId3">
            <a:alphaModFix/>
          </a:blip>
          <a:stretch>
            <a:fillRect/>
          </a:stretch>
        </p:blipFill>
        <p:spPr>
          <a:xfrm>
            <a:off x="4515274" y="703600"/>
            <a:ext cx="4158199" cy="2322400"/>
          </a:xfrm>
          <a:prstGeom prst="rect">
            <a:avLst/>
          </a:prstGeom>
          <a:noFill/>
          <a:ln>
            <a:noFill/>
          </a:ln>
        </p:spPr>
      </p:pic>
      <p:pic>
        <p:nvPicPr>
          <p:cNvPr id="555" name="Google Shape;555;p34" title="AI-market-share.png"/>
          <p:cNvPicPr preferRelativeResize="0"/>
          <p:nvPr/>
        </p:nvPicPr>
        <p:blipFill>
          <a:blip r:embed="rId4">
            <a:alphaModFix/>
          </a:blip>
          <a:stretch>
            <a:fillRect/>
          </a:stretch>
        </p:blipFill>
        <p:spPr>
          <a:xfrm>
            <a:off x="468749" y="2454826"/>
            <a:ext cx="3779379" cy="225412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cxnSp>
        <p:nvCxnSpPr>
          <p:cNvPr id="560" name="Google Shape;560;p35"/>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61" name="Google Shape;561;p35"/>
          <p:cNvSpPr txBox="1"/>
          <p:nvPr/>
        </p:nvSpPr>
        <p:spPr>
          <a:xfrm>
            <a:off x="462775" y="917525"/>
            <a:ext cx="3758100" cy="11199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rgbClr val="4A86E8"/>
              </a:buClr>
              <a:buSzPts val="1400"/>
              <a:buFont typeface="Montserrat Medium"/>
              <a:buChar char="●"/>
            </a:pPr>
            <a:r>
              <a:rPr b="1" lang="en">
                <a:solidFill>
                  <a:srgbClr val="4A86E8"/>
                </a:solidFill>
                <a:latin typeface="Montserrat"/>
                <a:ea typeface="Montserrat"/>
                <a:cs typeface="Montserrat"/>
                <a:sym typeface="Montserrat"/>
              </a:rPr>
              <a:t>Public imagination</a:t>
            </a:r>
            <a:endParaRPr b="1">
              <a:solidFill>
                <a:srgbClr val="4A86E8"/>
              </a:solidFill>
              <a:latin typeface="Montserrat"/>
              <a:ea typeface="Montserrat"/>
              <a:cs typeface="Montserrat"/>
              <a:sym typeface="Montserrat"/>
            </a:endParaRPr>
          </a:p>
          <a:p>
            <a:pPr indent="-317500" lvl="0" marL="457200" rtl="0" algn="just">
              <a:lnSpc>
                <a:spcPct val="120000"/>
              </a:lnSpc>
              <a:spcBef>
                <a:spcPts val="100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Economy</a:t>
            </a:r>
            <a:endParaRPr b="1">
              <a:solidFill>
                <a:srgbClr val="4A86E8"/>
              </a:solidFill>
              <a:latin typeface="Montserrat"/>
              <a:ea typeface="Montserrat"/>
              <a:cs typeface="Montserrat"/>
              <a:sym typeface="Montserrat"/>
            </a:endParaRPr>
          </a:p>
          <a:p>
            <a:pPr indent="-342900" lvl="0" marL="457200" rtl="0" algn="just">
              <a:lnSpc>
                <a:spcPct val="120000"/>
              </a:lnSpc>
              <a:spcBef>
                <a:spcPts val="1000"/>
              </a:spcBef>
              <a:spcAft>
                <a:spcPts val="1000"/>
              </a:spcAft>
              <a:buClr>
                <a:srgbClr val="4A86E8"/>
              </a:buClr>
              <a:buSzPts val="1800"/>
              <a:buFont typeface="Montserrat"/>
              <a:buChar char="●"/>
            </a:pPr>
            <a:r>
              <a:rPr b="1" lang="en" sz="1800">
                <a:solidFill>
                  <a:srgbClr val="4A86E8"/>
                </a:solidFill>
                <a:latin typeface="Montserrat"/>
                <a:ea typeface="Montserrat"/>
                <a:cs typeface="Montserrat"/>
                <a:sym typeface="Montserrat"/>
              </a:rPr>
              <a:t>Politics</a:t>
            </a:r>
            <a:endParaRPr b="1" sz="1800">
              <a:solidFill>
                <a:srgbClr val="4A86E8"/>
              </a:solidFill>
              <a:latin typeface="Montserrat"/>
              <a:ea typeface="Montserrat"/>
              <a:cs typeface="Montserrat"/>
              <a:sym typeface="Montserrat"/>
            </a:endParaRPr>
          </a:p>
        </p:txBody>
      </p:sp>
      <p:sp>
        <p:nvSpPr>
          <p:cNvPr id="562" name="Google Shape;562;p35"/>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63" name="Google Shape;563;p35"/>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64" name="Google Shape;564;p35"/>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5" name="Google Shape;565;p35"/>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66" name="Google Shape;566;p35"/>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AI: Real World Impact</a:t>
            </a:r>
            <a:endParaRPr b="1" i="0" sz="2600" u="none" cap="none" strike="noStrike">
              <a:solidFill>
                <a:srgbClr val="940A15"/>
              </a:solidFill>
              <a:latin typeface="Montserrat"/>
              <a:ea typeface="Montserrat"/>
              <a:cs typeface="Montserrat"/>
              <a:sym typeface="Montserrat"/>
            </a:endParaRPr>
          </a:p>
        </p:txBody>
      </p:sp>
      <p:sp>
        <p:nvSpPr>
          <p:cNvPr id="567" name="Google Shape;567;p35"/>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pic>
        <p:nvPicPr>
          <p:cNvPr id="568" name="Google Shape;568;p35" title="Trump_altman.png"/>
          <p:cNvPicPr preferRelativeResize="0"/>
          <p:nvPr/>
        </p:nvPicPr>
        <p:blipFill>
          <a:blip r:embed="rId3">
            <a:alphaModFix/>
          </a:blip>
          <a:stretch>
            <a:fillRect/>
          </a:stretch>
        </p:blipFill>
        <p:spPr>
          <a:xfrm>
            <a:off x="3837368" y="710650"/>
            <a:ext cx="3491808" cy="2043988"/>
          </a:xfrm>
          <a:prstGeom prst="rect">
            <a:avLst/>
          </a:prstGeom>
          <a:noFill/>
          <a:ln>
            <a:noFill/>
          </a:ln>
        </p:spPr>
      </p:pic>
      <p:pic>
        <p:nvPicPr>
          <p:cNvPr id="569" name="Google Shape;569;p35" title="altman_macron.png"/>
          <p:cNvPicPr preferRelativeResize="0"/>
          <p:nvPr/>
        </p:nvPicPr>
        <p:blipFill>
          <a:blip r:embed="rId4">
            <a:alphaModFix/>
          </a:blip>
          <a:stretch>
            <a:fillRect/>
          </a:stretch>
        </p:blipFill>
        <p:spPr>
          <a:xfrm>
            <a:off x="617025" y="2951300"/>
            <a:ext cx="2668826" cy="1653600"/>
          </a:xfrm>
          <a:prstGeom prst="rect">
            <a:avLst/>
          </a:prstGeom>
          <a:noFill/>
          <a:ln>
            <a:noFill/>
          </a:ln>
        </p:spPr>
      </p:pic>
      <p:pic>
        <p:nvPicPr>
          <p:cNvPr id="570" name="Google Shape;570;p35" title="altman_biden.jpg"/>
          <p:cNvPicPr preferRelativeResize="0"/>
          <p:nvPr/>
        </p:nvPicPr>
        <p:blipFill>
          <a:blip r:embed="rId5">
            <a:alphaModFix/>
          </a:blip>
          <a:stretch>
            <a:fillRect/>
          </a:stretch>
        </p:blipFill>
        <p:spPr>
          <a:xfrm>
            <a:off x="3392150" y="2911704"/>
            <a:ext cx="2704502" cy="1802571"/>
          </a:xfrm>
          <a:prstGeom prst="rect">
            <a:avLst/>
          </a:prstGeom>
          <a:noFill/>
          <a:ln>
            <a:noFill/>
          </a:ln>
        </p:spPr>
      </p:pic>
      <p:pic>
        <p:nvPicPr>
          <p:cNvPr id="571" name="Google Shape;571;p35" title="altman_modi.png"/>
          <p:cNvPicPr preferRelativeResize="0"/>
          <p:nvPr/>
        </p:nvPicPr>
        <p:blipFill>
          <a:blip r:embed="rId6">
            <a:alphaModFix/>
          </a:blip>
          <a:stretch>
            <a:fillRect/>
          </a:stretch>
        </p:blipFill>
        <p:spPr>
          <a:xfrm>
            <a:off x="6169924" y="3056000"/>
            <a:ext cx="2761375" cy="15058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cxnSp>
        <p:nvCxnSpPr>
          <p:cNvPr id="576" name="Google Shape;576;p36"/>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77" name="Google Shape;577;p36"/>
          <p:cNvSpPr txBox="1"/>
          <p:nvPr/>
        </p:nvSpPr>
        <p:spPr>
          <a:xfrm>
            <a:off x="310375" y="765125"/>
            <a:ext cx="3751500" cy="39051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rgbClr val="4A86E8"/>
              </a:buClr>
              <a:buSzPts val="1400"/>
              <a:buFont typeface="Montserrat Medium"/>
              <a:buChar char="●"/>
            </a:pPr>
            <a:r>
              <a:rPr b="1" lang="en">
                <a:solidFill>
                  <a:srgbClr val="4A86E8"/>
                </a:solidFill>
                <a:latin typeface="Montserrat"/>
                <a:ea typeface="Montserrat"/>
                <a:cs typeface="Montserrat"/>
                <a:sym typeface="Montserrat"/>
              </a:rPr>
              <a:t>Public imagination</a:t>
            </a:r>
            <a:endParaRPr b="1">
              <a:solidFill>
                <a:srgbClr val="4A86E8"/>
              </a:solidFill>
              <a:latin typeface="Montserrat"/>
              <a:ea typeface="Montserrat"/>
              <a:cs typeface="Montserrat"/>
              <a:sym typeface="Montserrat"/>
            </a:endParaRPr>
          </a:p>
          <a:p>
            <a:pPr indent="-317500" lvl="0" marL="457200" rtl="0" algn="just">
              <a:lnSpc>
                <a:spcPct val="120000"/>
              </a:lnSpc>
              <a:spcBef>
                <a:spcPts val="100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Economy</a:t>
            </a:r>
            <a:endParaRPr b="1">
              <a:solidFill>
                <a:srgbClr val="4A86E8"/>
              </a:solidFill>
              <a:latin typeface="Montserrat"/>
              <a:ea typeface="Montserrat"/>
              <a:cs typeface="Montserrat"/>
              <a:sym typeface="Montserrat"/>
            </a:endParaRPr>
          </a:p>
          <a:p>
            <a:pPr indent="-317500" lvl="0" marL="457200" rtl="0" algn="just">
              <a:lnSpc>
                <a:spcPct val="120000"/>
              </a:lnSpc>
              <a:spcBef>
                <a:spcPts val="100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Politics</a:t>
            </a:r>
            <a:endParaRPr b="1">
              <a:solidFill>
                <a:srgbClr val="4A86E8"/>
              </a:solidFill>
              <a:latin typeface="Montserrat"/>
              <a:ea typeface="Montserrat"/>
              <a:cs typeface="Montserrat"/>
              <a:sym typeface="Montserrat"/>
            </a:endParaRPr>
          </a:p>
          <a:p>
            <a:pPr indent="-342900" lvl="0" marL="457200" rtl="0" algn="just">
              <a:lnSpc>
                <a:spcPct val="120000"/>
              </a:lnSpc>
              <a:spcBef>
                <a:spcPts val="1000"/>
              </a:spcBef>
              <a:spcAft>
                <a:spcPts val="0"/>
              </a:spcAft>
              <a:buClr>
                <a:srgbClr val="4A86E8"/>
              </a:buClr>
              <a:buSzPts val="1800"/>
              <a:buFont typeface="Montserrat"/>
              <a:buChar char="●"/>
            </a:pPr>
            <a:r>
              <a:rPr b="1" lang="en" sz="1800">
                <a:solidFill>
                  <a:srgbClr val="4A86E8"/>
                </a:solidFill>
                <a:latin typeface="Montserrat"/>
                <a:ea typeface="Montserrat"/>
                <a:cs typeface="Montserrat"/>
                <a:sym typeface="Montserrat"/>
              </a:rPr>
              <a:t>Law</a:t>
            </a:r>
            <a:endParaRPr b="1" sz="1800">
              <a:solidFill>
                <a:srgbClr val="4A86E8"/>
              </a:solidFill>
              <a:latin typeface="Montserrat"/>
              <a:ea typeface="Montserrat"/>
              <a:cs typeface="Montserrat"/>
              <a:sym typeface="Montserrat"/>
            </a:endParaRPr>
          </a:p>
          <a:p>
            <a:pPr indent="-304800" lvl="1" marL="91440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Lots of lawsuits against AI companies involving copyright claims, training data, and human creativity devaluation</a:t>
            </a:r>
            <a:endParaRPr sz="1200">
              <a:solidFill>
                <a:schemeClr val="dk2"/>
              </a:solidFill>
              <a:latin typeface="Montserrat Medium"/>
              <a:ea typeface="Montserrat Medium"/>
              <a:cs typeface="Montserrat Medium"/>
              <a:sym typeface="Montserrat Medium"/>
            </a:endParaRPr>
          </a:p>
          <a:p>
            <a:pPr indent="-304800" lvl="1" marL="91440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Who’s responsible when AI causes harm?</a:t>
            </a:r>
            <a:endParaRPr sz="1200">
              <a:solidFill>
                <a:schemeClr val="dk2"/>
              </a:solidFill>
              <a:latin typeface="Montserrat Medium"/>
              <a:ea typeface="Montserrat Medium"/>
              <a:cs typeface="Montserrat Medium"/>
              <a:sym typeface="Montserrat Medium"/>
            </a:endParaRPr>
          </a:p>
          <a:p>
            <a:pPr indent="-304800" lvl="1" marL="914400" rtl="0" algn="just">
              <a:lnSpc>
                <a:spcPct val="120000"/>
              </a:lnSpc>
              <a:spcBef>
                <a:spcPts val="1000"/>
              </a:spcBef>
              <a:spcAft>
                <a:spcPts val="100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Laws like the EU AI Act are attempting to classify and regulate risk levels in AI systems</a:t>
            </a:r>
            <a:endParaRPr sz="1200">
              <a:solidFill>
                <a:schemeClr val="dk2"/>
              </a:solidFill>
              <a:latin typeface="Montserrat Medium"/>
              <a:ea typeface="Montserrat Medium"/>
              <a:cs typeface="Montserrat Medium"/>
              <a:sym typeface="Montserrat Medium"/>
            </a:endParaRPr>
          </a:p>
        </p:txBody>
      </p:sp>
      <p:sp>
        <p:nvSpPr>
          <p:cNvPr id="578" name="Google Shape;578;p36"/>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79" name="Google Shape;579;p36"/>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80" name="Google Shape;580;p36"/>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1" name="Google Shape;581;p36"/>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82" name="Google Shape;582;p36"/>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AI: Real World Impact</a:t>
            </a:r>
            <a:endParaRPr b="1" i="0" sz="2600" u="none" cap="none" strike="noStrike">
              <a:solidFill>
                <a:srgbClr val="940A15"/>
              </a:solidFill>
              <a:latin typeface="Montserrat"/>
              <a:ea typeface="Montserrat"/>
              <a:cs typeface="Montserrat"/>
              <a:sym typeface="Montserrat"/>
            </a:endParaRPr>
          </a:p>
        </p:txBody>
      </p:sp>
      <p:sp>
        <p:nvSpPr>
          <p:cNvPr id="583" name="Google Shape;583;p36"/>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pic>
        <p:nvPicPr>
          <p:cNvPr id="584" name="Google Shape;584;p36" title="AI_copyright.png"/>
          <p:cNvPicPr preferRelativeResize="0"/>
          <p:nvPr/>
        </p:nvPicPr>
        <p:blipFill>
          <a:blip r:embed="rId3">
            <a:alphaModFix/>
          </a:blip>
          <a:stretch>
            <a:fillRect/>
          </a:stretch>
        </p:blipFill>
        <p:spPr>
          <a:xfrm>
            <a:off x="4119575" y="813425"/>
            <a:ext cx="4835849" cy="724400"/>
          </a:xfrm>
          <a:prstGeom prst="rect">
            <a:avLst/>
          </a:prstGeom>
          <a:noFill/>
          <a:ln>
            <a:noFill/>
          </a:ln>
        </p:spPr>
      </p:pic>
      <p:pic>
        <p:nvPicPr>
          <p:cNvPr id="585" name="Google Shape;585;p36" title="AI_getty.png"/>
          <p:cNvPicPr preferRelativeResize="0"/>
          <p:nvPr/>
        </p:nvPicPr>
        <p:blipFill>
          <a:blip r:embed="rId4">
            <a:alphaModFix/>
          </a:blip>
          <a:stretch>
            <a:fillRect/>
          </a:stretch>
        </p:blipFill>
        <p:spPr>
          <a:xfrm>
            <a:off x="4210050" y="1771825"/>
            <a:ext cx="4526626" cy="935775"/>
          </a:xfrm>
          <a:prstGeom prst="rect">
            <a:avLst/>
          </a:prstGeom>
          <a:noFill/>
          <a:ln>
            <a:noFill/>
          </a:ln>
        </p:spPr>
      </p:pic>
      <p:pic>
        <p:nvPicPr>
          <p:cNvPr id="586" name="Google Shape;586;p36" title="anthropic_reddit.png"/>
          <p:cNvPicPr preferRelativeResize="0"/>
          <p:nvPr/>
        </p:nvPicPr>
        <p:blipFill>
          <a:blip r:embed="rId5">
            <a:alphaModFix/>
          </a:blip>
          <a:stretch>
            <a:fillRect/>
          </a:stretch>
        </p:blipFill>
        <p:spPr>
          <a:xfrm>
            <a:off x="4240450" y="2845276"/>
            <a:ext cx="4486375" cy="162819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cxnSp>
        <p:nvCxnSpPr>
          <p:cNvPr id="591" name="Google Shape;591;p37"/>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592" name="Google Shape;592;p37"/>
          <p:cNvSpPr txBox="1"/>
          <p:nvPr/>
        </p:nvSpPr>
        <p:spPr>
          <a:xfrm>
            <a:off x="462775" y="917525"/>
            <a:ext cx="4641600" cy="30666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rgbClr val="4A86E8"/>
              </a:buClr>
              <a:buSzPts val="1400"/>
              <a:buFont typeface="Montserrat Medium"/>
              <a:buChar char="●"/>
            </a:pPr>
            <a:r>
              <a:rPr b="1" lang="en">
                <a:solidFill>
                  <a:srgbClr val="4A86E8"/>
                </a:solidFill>
                <a:latin typeface="Montserrat"/>
                <a:ea typeface="Montserrat"/>
                <a:cs typeface="Montserrat"/>
                <a:sym typeface="Montserrat"/>
              </a:rPr>
              <a:t>Public imagination</a:t>
            </a:r>
            <a:endParaRPr b="1">
              <a:solidFill>
                <a:srgbClr val="4A86E8"/>
              </a:solidFill>
              <a:latin typeface="Montserrat"/>
              <a:ea typeface="Montserrat"/>
              <a:cs typeface="Montserrat"/>
              <a:sym typeface="Montserrat"/>
            </a:endParaRPr>
          </a:p>
          <a:p>
            <a:pPr indent="-317500" lvl="0" marL="457200" rtl="0" algn="just">
              <a:lnSpc>
                <a:spcPct val="120000"/>
              </a:lnSpc>
              <a:spcBef>
                <a:spcPts val="100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Economy</a:t>
            </a:r>
            <a:endParaRPr b="1">
              <a:solidFill>
                <a:srgbClr val="4A86E8"/>
              </a:solidFill>
              <a:latin typeface="Montserrat"/>
              <a:ea typeface="Montserrat"/>
              <a:cs typeface="Montserrat"/>
              <a:sym typeface="Montserrat"/>
            </a:endParaRPr>
          </a:p>
          <a:p>
            <a:pPr indent="-317500" lvl="0" marL="457200" rtl="0" algn="just">
              <a:lnSpc>
                <a:spcPct val="120000"/>
              </a:lnSpc>
              <a:spcBef>
                <a:spcPts val="100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Politics</a:t>
            </a:r>
            <a:endParaRPr b="1">
              <a:solidFill>
                <a:srgbClr val="4A86E8"/>
              </a:solidFill>
              <a:latin typeface="Montserrat"/>
              <a:ea typeface="Montserrat"/>
              <a:cs typeface="Montserrat"/>
              <a:sym typeface="Montserrat"/>
            </a:endParaRPr>
          </a:p>
          <a:p>
            <a:pPr indent="-317500" lvl="0" marL="457200" rtl="0" algn="just">
              <a:lnSpc>
                <a:spcPct val="120000"/>
              </a:lnSpc>
              <a:spcBef>
                <a:spcPts val="100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Law</a:t>
            </a:r>
            <a:endParaRPr b="1">
              <a:solidFill>
                <a:srgbClr val="4A86E8"/>
              </a:solidFill>
              <a:latin typeface="Montserrat"/>
              <a:ea typeface="Montserrat"/>
              <a:cs typeface="Montserrat"/>
              <a:sym typeface="Montserrat"/>
            </a:endParaRPr>
          </a:p>
          <a:p>
            <a:pPr indent="-342900" lvl="0" marL="457200" rtl="0" algn="just">
              <a:lnSpc>
                <a:spcPct val="120000"/>
              </a:lnSpc>
              <a:spcBef>
                <a:spcPts val="1000"/>
              </a:spcBef>
              <a:spcAft>
                <a:spcPts val="0"/>
              </a:spcAft>
              <a:buClr>
                <a:srgbClr val="4A86E8"/>
              </a:buClr>
              <a:buSzPts val="1800"/>
              <a:buFont typeface="Montserrat"/>
              <a:buChar char="●"/>
            </a:pPr>
            <a:r>
              <a:rPr b="1" lang="en" sz="1800">
                <a:solidFill>
                  <a:srgbClr val="4A86E8"/>
                </a:solidFill>
                <a:latin typeface="Montserrat"/>
                <a:ea typeface="Montserrat"/>
                <a:cs typeface="Montserrat"/>
                <a:sym typeface="Montserrat"/>
              </a:rPr>
              <a:t>Labor</a:t>
            </a:r>
            <a:endParaRPr b="1" sz="1800">
              <a:solidFill>
                <a:srgbClr val="4A86E8"/>
              </a:solidFill>
              <a:latin typeface="Montserrat"/>
              <a:ea typeface="Montserrat"/>
              <a:cs typeface="Montserrat"/>
              <a:sym typeface="Montserrat"/>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Effects</a:t>
            </a:r>
            <a:r>
              <a:rPr lang="en">
                <a:solidFill>
                  <a:schemeClr val="dk2"/>
                </a:solidFill>
                <a:latin typeface="Montserrat Medium"/>
                <a:ea typeface="Montserrat Medium"/>
                <a:cs typeface="Montserrat Medium"/>
                <a:sym typeface="Montserrat Medium"/>
              </a:rPr>
              <a:t> of automation</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Demanding new skills in the face of AI</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100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Wage polarization</a:t>
            </a:r>
            <a:endParaRPr>
              <a:solidFill>
                <a:schemeClr val="dk2"/>
              </a:solidFill>
              <a:latin typeface="Montserrat Medium"/>
              <a:ea typeface="Montserrat Medium"/>
              <a:cs typeface="Montserrat Medium"/>
              <a:sym typeface="Montserrat Medium"/>
            </a:endParaRPr>
          </a:p>
        </p:txBody>
      </p:sp>
      <p:sp>
        <p:nvSpPr>
          <p:cNvPr id="593" name="Google Shape;593;p37"/>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594" name="Google Shape;594;p37"/>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595" name="Google Shape;595;p37"/>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96" name="Google Shape;596;p37"/>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597" name="Google Shape;597;p37"/>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AI: Real World Impact</a:t>
            </a:r>
            <a:endParaRPr b="1" i="0" sz="2600" u="none" cap="none" strike="noStrike">
              <a:solidFill>
                <a:srgbClr val="940A15"/>
              </a:solidFill>
              <a:latin typeface="Montserrat"/>
              <a:ea typeface="Montserrat"/>
              <a:cs typeface="Montserrat"/>
              <a:sym typeface="Montserrat"/>
            </a:endParaRPr>
          </a:p>
        </p:txBody>
      </p:sp>
      <p:sp>
        <p:nvSpPr>
          <p:cNvPr id="598" name="Google Shape;598;p37"/>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cxnSp>
        <p:nvCxnSpPr>
          <p:cNvPr id="603" name="Google Shape;603;p38"/>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04" name="Google Shape;604;p38"/>
          <p:cNvSpPr txBox="1"/>
          <p:nvPr/>
        </p:nvSpPr>
        <p:spPr>
          <a:xfrm>
            <a:off x="310375" y="917525"/>
            <a:ext cx="3758100" cy="22806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rgbClr val="4A86E8"/>
              </a:buClr>
              <a:buSzPts val="1400"/>
              <a:buFont typeface="Montserrat Medium"/>
              <a:buChar char="●"/>
            </a:pPr>
            <a:r>
              <a:rPr b="1" lang="en">
                <a:solidFill>
                  <a:srgbClr val="4A86E8"/>
                </a:solidFill>
                <a:latin typeface="Montserrat"/>
                <a:ea typeface="Montserrat"/>
                <a:cs typeface="Montserrat"/>
                <a:sym typeface="Montserrat"/>
              </a:rPr>
              <a:t>Public imagination</a:t>
            </a:r>
            <a:endParaRPr b="1">
              <a:solidFill>
                <a:srgbClr val="4A86E8"/>
              </a:solidFill>
              <a:latin typeface="Montserrat"/>
              <a:ea typeface="Montserrat"/>
              <a:cs typeface="Montserrat"/>
              <a:sym typeface="Montserrat"/>
            </a:endParaRPr>
          </a:p>
          <a:p>
            <a:pPr indent="-317500" lvl="0" marL="457200" rtl="0" algn="just">
              <a:lnSpc>
                <a:spcPct val="120000"/>
              </a:lnSpc>
              <a:spcBef>
                <a:spcPts val="100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Economy</a:t>
            </a:r>
            <a:endParaRPr b="1">
              <a:solidFill>
                <a:srgbClr val="4A86E8"/>
              </a:solidFill>
              <a:latin typeface="Montserrat"/>
              <a:ea typeface="Montserrat"/>
              <a:cs typeface="Montserrat"/>
              <a:sym typeface="Montserrat"/>
            </a:endParaRPr>
          </a:p>
          <a:p>
            <a:pPr indent="-317500" lvl="0" marL="457200" rtl="0" algn="just">
              <a:lnSpc>
                <a:spcPct val="120000"/>
              </a:lnSpc>
              <a:spcBef>
                <a:spcPts val="100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Politics</a:t>
            </a:r>
            <a:endParaRPr b="1">
              <a:solidFill>
                <a:srgbClr val="4A86E8"/>
              </a:solidFill>
              <a:latin typeface="Montserrat"/>
              <a:ea typeface="Montserrat"/>
              <a:cs typeface="Montserrat"/>
              <a:sym typeface="Montserrat"/>
            </a:endParaRPr>
          </a:p>
          <a:p>
            <a:pPr indent="-317500" lvl="0" marL="457200" rtl="0" algn="just">
              <a:lnSpc>
                <a:spcPct val="120000"/>
              </a:lnSpc>
              <a:spcBef>
                <a:spcPts val="100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Law</a:t>
            </a:r>
            <a:endParaRPr b="1">
              <a:solidFill>
                <a:srgbClr val="4A86E8"/>
              </a:solidFill>
              <a:latin typeface="Montserrat"/>
              <a:ea typeface="Montserrat"/>
              <a:cs typeface="Montserrat"/>
              <a:sym typeface="Montserrat"/>
            </a:endParaRPr>
          </a:p>
          <a:p>
            <a:pPr indent="-317500" lvl="0" marL="457200" rtl="0" algn="just">
              <a:lnSpc>
                <a:spcPct val="120000"/>
              </a:lnSpc>
              <a:spcBef>
                <a:spcPts val="100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Labor</a:t>
            </a:r>
            <a:endParaRPr b="1">
              <a:solidFill>
                <a:srgbClr val="4A86E8"/>
              </a:solidFill>
              <a:latin typeface="Montserrat"/>
              <a:ea typeface="Montserrat"/>
              <a:cs typeface="Montserrat"/>
              <a:sym typeface="Montserrat"/>
            </a:endParaRPr>
          </a:p>
          <a:p>
            <a:pPr indent="-342900" lvl="0" marL="457200" rtl="0" algn="just">
              <a:lnSpc>
                <a:spcPct val="120000"/>
              </a:lnSpc>
              <a:spcBef>
                <a:spcPts val="1000"/>
              </a:spcBef>
              <a:spcAft>
                <a:spcPts val="1000"/>
              </a:spcAft>
              <a:buClr>
                <a:srgbClr val="4A86E8"/>
              </a:buClr>
              <a:buSzPts val="1800"/>
              <a:buFont typeface="Montserrat"/>
              <a:buChar char="●"/>
            </a:pPr>
            <a:r>
              <a:rPr b="1" lang="en" sz="1800">
                <a:solidFill>
                  <a:srgbClr val="4A86E8"/>
                </a:solidFill>
                <a:latin typeface="Montserrat"/>
                <a:ea typeface="Montserrat"/>
                <a:cs typeface="Montserrat"/>
                <a:sym typeface="Montserrat"/>
              </a:rPr>
              <a:t>Scientific advancements</a:t>
            </a:r>
            <a:endParaRPr b="1" sz="1800">
              <a:solidFill>
                <a:srgbClr val="4A86E8"/>
              </a:solidFill>
              <a:latin typeface="Montserrat"/>
              <a:ea typeface="Montserrat"/>
              <a:cs typeface="Montserrat"/>
              <a:sym typeface="Montserrat"/>
            </a:endParaRPr>
          </a:p>
        </p:txBody>
      </p:sp>
      <p:sp>
        <p:nvSpPr>
          <p:cNvPr id="605" name="Google Shape;605;p38"/>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06" name="Google Shape;606;p38"/>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07" name="Google Shape;607;p38"/>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08" name="Google Shape;608;p38"/>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09" name="Google Shape;609;p38"/>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AI: Real World Impact</a:t>
            </a:r>
            <a:endParaRPr b="1" i="0" sz="2600" u="none" cap="none" strike="noStrike">
              <a:solidFill>
                <a:srgbClr val="940A15"/>
              </a:solidFill>
              <a:latin typeface="Montserrat"/>
              <a:ea typeface="Montserrat"/>
              <a:cs typeface="Montserrat"/>
              <a:sym typeface="Montserrat"/>
            </a:endParaRPr>
          </a:p>
        </p:txBody>
      </p:sp>
      <p:sp>
        <p:nvSpPr>
          <p:cNvPr id="610" name="Google Shape;610;p38"/>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pic>
        <p:nvPicPr>
          <p:cNvPr id="611" name="Google Shape;611;p38" title="Alphafold.png"/>
          <p:cNvPicPr preferRelativeResize="0"/>
          <p:nvPr/>
        </p:nvPicPr>
        <p:blipFill>
          <a:blip r:embed="rId3">
            <a:alphaModFix/>
          </a:blip>
          <a:stretch>
            <a:fillRect/>
          </a:stretch>
        </p:blipFill>
        <p:spPr>
          <a:xfrm>
            <a:off x="4007050" y="917531"/>
            <a:ext cx="4539275" cy="1109775"/>
          </a:xfrm>
          <a:prstGeom prst="rect">
            <a:avLst/>
          </a:prstGeom>
          <a:noFill/>
          <a:ln>
            <a:noFill/>
          </a:ln>
        </p:spPr>
      </p:pic>
      <p:pic>
        <p:nvPicPr>
          <p:cNvPr id="612" name="Google Shape;612;p38" title="deepmind_fission.png"/>
          <p:cNvPicPr preferRelativeResize="0"/>
          <p:nvPr/>
        </p:nvPicPr>
        <p:blipFill>
          <a:blip r:embed="rId4">
            <a:alphaModFix/>
          </a:blip>
          <a:stretch>
            <a:fillRect/>
          </a:stretch>
        </p:blipFill>
        <p:spPr>
          <a:xfrm>
            <a:off x="3952500" y="2365400"/>
            <a:ext cx="5058551" cy="9596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cxnSp>
        <p:nvCxnSpPr>
          <p:cNvPr id="617" name="Google Shape;617;p39"/>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18" name="Google Shape;618;p39"/>
          <p:cNvSpPr txBox="1"/>
          <p:nvPr/>
        </p:nvSpPr>
        <p:spPr>
          <a:xfrm>
            <a:off x="462775" y="917525"/>
            <a:ext cx="4641600" cy="4755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against humans in chess?</a:t>
            </a:r>
            <a:endParaRPr sz="1200">
              <a:solidFill>
                <a:schemeClr val="dk2"/>
              </a:solidFill>
              <a:latin typeface="Montserrat Medium"/>
              <a:ea typeface="Montserrat Medium"/>
              <a:cs typeface="Montserrat Medium"/>
              <a:sym typeface="Montserrat Medium"/>
            </a:endParaRPr>
          </a:p>
          <a:p>
            <a:pPr indent="0" lvl="0" marL="457200" rtl="0" algn="just">
              <a:lnSpc>
                <a:spcPct val="120000"/>
              </a:lnSpc>
              <a:spcBef>
                <a:spcPts val="0"/>
              </a:spcBef>
              <a:spcAft>
                <a:spcPts val="0"/>
              </a:spcAft>
              <a:buNone/>
            </a:pPr>
            <a:r>
              <a:t/>
            </a:r>
            <a:endParaRPr sz="1200">
              <a:solidFill>
                <a:schemeClr val="dk2"/>
              </a:solidFill>
              <a:latin typeface="Montserrat Medium"/>
              <a:ea typeface="Montserrat Medium"/>
              <a:cs typeface="Montserrat Medium"/>
              <a:sym typeface="Montserrat Medium"/>
            </a:endParaRPr>
          </a:p>
        </p:txBody>
      </p:sp>
      <p:sp>
        <p:nvSpPr>
          <p:cNvPr id="619" name="Google Shape;619;p39"/>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20" name="Google Shape;620;p39"/>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21" name="Google Shape;621;p39"/>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22" name="Google Shape;622;p39"/>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23" name="Google Shape;623;p39"/>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can AI do?</a:t>
            </a:r>
            <a:endParaRPr b="1" i="0" sz="2600" u="none" cap="none" strike="noStrike">
              <a:solidFill>
                <a:srgbClr val="940A15"/>
              </a:solidFill>
              <a:latin typeface="Montserrat"/>
              <a:ea typeface="Montserrat"/>
              <a:cs typeface="Montserrat"/>
              <a:sym typeface="Montserrat"/>
            </a:endParaRPr>
          </a:p>
        </p:txBody>
      </p:sp>
      <p:sp>
        <p:nvSpPr>
          <p:cNvPr id="624" name="Google Shape;624;p39"/>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grpSp>
        <p:nvGrpSpPr>
          <p:cNvPr id="625" name="Google Shape;625;p39"/>
          <p:cNvGrpSpPr/>
          <p:nvPr/>
        </p:nvGrpSpPr>
        <p:grpSpPr>
          <a:xfrm>
            <a:off x="3388641" y="917697"/>
            <a:ext cx="293541" cy="215187"/>
            <a:chOff x="5216456" y="3725484"/>
            <a:chExt cx="356196" cy="265631"/>
          </a:xfrm>
        </p:grpSpPr>
        <p:sp>
          <p:nvSpPr>
            <p:cNvPr id="626" name="Google Shape;626;p39"/>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9"/>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28" name="Google Shape;628;p39" title="deep-blue-kasparov.jpg"/>
          <p:cNvPicPr preferRelativeResize="0"/>
          <p:nvPr/>
        </p:nvPicPr>
        <p:blipFill rotWithShape="1">
          <a:blip r:embed="rId3">
            <a:alphaModFix/>
          </a:blip>
          <a:srcRect b="-5640" l="-3330" r="3330" t="5640"/>
          <a:stretch/>
        </p:blipFill>
        <p:spPr>
          <a:xfrm>
            <a:off x="3738975" y="1005225"/>
            <a:ext cx="4911656" cy="313304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cxnSp>
        <p:nvCxnSpPr>
          <p:cNvPr id="633" name="Google Shape;633;p40"/>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34" name="Google Shape;634;p40"/>
          <p:cNvSpPr txBox="1"/>
          <p:nvPr/>
        </p:nvSpPr>
        <p:spPr>
          <a:xfrm>
            <a:off x="462775" y="917525"/>
            <a:ext cx="4641600" cy="6972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against humans in chess?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Play a decent game of table tennis?</a:t>
            </a:r>
            <a:endParaRPr sz="1200">
              <a:solidFill>
                <a:schemeClr val="dk2"/>
              </a:solidFill>
              <a:latin typeface="Montserrat Medium"/>
              <a:ea typeface="Montserrat Medium"/>
              <a:cs typeface="Montserrat Medium"/>
              <a:sym typeface="Montserrat Medium"/>
            </a:endParaRPr>
          </a:p>
          <a:p>
            <a:pPr indent="0" lvl="0" marL="0" rtl="0" algn="just">
              <a:lnSpc>
                <a:spcPct val="120000"/>
              </a:lnSpc>
              <a:spcBef>
                <a:spcPts val="0"/>
              </a:spcBef>
              <a:spcAft>
                <a:spcPts val="0"/>
              </a:spcAft>
              <a:buNone/>
            </a:pPr>
            <a:r>
              <a:t/>
            </a:r>
            <a:endParaRPr sz="1200">
              <a:solidFill>
                <a:schemeClr val="dk2"/>
              </a:solidFill>
              <a:latin typeface="Montserrat Medium"/>
              <a:ea typeface="Montserrat Medium"/>
              <a:cs typeface="Montserrat Medium"/>
              <a:sym typeface="Montserrat Medium"/>
            </a:endParaRPr>
          </a:p>
        </p:txBody>
      </p:sp>
      <p:sp>
        <p:nvSpPr>
          <p:cNvPr id="635" name="Google Shape;635;p40"/>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36" name="Google Shape;636;p40"/>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37" name="Google Shape;637;p40"/>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8" name="Google Shape;638;p40"/>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39" name="Google Shape;639;p40"/>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can AI do?</a:t>
            </a:r>
            <a:endParaRPr b="1" i="0" sz="2600" u="none" cap="none" strike="noStrike">
              <a:solidFill>
                <a:srgbClr val="940A15"/>
              </a:solidFill>
              <a:latin typeface="Montserrat"/>
              <a:ea typeface="Montserrat"/>
              <a:cs typeface="Montserrat"/>
              <a:sym typeface="Montserrat"/>
            </a:endParaRPr>
          </a:p>
        </p:txBody>
      </p:sp>
      <p:sp>
        <p:nvSpPr>
          <p:cNvPr id="640" name="Google Shape;640;p40"/>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grpSp>
        <p:nvGrpSpPr>
          <p:cNvPr id="641" name="Google Shape;641;p40"/>
          <p:cNvGrpSpPr/>
          <p:nvPr/>
        </p:nvGrpSpPr>
        <p:grpSpPr>
          <a:xfrm>
            <a:off x="3388641" y="917697"/>
            <a:ext cx="293541" cy="215187"/>
            <a:chOff x="5216456" y="3725484"/>
            <a:chExt cx="356196" cy="265631"/>
          </a:xfrm>
        </p:grpSpPr>
        <p:sp>
          <p:nvSpPr>
            <p:cNvPr id="642" name="Google Shape;642;p40"/>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0"/>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4" name="Google Shape;644;p40"/>
          <p:cNvSpPr/>
          <p:nvPr/>
        </p:nvSpPr>
        <p:spPr>
          <a:xfrm>
            <a:off x="3808400" y="113287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45" name="Google Shape;645;p40" title="ai_tennis.png"/>
          <p:cNvPicPr preferRelativeResize="0"/>
          <p:nvPr/>
        </p:nvPicPr>
        <p:blipFill>
          <a:blip r:embed="rId3">
            <a:alphaModFix/>
          </a:blip>
          <a:stretch>
            <a:fillRect/>
          </a:stretch>
        </p:blipFill>
        <p:spPr>
          <a:xfrm>
            <a:off x="4219124" y="1453025"/>
            <a:ext cx="4507702" cy="253911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cxnSp>
        <p:nvCxnSpPr>
          <p:cNvPr id="650" name="Google Shape;650;p41"/>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51" name="Google Shape;651;p41"/>
          <p:cNvSpPr txBox="1"/>
          <p:nvPr/>
        </p:nvSpPr>
        <p:spPr>
          <a:xfrm>
            <a:off x="462775" y="917525"/>
            <a:ext cx="4641600" cy="9189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against humans in chess?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Play a decent game of table tennis?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Unload dishwashers at home?</a:t>
            </a:r>
            <a:endParaRPr sz="1200">
              <a:solidFill>
                <a:schemeClr val="dk2"/>
              </a:solidFill>
              <a:latin typeface="Montserrat Medium"/>
              <a:ea typeface="Montserrat Medium"/>
              <a:cs typeface="Montserrat Medium"/>
              <a:sym typeface="Montserrat Medium"/>
            </a:endParaRPr>
          </a:p>
          <a:p>
            <a:pPr indent="0" lvl="0" marL="457200" rtl="0" algn="just">
              <a:lnSpc>
                <a:spcPct val="120000"/>
              </a:lnSpc>
              <a:spcBef>
                <a:spcPts val="0"/>
              </a:spcBef>
              <a:spcAft>
                <a:spcPts val="0"/>
              </a:spcAft>
              <a:buNone/>
            </a:pPr>
            <a:r>
              <a:t/>
            </a:r>
            <a:endParaRPr sz="1200">
              <a:solidFill>
                <a:schemeClr val="dk2"/>
              </a:solidFill>
              <a:latin typeface="Montserrat Medium"/>
              <a:ea typeface="Montserrat Medium"/>
              <a:cs typeface="Montserrat Medium"/>
              <a:sym typeface="Montserrat Medium"/>
            </a:endParaRPr>
          </a:p>
        </p:txBody>
      </p:sp>
      <p:sp>
        <p:nvSpPr>
          <p:cNvPr id="652" name="Google Shape;652;p41"/>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53" name="Google Shape;653;p41"/>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54" name="Google Shape;654;p41"/>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55" name="Google Shape;655;p41"/>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56" name="Google Shape;656;p41"/>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can AI do?</a:t>
            </a:r>
            <a:endParaRPr b="1" i="0" sz="2600" u="none" cap="none" strike="noStrike">
              <a:solidFill>
                <a:srgbClr val="940A15"/>
              </a:solidFill>
              <a:latin typeface="Montserrat"/>
              <a:ea typeface="Montserrat"/>
              <a:cs typeface="Montserrat"/>
              <a:sym typeface="Montserrat"/>
            </a:endParaRPr>
          </a:p>
        </p:txBody>
      </p:sp>
      <p:sp>
        <p:nvSpPr>
          <p:cNvPr id="657" name="Google Shape;657;p41"/>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grpSp>
        <p:nvGrpSpPr>
          <p:cNvPr id="658" name="Google Shape;658;p41"/>
          <p:cNvGrpSpPr/>
          <p:nvPr/>
        </p:nvGrpSpPr>
        <p:grpSpPr>
          <a:xfrm>
            <a:off x="3388641" y="917697"/>
            <a:ext cx="293541" cy="215187"/>
            <a:chOff x="5216456" y="3725484"/>
            <a:chExt cx="356196" cy="265631"/>
          </a:xfrm>
        </p:grpSpPr>
        <p:sp>
          <p:nvSpPr>
            <p:cNvPr id="659" name="Google Shape;659;p41"/>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1"/>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1" name="Google Shape;661;p41"/>
          <p:cNvSpPr/>
          <p:nvPr/>
        </p:nvSpPr>
        <p:spPr>
          <a:xfrm>
            <a:off x="3388650" y="138840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2" name="Google Shape;662;p41"/>
          <p:cNvSpPr/>
          <p:nvPr/>
        </p:nvSpPr>
        <p:spPr>
          <a:xfrm>
            <a:off x="3808400" y="113287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cxnSp>
        <p:nvCxnSpPr>
          <p:cNvPr id="667" name="Google Shape;667;p42"/>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68" name="Google Shape;668;p42"/>
          <p:cNvSpPr txBox="1"/>
          <p:nvPr/>
        </p:nvSpPr>
        <p:spPr>
          <a:xfrm>
            <a:off x="462775" y="917525"/>
            <a:ext cx="4641600" cy="11406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against humans in chess?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Play a decent game of table tennis?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Unload dishwashers at home?</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highway?</a:t>
            </a:r>
            <a:endParaRPr sz="1200">
              <a:solidFill>
                <a:schemeClr val="dk2"/>
              </a:solidFill>
              <a:latin typeface="Montserrat Medium"/>
              <a:ea typeface="Montserrat Medium"/>
              <a:cs typeface="Montserrat Medium"/>
              <a:sym typeface="Montserrat Medium"/>
            </a:endParaRPr>
          </a:p>
          <a:p>
            <a:pPr indent="0" lvl="0" marL="457200" rtl="0" algn="just">
              <a:lnSpc>
                <a:spcPct val="120000"/>
              </a:lnSpc>
              <a:spcBef>
                <a:spcPts val="0"/>
              </a:spcBef>
              <a:spcAft>
                <a:spcPts val="0"/>
              </a:spcAft>
              <a:buNone/>
            </a:pPr>
            <a:r>
              <a:t/>
            </a:r>
            <a:endParaRPr sz="1200">
              <a:solidFill>
                <a:schemeClr val="dk2"/>
              </a:solidFill>
              <a:latin typeface="Montserrat Medium"/>
              <a:ea typeface="Montserrat Medium"/>
              <a:cs typeface="Montserrat Medium"/>
              <a:sym typeface="Montserrat Medium"/>
            </a:endParaRPr>
          </a:p>
        </p:txBody>
      </p:sp>
      <p:sp>
        <p:nvSpPr>
          <p:cNvPr id="669" name="Google Shape;669;p42"/>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70" name="Google Shape;670;p42"/>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71" name="Google Shape;671;p42"/>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72" name="Google Shape;672;p42"/>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73" name="Google Shape;673;p42"/>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can AI do?</a:t>
            </a:r>
            <a:endParaRPr b="1" i="0" sz="2600" u="none" cap="none" strike="noStrike">
              <a:solidFill>
                <a:srgbClr val="940A15"/>
              </a:solidFill>
              <a:latin typeface="Montserrat"/>
              <a:ea typeface="Montserrat"/>
              <a:cs typeface="Montserrat"/>
              <a:sym typeface="Montserrat"/>
            </a:endParaRPr>
          </a:p>
        </p:txBody>
      </p:sp>
      <p:sp>
        <p:nvSpPr>
          <p:cNvPr id="674" name="Google Shape;674;p42"/>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grpSp>
        <p:nvGrpSpPr>
          <p:cNvPr id="675" name="Google Shape;675;p42"/>
          <p:cNvGrpSpPr/>
          <p:nvPr/>
        </p:nvGrpSpPr>
        <p:grpSpPr>
          <a:xfrm>
            <a:off x="3388641" y="917697"/>
            <a:ext cx="293541" cy="215187"/>
            <a:chOff x="5216456" y="3725484"/>
            <a:chExt cx="356196" cy="265631"/>
          </a:xfrm>
        </p:grpSpPr>
        <p:sp>
          <p:nvSpPr>
            <p:cNvPr id="676" name="Google Shape;676;p42"/>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2"/>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8" name="Google Shape;678;p42"/>
          <p:cNvSpPr/>
          <p:nvPr/>
        </p:nvSpPr>
        <p:spPr>
          <a:xfrm>
            <a:off x="3388650" y="138840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9" name="Google Shape;679;p42"/>
          <p:cNvSpPr/>
          <p:nvPr/>
        </p:nvSpPr>
        <p:spPr>
          <a:xfrm>
            <a:off x="3808400" y="113287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80" name="Google Shape;680;p42"/>
          <p:cNvGrpSpPr/>
          <p:nvPr/>
        </p:nvGrpSpPr>
        <p:grpSpPr>
          <a:xfrm>
            <a:off x="3514866" y="1603497"/>
            <a:ext cx="293541" cy="215187"/>
            <a:chOff x="5216456" y="3725484"/>
            <a:chExt cx="356196" cy="265631"/>
          </a:xfrm>
        </p:grpSpPr>
        <p:sp>
          <p:nvSpPr>
            <p:cNvPr id="681" name="Google Shape;681;p42"/>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2"/>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cxnSp>
        <p:nvCxnSpPr>
          <p:cNvPr id="687" name="Google Shape;687;p43"/>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688" name="Google Shape;688;p43"/>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689" name="Google Shape;689;p43"/>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690" name="Google Shape;690;p43"/>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1" name="Google Shape;691;p43"/>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692" name="Google Shape;692;p43"/>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can AI do?</a:t>
            </a:r>
            <a:endParaRPr b="1" i="0" sz="2600" u="none" cap="none" strike="noStrike">
              <a:solidFill>
                <a:srgbClr val="940A15"/>
              </a:solidFill>
              <a:latin typeface="Montserrat"/>
              <a:ea typeface="Montserrat"/>
              <a:cs typeface="Montserrat"/>
              <a:sym typeface="Montserrat"/>
            </a:endParaRPr>
          </a:p>
        </p:txBody>
      </p:sp>
      <p:sp>
        <p:nvSpPr>
          <p:cNvPr id="693" name="Google Shape;693;p43"/>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694" name="Google Shape;694;p43"/>
          <p:cNvSpPr txBox="1"/>
          <p:nvPr/>
        </p:nvSpPr>
        <p:spPr>
          <a:xfrm>
            <a:off x="462775" y="917525"/>
            <a:ext cx="4641600" cy="13623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against humans in chess?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Play a decent game of table tennis?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Unload dishwashers at home?</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highway?</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streets of San Francisco, or Dhaka?</a:t>
            </a:r>
            <a:endParaRPr sz="1200">
              <a:solidFill>
                <a:schemeClr val="dk2"/>
              </a:solidFill>
              <a:latin typeface="Montserrat Medium"/>
              <a:ea typeface="Montserrat Medium"/>
              <a:cs typeface="Montserrat Medium"/>
              <a:sym typeface="Montserrat Medium"/>
            </a:endParaRPr>
          </a:p>
        </p:txBody>
      </p:sp>
      <p:grpSp>
        <p:nvGrpSpPr>
          <p:cNvPr id="695" name="Google Shape;695;p43"/>
          <p:cNvGrpSpPr/>
          <p:nvPr/>
        </p:nvGrpSpPr>
        <p:grpSpPr>
          <a:xfrm>
            <a:off x="3388641" y="917697"/>
            <a:ext cx="293541" cy="215187"/>
            <a:chOff x="5216456" y="3725484"/>
            <a:chExt cx="356196" cy="265631"/>
          </a:xfrm>
        </p:grpSpPr>
        <p:sp>
          <p:nvSpPr>
            <p:cNvPr id="696" name="Google Shape;696;p43"/>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3"/>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8" name="Google Shape;698;p43"/>
          <p:cNvSpPr/>
          <p:nvPr/>
        </p:nvSpPr>
        <p:spPr>
          <a:xfrm>
            <a:off x="3388650" y="138840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9" name="Google Shape;699;p43"/>
          <p:cNvSpPr/>
          <p:nvPr/>
        </p:nvSpPr>
        <p:spPr>
          <a:xfrm>
            <a:off x="3808400" y="113287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00" name="Google Shape;700;p43"/>
          <p:cNvGrpSpPr/>
          <p:nvPr/>
        </p:nvGrpSpPr>
        <p:grpSpPr>
          <a:xfrm>
            <a:off x="3514866" y="1603497"/>
            <a:ext cx="293541" cy="215187"/>
            <a:chOff x="5216456" y="3725484"/>
            <a:chExt cx="356196" cy="265631"/>
          </a:xfrm>
        </p:grpSpPr>
        <p:sp>
          <p:nvSpPr>
            <p:cNvPr id="701" name="Google Shape;701;p43"/>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3"/>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3" name="Google Shape;703;p43"/>
          <p:cNvSpPr/>
          <p:nvPr/>
        </p:nvSpPr>
        <p:spPr>
          <a:xfrm>
            <a:off x="1559325" y="19763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cxnSp>
        <p:nvCxnSpPr>
          <p:cNvPr id="708" name="Google Shape;708;p44"/>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709" name="Google Shape;709;p44"/>
          <p:cNvSpPr txBox="1"/>
          <p:nvPr/>
        </p:nvSpPr>
        <p:spPr>
          <a:xfrm>
            <a:off x="462775" y="917525"/>
            <a:ext cx="4641600" cy="15837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against humans in chess?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Play a decent game of table tennis?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Unload dishwashers at home?</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highway?</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streets of San Francisco, or Dhaka?</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the internet?</a:t>
            </a:r>
            <a:endParaRPr sz="1200">
              <a:solidFill>
                <a:schemeClr val="dk2"/>
              </a:solidFill>
              <a:latin typeface="Montserrat Medium"/>
              <a:ea typeface="Montserrat Medium"/>
              <a:cs typeface="Montserrat Medium"/>
              <a:sym typeface="Montserrat Medium"/>
            </a:endParaRPr>
          </a:p>
        </p:txBody>
      </p:sp>
      <p:sp>
        <p:nvSpPr>
          <p:cNvPr id="710" name="Google Shape;710;p44"/>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711" name="Google Shape;711;p44"/>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712" name="Google Shape;712;p44"/>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3" name="Google Shape;713;p44"/>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714" name="Google Shape;714;p44"/>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can AI do?</a:t>
            </a:r>
            <a:endParaRPr b="1" i="0" sz="2600" u="none" cap="none" strike="noStrike">
              <a:solidFill>
                <a:srgbClr val="940A15"/>
              </a:solidFill>
              <a:latin typeface="Montserrat"/>
              <a:ea typeface="Montserrat"/>
              <a:cs typeface="Montserrat"/>
              <a:sym typeface="Montserrat"/>
            </a:endParaRPr>
          </a:p>
        </p:txBody>
      </p:sp>
      <p:sp>
        <p:nvSpPr>
          <p:cNvPr id="715" name="Google Shape;715;p44"/>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grpSp>
        <p:nvGrpSpPr>
          <p:cNvPr id="716" name="Google Shape;716;p44"/>
          <p:cNvGrpSpPr/>
          <p:nvPr/>
        </p:nvGrpSpPr>
        <p:grpSpPr>
          <a:xfrm>
            <a:off x="3388641" y="917697"/>
            <a:ext cx="293541" cy="215187"/>
            <a:chOff x="5216456" y="3725484"/>
            <a:chExt cx="356196" cy="265631"/>
          </a:xfrm>
        </p:grpSpPr>
        <p:sp>
          <p:nvSpPr>
            <p:cNvPr id="717" name="Google Shape;717;p44"/>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44"/>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9" name="Google Shape;719;p44"/>
          <p:cNvSpPr/>
          <p:nvPr/>
        </p:nvSpPr>
        <p:spPr>
          <a:xfrm>
            <a:off x="3388650" y="138840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0" name="Google Shape;720;p44"/>
          <p:cNvSpPr/>
          <p:nvPr/>
        </p:nvSpPr>
        <p:spPr>
          <a:xfrm>
            <a:off x="3808400" y="113287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21" name="Google Shape;721;p44"/>
          <p:cNvGrpSpPr/>
          <p:nvPr/>
        </p:nvGrpSpPr>
        <p:grpSpPr>
          <a:xfrm>
            <a:off x="3514866" y="1603497"/>
            <a:ext cx="293541" cy="215187"/>
            <a:chOff x="5216456" y="3725484"/>
            <a:chExt cx="356196" cy="265631"/>
          </a:xfrm>
        </p:grpSpPr>
        <p:sp>
          <p:nvSpPr>
            <p:cNvPr id="722" name="Google Shape;722;p44"/>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44"/>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 name="Google Shape;724;p44"/>
          <p:cNvGrpSpPr/>
          <p:nvPr/>
        </p:nvGrpSpPr>
        <p:grpSpPr>
          <a:xfrm>
            <a:off x="2877591" y="2249897"/>
            <a:ext cx="293541" cy="215187"/>
            <a:chOff x="5216456" y="3725484"/>
            <a:chExt cx="356196" cy="265631"/>
          </a:xfrm>
        </p:grpSpPr>
        <p:sp>
          <p:nvSpPr>
            <p:cNvPr id="725" name="Google Shape;725;p44"/>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44"/>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7" name="Google Shape;727;p44"/>
          <p:cNvSpPr/>
          <p:nvPr/>
        </p:nvSpPr>
        <p:spPr>
          <a:xfrm>
            <a:off x="1559325" y="19763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cxnSp>
        <p:nvCxnSpPr>
          <p:cNvPr id="732" name="Google Shape;732;p45"/>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733" name="Google Shape;733;p45"/>
          <p:cNvSpPr txBox="1"/>
          <p:nvPr/>
        </p:nvSpPr>
        <p:spPr>
          <a:xfrm>
            <a:off x="462775" y="917525"/>
            <a:ext cx="4641600" cy="18054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against humans in chess?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Play a decent game of table tennis?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Unload dishwashers at home?</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highway?</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streets of San Francisco, or Dhaka?</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the internet?</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supershops like Shopno?</a:t>
            </a:r>
            <a:endParaRPr sz="1200">
              <a:solidFill>
                <a:schemeClr val="dk2"/>
              </a:solidFill>
              <a:latin typeface="Montserrat Medium"/>
              <a:ea typeface="Montserrat Medium"/>
              <a:cs typeface="Montserrat Medium"/>
              <a:sym typeface="Montserrat Medium"/>
            </a:endParaRPr>
          </a:p>
        </p:txBody>
      </p:sp>
      <p:sp>
        <p:nvSpPr>
          <p:cNvPr id="734" name="Google Shape;734;p45"/>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735" name="Google Shape;735;p45"/>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736" name="Google Shape;736;p45"/>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37" name="Google Shape;737;p45"/>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738" name="Google Shape;738;p45"/>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can AI do?</a:t>
            </a:r>
            <a:endParaRPr b="1" i="0" sz="2600" u="none" cap="none" strike="noStrike">
              <a:solidFill>
                <a:srgbClr val="940A15"/>
              </a:solidFill>
              <a:latin typeface="Montserrat"/>
              <a:ea typeface="Montserrat"/>
              <a:cs typeface="Montserrat"/>
              <a:sym typeface="Montserrat"/>
            </a:endParaRPr>
          </a:p>
        </p:txBody>
      </p:sp>
      <p:sp>
        <p:nvSpPr>
          <p:cNvPr id="739" name="Google Shape;739;p45"/>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grpSp>
        <p:nvGrpSpPr>
          <p:cNvPr id="740" name="Google Shape;740;p45"/>
          <p:cNvGrpSpPr/>
          <p:nvPr/>
        </p:nvGrpSpPr>
        <p:grpSpPr>
          <a:xfrm>
            <a:off x="3388641" y="917697"/>
            <a:ext cx="293541" cy="215187"/>
            <a:chOff x="5216456" y="3725484"/>
            <a:chExt cx="356196" cy="265631"/>
          </a:xfrm>
        </p:grpSpPr>
        <p:sp>
          <p:nvSpPr>
            <p:cNvPr id="741" name="Google Shape;741;p45"/>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45"/>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3" name="Google Shape;743;p45"/>
          <p:cNvSpPr/>
          <p:nvPr/>
        </p:nvSpPr>
        <p:spPr>
          <a:xfrm>
            <a:off x="3388650" y="138840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4" name="Google Shape;744;p45"/>
          <p:cNvSpPr/>
          <p:nvPr/>
        </p:nvSpPr>
        <p:spPr>
          <a:xfrm>
            <a:off x="3808400" y="113287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45" name="Google Shape;745;p45"/>
          <p:cNvGrpSpPr/>
          <p:nvPr/>
        </p:nvGrpSpPr>
        <p:grpSpPr>
          <a:xfrm>
            <a:off x="3514866" y="1603497"/>
            <a:ext cx="293541" cy="215187"/>
            <a:chOff x="5216456" y="3725484"/>
            <a:chExt cx="356196" cy="265631"/>
          </a:xfrm>
        </p:grpSpPr>
        <p:sp>
          <p:nvSpPr>
            <p:cNvPr id="746" name="Google Shape;746;p45"/>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45"/>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 name="Google Shape;748;p45"/>
          <p:cNvGrpSpPr/>
          <p:nvPr/>
        </p:nvGrpSpPr>
        <p:grpSpPr>
          <a:xfrm>
            <a:off x="2877591" y="2249897"/>
            <a:ext cx="293541" cy="215187"/>
            <a:chOff x="5216456" y="3725484"/>
            <a:chExt cx="356196" cy="265631"/>
          </a:xfrm>
        </p:grpSpPr>
        <p:sp>
          <p:nvSpPr>
            <p:cNvPr id="749" name="Google Shape;749;p45"/>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45"/>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1" name="Google Shape;751;p45"/>
          <p:cNvSpPr/>
          <p:nvPr/>
        </p:nvSpPr>
        <p:spPr>
          <a:xfrm>
            <a:off x="1559325" y="19763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2" name="Google Shape;752;p45"/>
          <p:cNvSpPr/>
          <p:nvPr/>
        </p:nvSpPr>
        <p:spPr>
          <a:xfrm>
            <a:off x="3734600" y="24016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cxnSp>
        <p:nvCxnSpPr>
          <p:cNvPr id="757" name="Google Shape;757;p46"/>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758" name="Google Shape;758;p46"/>
          <p:cNvSpPr txBox="1"/>
          <p:nvPr/>
        </p:nvSpPr>
        <p:spPr>
          <a:xfrm>
            <a:off x="462775" y="917525"/>
            <a:ext cx="4641600" cy="20271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against humans in chess?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Play a decent game of table tennis?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Unload dishwashers at home?</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highway?</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streets of San Francisco, or Dhaka?</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the internet?</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supershops like Shopno?</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Discover or prove new mathematical theorems?</a:t>
            </a:r>
            <a:endParaRPr sz="1200">
              <a:solidFill>
                <a:schemeClr val="dk2"/>
              </a:solidFill>
              <a:latin typeface="Montserrat Medium"/>
              <a:ea typeface="Montserrat Medium"/>
              <a:cs typeface="Montserrat Medium"/>
              <a:sym typeface="Montserrat Medium"/>
            </a:endParaRPr>
          </a:p>
        </p:txBody>
      </p:sp>
      <p:sp>
        <p:nvSpPr>
          <p:cNvPr id="759" name="Google Shape;759;p46"/>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760" name="Google Shape;760;p46"/>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761" name="Google Shape;761;p46"/>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62" name="Google Shape;762;p46"/>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763" name="Google Shape;763;p46"/>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can AI do?</a:t>
            </a:r>
            <a:endParaRPr b="1" i="0" sz="2600" u="none" cap="none" strike="noStrike">
              <a:solidFill>
                <a:srgbClr val="940A15"/>
              </a:solidFill>
              <a:latin typeface="Montserrat"/>
              <a:ea typeface="Montserrat"/>
              <a:cs typeface="Montserrat"/>
              <a:sym typeface="Montserrat"/>
            </a:endParaRPr>
          </a:p>
        </p:txBody>
      </p:sp>
      <p:sp>
        <p:nvSpPr>
          <p:cNvPr id="764" name="Google Shape;764;p46"/>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grpSp>
        <p:nvGrpSpPr>
          <p:cNvPr id="765" name="Google Shape;765;p46"/>
          <p:cNvGrpSpPr/>
          <p:nvPr/>
        </p:nvGrpSpPr>
        <p:grpSpPr>
          <a:xfrm>
            <a:off x="3388641" y="917697"/>
            <a:ext cx="293541" cy="215187"/>
            <a:chOff x="5216456" y="3725484"/>
            <a:chExt cx="356196" cy="265631"/>
          </a:xfrm>
        </p:grpSpPr>
        <p:sp>
          <p:nvSpPr>
            <p:cNvPr id="766" name="Google Shape;766;p46"/>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46"/>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8" name="Google Shape;768;p46"/>
          <p:cNvSpPr/>
          <p:nvPr/>
        </p:nvSpPr>
        <p:spPr>
          <a:xfrm>
            <a:off x="3388650" y="138840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9" name="Google Shape;769;p46"/>
          <p:cNvSpPr/>
          <p:nvPr/>
        </p:nvSpPr>
        <p:spPr>
          <a:xfrm>
            <a:off x="3808400" y="113287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70" name="Google Shape;770;p46"/>
          <p:cNvGrpSpPr/>
          <p:nvPr/>
        </p:nvGrpSpPr>
        <p:grpSpPr>
          <a:xfrm>
            <a:off x="3514866" y="1603497"/>
            <a:ext cx="293541" cy="215187"/>
            <a:chOff x="5216456" y="3725484"/>
            <a:chExt cx="356196" cy="265631"/>
          </a:xfrm>
        </p:grpSpPr>
        <p:sp>
          <p:nvSpPr>
            <p:cNvPr id="771" name="Google Shape;771;p46"/>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6"/>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 name="Google Shape;773;p46"/>
          <p:cNvGrpSpPr/>
          <p:nvPr/>
        </p:nvGrpSpPr>
        <p:grpSpPr>
          <a:xfrm>
            <a:off x="2877591" y="2249897"/>
            <a:ext cx="293541" cy="215187"/>
            <a:chOff x="5216456" y="3725484"/>
            <a:chExt cx="356196" cy="265631"/>
          </a:xfrm>
        </p:grpSpPr>
        <p:sp>
          <p:nvSpPr>
            <p:cNvPr id="774" name="Google Shape;774;p46"/>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46"/>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6" name="Google Shape;776;p46"/>
          <p:cNvSpPr/>
          <p:nvPr/>
        </p:nvSpPr>
        <p:spPr>
          <a:xfrm>
            <a:off x="1559325" y="19763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7" name="Google Shape;777;p46"/>
          <p:cNvSpPr/>
          <p:nvPr/>
        </p:nvSpPr>
        <p:spPr>
          <a:xfrm>
            <a:off x="3734600" y="24016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8" name="Google Shape;778;p46"/>
          <p:cNvSpPr/>
          <p:nvPr/>
        </p:nvSpPr>
        <p:spPr>
          <a:xfrm>
            <a:off x="4767750" y="269332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cxnSp>
        <p:nvCxnSpPr>
          <p:cNvPr id="783" name="Google Shape;783;p47"/>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784" name="Google Shape;784;p47"/>
          <p:cNvSpPr txBox="1"/>
          <p:nvPr/>
        </p:nvSpPr>
        <p:spPr>
          <a:xfrm>
            <a:off x="462775" y="917525"/>
            <a:ext cx="4641600" cy="22488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against humans in chess?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Play a decent game of table tennis?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Unload dishwashers at home?</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highway?</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streets of San Francisco, or Dhaka?</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the internet?</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supershops like Shopno?</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Discover or prove new mathematical theorems?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Perform a surgical operation?</a:t>
            </a:r>
            <a:endParaRPr sz="1200">
              <a:solidFill>
                <a:schemeClr val="dk2"/>
              </a:solidFill>
              <a:latin typeface="Montserrat Medium"/>
              <a:ea typeface="Montserrat Medium"/>
              <a:cs typeface="Montserrat Medium"/>
              <a:sym typeface="Montserrat Medium"/>
            </a:endParaRPr>
          </a:p>
        </p:txBody>
      </p:sp>
      <p:sp>
        <p:nvSpPr>
          <p:cNvPr id="785" name="Google Shape;785;p47"/>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786" name="Google Shape;786;p47"/>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787" name="Google Shape;787;p47"/>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88" name="Google Shape;788;p47"/>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789" name="Google Shape;789;p47"/>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can AI do?</a:t>
            </a:r>
            <a:endParaRPr b="1" i="0" sz="2600" u="none" cap="none" strike="noStrike">
              <a:solidFill>
                <a:srgbClr val="940A15"/>
              </a:solidFill>
              <a:latin typeface="Montserrat"/>
              <a:ea typeface="Montserrat"/>
              <a:cs typeface="Montserrat"/>
              <a:sym typeface="Montserrat"/>
            </a:endParaRPr>
          </a:p>
        </p:txBody>
      </p:sp>
      <p:sp>
        <p:nvSpPr>
          <p:cNvPr id="790" name="Google Shape;790;p47"/>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grpSp>
        <p:nvGrpSpPr>
          <p:cNvPr id="791" name="Google Shape;791;p47"/>
          <p:cNvGrpSpPr/>
          <p:nvPr/>
        </p:nvGrpSpPr>
        <p:grpSpPr>
          <a:xfrm>
            <a:off x="3388641" y="917697"/>
            <a:ext cx="293541" cy="215187"/>
            <a:chOff x="5216456" y="3725484"/>
            <a:chExt cx="356196" cy="265631"/>
          </a:xfrm>
        </p:grpSpPr>
        <p:sp>
          <p:nvSpPr>
            <p:cNvPr id="792" name="Google Shape;792;p47"/>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47"/>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4" name="Google Shape;794;p47"/>
          <p:cNvSpPr/>
          <p:nvPr/>
        </p:nvSpPr>
        <p:spPr>
          <a:xfrm>
            <a:off x="3388650" y="138840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5" name="Google Shape;795;p47"/>
          <p:cNvSpPr/>
          <p:nvPr/>
        </p:nvSpPr>
        <p:spPr>
          <a:xfrm>
            <a:off x="3808400" y="113287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96" name="Google Shape;796;p47"/>
          <p:cNvGrpSpPr/>
          <p:nvPr/>
        </p:nvGrpSpPr>
        <p:grpSpPr>
          <a:xfrm>
            <a:off x="3514866" y="1603497"/>
            <a:ext cx="293541" cy="215187"/>
            <a:chOff x="5216456" y="3725484"/>
            <a:chExt cx="356196" cy="265631"/>
          </a:xfrm>
        </p:grpSpPr>
        <p:sp>
          <p:nvSpPr>
            <p:cNvPr id="797" name="Google Shape;797;p47"/>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47"/>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9" name="Google Shape;799;p47"/>
          <p:cNvGrpSpPr/>
          <p:nvPr/>
        </p:nvGrpSpPr>
        <p:grpSpPr>
          <a:xfrm>
            <a:off x="2877591" y="2249897"/>
            <a:ext cx="293541" cy="215187"/>
            <a:chOff x="5216456" y="3725484"/>
            <a:chExt cx="356196" cy="265631"/>
          </a:xfrm>
        </p:grpSpPr>
        <p:sp>
          <p:nvSpPr>
            <p:cNvPr id="800" name="Google Shape;800;p47"/>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47"/>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2" name="Google Shape;802;p47"/>
          <p:cNvSpPr/>
          <p:nvPr/>
        </p:nvSpPr>
        <p:spPr>
          <a:xfrm>
            <a:off x="1559325" y="19763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3" name="Google Shape;803;p47"/>
          <p:cNvSpPr/>
          <p:nvPr/>
        </p:nvSpPr>
        <p:spPr>
          <a:xfrm>
            <a:off x="3734600" y="24016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4" name="Google Shape;804;p47"/>
          <p:cNvSpPr/>
          <p:nvPr/>
        </p:nvSpPr>
        <p:spPr>
          <a:xfrm>
            <a:off x="3219800" y="2861125"/>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5" name="Google Shape;805;p47"/>
          <p:cNvSpPr/>
          <p:nvPr/>
        </p:nvSpPr>
        <p:spPr>
          <a:xfrm>
            <a:off x="4767750" y="269332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cxnSp>
        <p:nvCxnSpPr>
          <p:cNvPr id="810" name="Google Shape;810;p48"/>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811" name="Google Shape;811;p48"/>
          <p:cNvSpPr txBox="1"/>
          <p:nvPr/>
        </p:nvSpPr>
        <p:spPr>
          <a:xfrm>
            <a:off x="462775" y="917525"/>
            <a:ext cx="4641600" cy="24705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against humans in chess?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Play a decent game of table tennis?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Unload dishwashers at home?</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highway?</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streets of San Francisco, or Dhaka?</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the internet?</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supershops like Shopno?</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Discover or prove new mathematical theorems?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Perform a surgical operation?</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Identify a disease from symptoms?</a:t>
            </a:r>
            <a:endParaRPr sz="1200">
              <a:solidFill>
                <a:schemeClr val="dk2"/>
              </a:solidFill>
              <a:latin typeface="Montserrat Medium"/>
              <a:ea typeface="Montserrat Medium"/>
              <a:cs typeface="Montserrat Medium"/>
              <a:sym typeface="Montserrat Medium"/>
            </a:endParaRPr>
          </a:p>
        </p:txBody>
      </p:sp>
      <p:sp>
        <p:nvSpPr>
          <p:cNvPr id="812" name="Google Shape;812;p48"/>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813" name="Google Shape;813;p48"/>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814" name="Google Shape;814;p48"/>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15" name="Google Shape;815;p48"/>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816" name="Google Shape;816;p48"/>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can AI do?</a:t>
            </a:r>
            <a:endParaRPr b="1" i="0" sz="2600" u="none" cap="none" strike="noStrike">
              <a:solidFill>
                <a:srgbClr val="940A15"/>
              </a:solidFill>
              <a:latin typeface="Montserrat"/>
              <a:ea typeface="Montserrat"/>
              <a:cs typeface="Montserrat"/>
              <a:sym typeface="Montserrat"/>
            </a:endParaRPr>
          </a:p>
        </p:txBody>
      </p:sp>
      <p:sp>
        <p:nvSpPr>
          <p:cNvPr id="817" name="Google Shape;817;p48"/>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grpSp>
        <p:nvGrpSpPr>
          <p:cNvPr id="818" name="Google Shape;818;p48"/>
          <p:cNvGrpSpPr/>
          <p:nvPr/>
        </p:nvGrpSpPr>
        <p:grpSpPr>
          <a:xfrm>
            <a:off x="3388641" y="917697"/>
            <a:ext cx="293541" cy="215187"/>
            <a:chOff x="5216456" y="3725484"/>
            <a:chExt cx="356196" cy="265631"/>
          </a:xfrm>
        </p:grpSpPr>
        <p:sp>
          <p:nvSpPr>
            <p:cNvPr id="819" name="Google Shape;819;p48"/>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48"/>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1" name="Google Shape;821;p48"/>
          <p:cNvSpPr/>
          <p:nvPr/>
        </p:nvSpPr>
        <p:spPr>
          <a:xfrm>
            <a:off x="3388650" y="138840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2" name="Google Shape;822;p48"/>
          <p:cNvSpPr/>
          <p:nvPr/>
        </p:nvSpPr>
        <p:spPr>
          <a:xfrm>
            <a:off x="3808400" y="113287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23" name="Google Shape;823;p48"/>
          <p:cNvGrpSpPr/>
          <p:nvPr/>
        </p:nvGrpSpPr>
        <p:grpSpPr>
          <a:xfrm>
            <a:off x="3514866" y="1603497"/>
            <a:ext cx="293541" cy="215187"/>
            <a:chOff x="5216456" y="3725484"/>
            <a:chExt cx="356196" cy="265631"/>
          </a:xfrm>
        </p:grpSpPr>
        <p:sp>
          <p:nvSpPr>
            <p:cNvPr id="824" name="Google Shape;824;p48"/>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48"/>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6" name="Google Shape;826;p48"/>
          <p:cNvGrpSpPr/>
          <p:nvPr/>
        </p:nvGrpSpPr>
        <p:grpSpPr>
          <a:xfrm>
            <a:off x="2877591" y="2249897"/>
            <a:ext cx="293541" cy="215187"/>
            <a:chOff x="5216456" y="3725484"/>
            <a:chExt cx="356196" cy="265631"/>
          </a:xfrm>
        </p:grpSpPr>
        <p:sp>
          <p:nvSpPr>
            <p:cNvPr id="827" name="Google Shape;827;p48"/>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48"/>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9" name="Google Shape;829;p48"/>
          <p:cNvSpPr/>
          <p:nvPr/>
        </p:nvSpPr>
        <p:spPr>
          <a:xfrm>
            <a:off x="1559325" y="19763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0" name="Google Shape;830;p48"/>
          <p:cNvSpPr/>
          <p:nvPr/>
        </p:nvSpPr>
        <p:spPr>
          <a:xfrm>
            <a:off x="3734600" y="24016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1" name="Google Shape;831;p48"/>
          <p:cNvSpPr/>
          <p:nvPr/>
        </p:nvSpPr>
        <p:spPr>
          <a:xfrm>
            <a:off x="3219800" y="2861125"/>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2" name="Google Shape;832;p48"/>
          <p:cNvSpPr/>
          <p:nvPr/>
        </p:nvSpPr>
        <p:spPr>
          <a:xfrm>
            <a:off x="3762750" y="310835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3" name="Google Shape;833;p48"/>
          <p:cNvSpPr/>
          <p:nvPr/>
        </p:nvSpPr>
        <p:spPr>
          <a:xfrm>
            <a:off x="4767750" y="269332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cxnSp>
        <p:nvCxnSpPr>
          <p:cNvPr id="838" name="Google Shape;838;p49"/>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839" name="Google Shape;839;p49"/>
          <p:cNvSpPr txBox="1"/>
          <p:nvPr/>
        </p:nvSpPr>
        <p:spPr>
          <a:xfrm>
            <a:off x="462775" y="917525"/>
            <a:ext cx="4641600" cy="26922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against humans in chess?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Play a decent game of table tennis?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Unload dishwashers at home?</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highway?</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streets of San Francisco, or Dhaka?</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the internet?</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supershops like Shopno?</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Discover or prove new mathematical theorems?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Perform a surgical operation?</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Identify a disease from symptoms?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an art competition?</a:t>
            </a:r>
            <a:endParaRPr sz="1200">
              <a:solidFill>
                <a:schemeClr val="dk2"/>
              </a:solidFill>
              <a:latin typeface="Montserrat Medium"/>
              <a:ea typeface="Montserrat Medium"/>
              <a:cs typeface="Montserrat Medium"/>
              <a:sym typeface="Montserrat Medium"/>
            </a:endParaRPr>
          </a:p>
        </p:txBody>
      </p:sp>
      <p:sp>
        <p:nvSpPr>
          <p:cNvPr id="840" name="Google Shape;840;p49"/>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841" name="Google Shape;841;p49"/>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842" name="Google Shape;842;p49"/>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43" name="Google Shape;843;p49"/>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844" name="Google Shape;844;p49"/>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can AI do?</a:t>
            </a:r>
            <a:endParaRPr b="1" i="0" sz="2600" u="none" cap="none" strike="noStrike">
              <a:solidFill>
                <a:srgbClr val="940A15"/>
              </a:solidFill>
              <a:latin typeface="Montserrat"/>
              <a:ea typeface="Montserrat"/>
              <a:cs typeface="Montserrat"/>
              <a:sym typeface="Montserrat"/>
            </a:endParaRPr>
          </a:p>
        </p:txBody>
      </p:sp>
      <p:sp>
        <p:nvSpPr>
          <p:cNvPr id="845" name="Google Shape;845;p49"/>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grpSp>
        <p:nvGrpSpPr>
          <p:cNvPr id="846" name="Google Shape;846;p49"/>
          <p:cNvGrpSpPr/>
          <p:nvPr/>
        </p:nvGrpSpPr>
        <p:grpSpPr>
          <a:xfrm>
            <a:off x="3388641" y="917697"/>
            <a:ext cx="293541" cy="215187"/>
            <a:chOff x="5216456" y="3725484"/>
            <a:chExt cx="356196" cy="265631"/>
          </a:xfrm>
        </p:grpSpPr>
        <p:sp>
          <p:nvSpPr>
            <p:cNvPr id="847" name="Google Shape;847;p49"/>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9"/>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9" name="Google Shape;849;p49"/>
          <p:cNvSpPr/>
          <p:nvPr/>
        </p:nvSpPr>
        <p:spPr>
          <a:xfrm>
            <a:off x="3388650" y="138840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0" name="Google Shape;850;p49"/>
          <p:cNvSpPr/>
          <p:nvPr/>
        </p:nvSpPr>
        <p:spPr>
          <a:xfrm>
            <a:off x="3808400" y="113287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51" name="Google Shape;851;p49"/>
          <p:cNvGrpSpPr/>
          <p:nvPr/>
        </p:nvGrpSpPr>
        <p:grpSpPr>
          <a:xfrm>
            <a:off x="3514866" y="1603497"/>
            <a:ext cx="293541" cy="215187"/>
            <a:chOff x="5216456" y="3725484"/>
            <a:chExt cx="356196" cy="265631"/>
          </a:xfrm>
        </p:grpSpPr>
        <p:sp>
          <p:nvSpPr>
            <p:cNvPr id="852" name="Google Shape;852;p49"/>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49"/>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4" name="Google Shape;854;p49"/>
          <p:cNvGrpSpPr/>
          <p:nvPr/>
        </p:nvGrpSpPr>
        <p:grpSpPr>
          <a:xfrm>
            <a:off x="2877591" y="2249897"/>
            <a:ext cx="293541" cy="215187"/>
            <a:chOff x="5216456" y="3725484"/>
            <a:chExt cx="356196" cy="265631"/>
          </a:xfrm>
        </p:grpSpPr>
        <p:sp>
          <p:nvSpPr>
            <p:cNvPr id="855" name="Google Shape;855;p49"/>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9"/>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7" name="Google Shape;857;p49"/>
          <p:cNvGrpSpPr/>
          <p:nvPr/>
        </p:nvGrpSpPr>
        <p:grpSpPr>
          <a:xfrm>
            <a:off x="2877591" y="3366122"/>
            <a:ext cx="293541" cy="215187"/>
            <a:chOff x="5216456" y="3725484"/>
            <a:chExt cx="356196" cy="265631"/>
          </a:xfrm>
        </p:grpSpPr>
        <p:sp>
          <p:nvSpPr>
            <p:cNvPr id="858" name="Google Shape;858;p49"/>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49"/>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0" name="Google Shape;860;p49"/>
          <p:cNvSpPr/>
          <p:nvPr/>
        </p:nvSpPr>
        <p:spPr>
          <a:xfrm>
            <a:off x="1559325" y="19763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1" name="Google Shape;861;p49"/>
          <p:cNvSpPr/>
          <p:nvPr/>
        </p:nvSpPr>
        <p:spPr>
          <a:xfrm>
            <a:off x="3734600" y="24016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2" name="Google Shape;862;p49"/>
          <p:cNvSpPr/>
          <p:nvPr/>
        </p:nvSpPr>
        <p:spPr>
          <a:xfrm>
            <a:off x="3219800" y="2861125"/>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3" name="Google Shape;863;p49"/>
          <p:cNvSpPr/>
          <p:nvPr/>
        </p:nvSpPr>
        <p:spPr>
          <a:xfrm>
            <a:off x="3762750" y="310835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4" name="Google Shape;864;p49"/>
          <p:cNvSpPr/>
          <p:nvPr/>
        </p:nvSpPr>
        <p:spPr>
          <a:xfrm>
            <a:off x="4767750" y="269332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65" name="Google Shape;865;p49" title="220902164241-02-thtre-dopra-spatial-ai-generated-art.jpg"/>
          <p:cNvPicPr preferRelativeResize="0"/>
          <p:nvPr/>
        </p:nvPicPr>
        <p:blipFill>
          <a:blip r:embed="rId3">
            <a:alphaModFix/>
          </a:blip>
          <a:stretch>
            <a:fillRect/>
          </a:stretch>
        </p:blipFill>
        <p:spPr>
          <a:xfrm>
            <a:off x="5058775" y="1639125"/>
            <a:ext cx="3734825" cy="210083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cxnSp>
        <p:nvCxnSpPr>
          <p:cNvPr id="870" name="Google Shape;870;p50"/>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871" name="Google Shape;871;p50"/>
          <p:cNvSpPr txBox="1"/>
          <p:nvPr/>
        </p:nvSpPr>
        <p:spPr>
          <a:xfrm>
            <a:off x="462775" y="917525"/>
            <a:ext cx="4641600" cy="29139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against humans in chess?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Play a decent game of table tennis?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Unload dishwashers at home?</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highway?</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streets of San Francisco, or Dhaka?</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the internet?</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supershops like Shopno?</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Discover or prove new mathematical theorems?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Perform a surgical operation?</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Identify a disease from symptoms?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an art competition?</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Write a funny story? </a:t>
            </a:r>
            <a:endParaRPr sz="1200">
              <a:solidFill>
                <a:schemeClr val="dk2"/>
              </a:solidFill>
              <a:latin typeface="Montserrat Medium"/>
              <a:ea typeface="Montserrat Medium"/>
              <a:cs typeface="Montserrat Medium"/>
              <a:sym typeface="Montserrat Medium"/>
            </a:endParaRPr>
          </a:p>
        </p:txBody>
      </p:sp>
      <p:sp>
        <p:nvSpPr>
          <p:cNvPr id="872" name="Google Shape;872;p50"/>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873" name="Google Shape;873;p50"/>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874" name="Google Shape;874;p50"/>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5" name="Google Shape;875;p50"/>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876" name="Google Shape;876;p50"/>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can AI do?</a:t>
            </a:r>
            <a:endParaRPr b="1" i="0" sz="2600" u="none" cap="none" strike="noStrike">
              <a:solidFill>
                <a:srgbClr val="940A15"/>
              </a:solidFill>
              <a:latin typeface="Montserrat"/>
              <a:ea typeface="Montserrat"/>
              <a:cs typeface="Montserrat"/>
              <a:sym typeface="Montserrat"/>
            </a:endParaRPr>
          </a:p>
        </p:txBody>
      </p:sp>
      <p:sp>
        <p:nvSpPr>
          <p:cNvPr id="877" name="Google Shape;877;p50"/>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grpSp>
        <p:nvGrpSpPr>
          <p:cNvPr id="878" name="Google Shape;878;p50"/>
          <p:cNvGrpSpPr/>
          <p:nvPr/>
        </p:nvGrpSpPr>
        <p:grpSpPr>
          <a:xfrm>
            <a:off x="3388641" y="917697"/>
            <a:ext cx="293541" cy="215187"/>
            <a:chOff x="5216456" y="3725484"/>
            <a:chExt cx="356196" cy="265631"/>
          </a:xfrm>
        </p:grpSpPr>
        <p:sp>
          <p:nvSpPr>
            <p:cNvPr id="879" name="Google Shape;879;p50"/>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50"/>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1" name="Google Shape;881;p50"/>
          <p:cNvSpPr/>
          <p:nvPr/>
        </p:nvSpPr>
        <p:spPr>
          <a:xfrm>
            <a:off x="3388650" y="138840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2" name="Google Shape;882;p50"/>
          <p:cNvSpPr/>
          <p:nvPr/>
        </p:nvSpPr>
        <p:spPr>
          <a:xfrm>
            <a:off x="3808400" y="113287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83" name="Google Shape;883;p50"/>
          <p:cNvGrpSpPr/>
          <p:nvPr/>
        </p:nvGrpSpPr>
        <p:grpSpPr>
          <a:xfrm>
            <a:off x="3514866" y="1603497"/>
            <a:ext cx="293541" cy="215187"/>
            <a:chOff x="5216456" y="3725484"/>
            <a:chExt cx="356196" cy="265631"/>
          </a:xfrm>
        </p:grpSpPr>
        <p:sp>
          <p:nvSpPr>
            <p:cNvPr id="884" name="Google Shape;884;p50"/>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50"/>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6" name="Google Shape;886;p50"/>
          <p:cNvGrpSpPr/>
          <p:nvPr/>
        </p:nvGrpSpPr>
        <p:grpSpPr>
          <a:xfrm>
            <a:off x="2877591" y="2249897"/>
            <a:ext cx="293541" cy="215187"/>
            <a:chOff x="5216456" y="3725484"/>
            <a:chExt cx="356196" cy="265631"/>
          </a:xfrm>
        </p:grpSpPr>
        <p:sp>
          <p:nvSpPr>
            <p:cNvPr id="887" name="Google Shape;887;p50"/>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50"/>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9" name="Google Shape;889;p50"/>
          <p:cNvGrpSpPr/>
          <p:nvPr/>
        </p:nvGrpSpPr>
        <p:grpSpPr>
          <a:xfrm>
            <a:off x="2877591" y="3366122"/>
            <a:ext cx="293541" cy="215187"/>
            <a:chOff x="5216456" y="3725484"/>
            <a:chExt cx="356196" cy="265631"/>
          </a:xfrm>
        </p:grpSpPr>
        <p:sp>
          <p:nvSpPr>
            <p:cNvPr id="890" name="Google Shape;890;p50"/>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50"/>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2" name="Google Shape;892;p50"/>
          <p:cNvGrpSpPr/>
          <p:nvPr/>
        </p:nvGrpSpPr>
        <p:grpSpPr>
          <a:xfrm>
            <a:off x="2584066" y="3544347"/>
            <a:ext cx="293541" cy="215187"/>
            <a:chOff x="5216456" y="3725484"/>
            <a:chExt cx="356196" cy="265631"/>
          </a:xfrm>
        </p:grpSpPr>
        <p:sp>
          <p:nvSpPr>
            <p:cNvPr id="893" name="Google Shape;893;p50"/>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50"/>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5" name="Google Shape;895;p50"/>
          <p:cNvSpPr/>
          <p:nvPr/>
        </p:nvSpPr>
        <p:spPr>
          <a:xfrm>
            <a:off x="1559325" y="19763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6" name="Google Shape;896;p50"/>
          <p:cNvSpPr/>
          <p:nvPr/>
        </p:nvSpPr>
        <p:spPr>
          <a:xfrm>
            <a:off x="3734600" y="24016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7" name="Google Shape;897;p50"/>
          <p:cNvSpPr/>
          <p:nvPr/>
        </p:nvSpPr>
        <p:spPr>
          <a:xfrm>
            <a:off x="3219800" y="2861125"/>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8" name="Google Shape;898;p50"/>
          <p:cNvSpPr/>
          <p:nvPr/>
        </p:nvSpPr>
        <p:spPr>
          <a:xfrm>
            <a:off x="3762750" y="310835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9" name="Google Shape;899;p50"/>
          <p:cNvSpPr/>
          <p:nvPr/>
        </p:nvSpPr>
        <p:spPr>
          <a:xfrm>
            <a:off x="4767750" y="269332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cxnSp>
        <p:nvCxnSpPr>
          <p:cNvPr id="904" name="Google Shape;904;p51"/>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905" name="Google Shape;905;p51"/>
          <p:cNvSpPr txBox="1"/>
          <p:nvPr/>
        </p:nvSpPr>
        <p:spPr>
          <a:xfrm>
            <a:off x="462775" y="917525"/>
            <a:ext cx="4641600" cy="31353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against humans in chess?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Play a decent game of table tennis?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Unload dishwashers at home?</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highway?</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Drive safely along the streets of San Francisco, or Dhaka?</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the internet?</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Shop from supershops like Shopno?</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Discover or prove new mathematical theorems?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Perform a surgical operation?</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Identify a disease from symptoms?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Win an art competition?</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Write a funny story? </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Construct a building?</a:t>
            </a:r>
            <a:endParaRPr sz="1200">
              <a:solidFill>
                <a:schemeClr val="dk2"/>
              </a:solidFill>
              <a:latin typeface="Montserrat Medium"/>
              <a:ea typeface="Montserrat Medium"/>
              <a:cs typeface="Montserrat Medium"/>
              <a:sym typeface="Montserrat Medium"/>
            </a:endParaRPr>
          </a:p>
        </p:txBody>
      </p:sp>
      <p:sp>
        <p:nvSpPr>
          <p:cNvPr id="906" name="Google Shape;906;p51"/>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907" name="Google Shape;907;p51"/>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908" name="Google Shape;908;p51"/>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9" name="Google Shape;909;p51"/>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910" name="Google Shape;910;p51"/>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can AI do?</a:t>
            </a:r>
            <a:endParaRPr b="1" i="0" sz="2600" u="none" cap="none" strike="noStrike">
              <a:solidFill>
                <a:srgbClr val="940A15"/>
              </a:solidFill>
              <a:latin typeface="Montserrat"/>
              <a:ea typeface="Montserrat"/>
              <a:cs typeface="Montserrat"/>
              <a:sym typeface="Montserrat"/>
            </a:endParaRPr>
          </a:p>
        </p:txBody>
      </p:sp>
      <p:sp>
        <p:nvSpPr>
          <p:cNvPr id="911" name="Google Shape;911;p51"/>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grpSp>
        <p:nvGrpSpPr>
          <p:cNvPr id="912" name="Google Shape;912;p51"/>
          <p:cNvGrpSpPr/>
          <p:nvPr/>
        </p:nvGrpSpPr>
        <p:grpSpPr>
          <a:xfrm>
            <a:off x="3388641" y="917697"/>
            <a:ext cx="293541" cy="215187"/>
            <a:chOff x="5216456" y="3725484"/>
            <a:chExt cx="356196" cy="265631"/>
          </a:xfrm>
        </p:grpSpPr>
        <p:sp>
          <p:nvSpPr>
            <p:cNvPr id="913" name="Google Shape;913;p51"/>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51"/>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5" name="Google Shape;915;p51"/>
          <p:cNvSpPr/>
          <p:nvPr/>
        </p:nvSpPr>
        <p:spPr>
          <a:xfrm>
            <a:off x="3388650" y="138840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6" name="Google Shape;916;p51"/>
          <p:cNvSpPr/>
          <p:nvPr/>
        </p:nvSpPr>
        <p:spPr>
          <a:xfrm>
            <a:off x="3808400" y="113287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17" name="Google Shape;917;p51"/>
          <p:cNvGrpSpPr/>
          <p:nvPr/>
        </p:nvGrpSpPr>
        <p:grpSpPr>
          <a:xfrm>
            <a:off x="3514866" y="1603497"/>
            <a:ext cx="293541" cy="215187"/>
            <a:chOff x="5216456" y="3725484"/>
            <a:chExt cx="356196" cy="265631"/>
          </a:xfrm>
        </p:grpSpPr>
        <p:sp>
          <p:nvSpPr>
            <p:cNvPr id="918" name="Google Shape;918;p51"/>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51"/>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0" name="Google Shape;920;p51"/>
          <p:cNvGrpSpPr/>
          <p:nvPr/>
        </p:nvGrpSpPr>
        <p:grpSpPr>
          <a:xfrm>
            <a:off x="2877591" y="2249897"/>
            <a:ext cx="293541" cy="215187"/>
            <a:chOff x="5216456" y="3725484"/>
            <a:chExt cx="356196" cy="265631"/>
          </a:xfrm>
        </p:grpSpPr>
        <p:sp>
          <p:nvSpPr>
            <p:cNvPr id="921" name="Google Shape;921;p51"/>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51"/>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3" name="Google Shape;923;p51"/>
          <p:cNvGrpSpPr/>
          <p:nvPr/>
        </p:nvGrpSpPr>
        <p:grpSpPr>
          <a:xfrm>
            <a:off x="2877591" y="3366122"/>
            <a:ext cx="293541" cy="215187"/>
            <a:chOff x="5216456" y="3725484"/>
            <a:chExt cx="356196" cy="265631"/>
          </a:xfrm>
        </p:grpSpPr>
        <p:sp>
          <p:nvSpPr>
            <p:cNvPr id="924" name="Google Shape;924;p51"/>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51"/>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6" name="Google Shape;926;p51"/>
          <p:cNvGrpSpPr/>
          <p:nvPr/>
        </p:nvGrpSpPr>
        <p:grpSpPr>
          <a:xfrm>
            <a:off x="2584066" y="3544347"/>
            <a:ext cx="293541" cy="215187"/>
            <a:chOff x="5216456" y="3725484"/>
            <a:chExt cx="356196" cy="265631"/>
          </a:xfrm>
        </p:grpSpPr>
        <p:sp>
          <p:nvSpPr>
            <p:cNvPr id="927" name="Google Shape;927;p51"/>
            <p:cNvSpPr/>
            <p:nvPr/>
          </p:nvSpPr>
          <p:spPr>
            <a:xfrm>
              <a:off x="5216456" y="3814335"/>
              <a:ext cx="296465" cy="176780"/>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51"/>
            <p:cNvSpPr/>
            <p:nvPr/>
          </p:nvSpPr>
          <p:spPr>
            <a:xfrm>
              <a:off x="5304925" y="3725484"/>
              <a:ext cx="267726" cy="170715"/>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9" name="Google Shape;929;p51"/>
          <p:cNvSpPr/>
          <p:nvPr/>
        </p:nvSpPr>
        <p:spPr>
          <a:xfrm>
            <a:off x="2630625" y="3759525"/>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0" name="Google Shape;930;p51"/>
          <p:cNvSpPr/>
          <p:nvPr/>
        </p:nvSpPr>
        <p:spPr>
          <a:xfrm>
            <a:off x="1559325" y="19763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1" name="Google Shape;931;p51"/>
          <p:cNvSpPr/>
          <p:nvPr/>
        </p:nvSpPr>
        <p:spPr>
          <a:xfrm>
            <a:off x="3734600" y="2401650"/>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2" name="Google Shape;932;p51"/>
          <p:cNvSpPr/>
          <p:nvPr/>
        </p:nvSpPr>
        <p:spPr>
          <a:xfrm>
            <a:off x="3219800" y="2861125"/>
            <a:ext cx="440400" cy="340200"/>
          </a:xfrm>
          <a:prstGeom prst="mathMultiply">
            <a:avLst>
              <a:gd fmla="val 23520" name="adj1"/>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3" name="Google Shape;933;p51"/>
          <p:cNvSpPr/>
          <p:nvPr/>
        </p:nvSpPr>
        <p:spPr>
          <a:xfrm>
            <a:off x="3762750" y="3108350"/>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4" name="Google Shape;934;p51"/>
          <p:cNvSpPr/>
          <p:nvPr/>
        </p:nvSpPr>
        <p:spPr>
          <a:xfrm>
            <a:off x="4767750" y="2693325"/>
            <a:ext cx="209400" cy="215100"/>
          </a:xfrm>
          <a:prstGeom prst="flowChartConnector">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cxnSp>
        <p:nvCxnSpPr>
          <p:cNvPr id="939" name="Google Shape;939;p52"/>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940" name="Google Shape;940;p52"/>
          <p:cNvSpPr txBox="1"/>
          <p:nvPr/>
        </p:nvSpPr>
        <p:spPr>
          <a:xfrm>
            <a:off x="462775" y="841325"/>
            <a:ext cx="7861200" cy="41637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rgbClr val="4A86E8"/>
              </a:buClr>
              <a:buSzPts val="1400"/>
              <a:buFont typeface="Montserrat Medium"/>
              <a:buChar char="●"/>
            </a:pPr>
            <a:r>
              <a:rPr b="1" lang="en">
                <a:solidFill>
                  <a:srgbClr val="4A86E8"/>
                </a:solidFill>
                <a:latin typeface="Montserrat"/>
                <a:ea typeface="Montserrat"/>
                <a:cs typeface="Montserrat"/>
                <a:sym typeface="Montserrat"/>
              </a:rPr>
              <a:t>1940—1950: Early days: neural and computer science meet</a:t>
            </a:r>
            <a:endParaRPr b="1">
              <a:solidFill>
                <a:srgbClr val="4A86E8"/>
              </a:solidFill>
              <a:latin typeface="Montserrat"/>
              <a:ea typeface="Montserrat"/>
              <a:cs typeface="Montserrat"/>
              <a:sym typeface="Montserrat"/>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1943: McCulloch &amp; Pitts: Boolean circuit model of brain</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1950: Turing's “Computing Machinery and Intelligence”</a:t>
            </a:r>
            <a:endParaRPr>
              <a:solidFill>
                <a:schemeClr val="dk2"/>
              </a:solidFill>
              <a:latin typeface="Montserrat Medium"/>
              <a:ea typeface="Montserrat Medium"/>
              <a:cs typeface="Montserrat Medium"/>
              <a:sym typeface="Montserrat Medium"/>
            </a:endParaRPr>
          </a:p>
          <a:p>
            <a:pPr indent="0" lvl="0" marL="914400" rtl="0" algn="just">
              <a:lnSpc>
                <a:spcPct val="120000"/>
              </a:lnSpc>
              <a:spcBef>
                <a:spcPts val="0"/>
              </a:spcBef>
              <a:spcAft>
                <a:spcPts val="0"/>
              </a:spcAft>
              <a:buNone/>
            </a:pPr>
            <a:r>
              <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1950—70: Excitement! Logic-driven</a:t>
            </a:r>
            <a:endParaRPr b="1">
              <a:solidFill>
                <a:srgbClr val="4A86E8"/>
              </a:solidFill>
              <a:latin typeface="Montserrat"/>
              <a:ea typeface="Montserrat"/>
              <a:cs typeface="Montserrat"/>
              <a:sym typeface="Montserrat"/>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1950s: Early AI programs, including Samuel's checkers program, Newell &amp; Simon's Logic Theorist, Gelernter's Geometry Engine</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1956: Dartmouth meeting: “Artificial Intelligence” adopted</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1957: Newell, Shaw, Simon GPS, General Problem Solver</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1965: Robinson's complete algorithm for logical reasoning</a:t>
            </a:r>
            <a:endParaRPr>
              <a:solidFill>
                <a:schemeClr val="dk2"/>
              </a:solidFill>
              <a:latin typeface="Montserrat Medium"/>
              <a:ea typeface="Montserrat Medium"/>
              <a:cs typeface="Montserrat Medium"/>
              <a:sym typeface="Montserrat Medium"/>
            </a:endParaRPr>
          </a:p>
          <a:p>
            <a:pPr indent="0" lvl="0" marL="914400" rtl="0" algn="just">
              <a:lnSpc>
                <a:spcPct val="120000"/>
              </a:lnSpc>
              <a:spcBef>
                <a:spcPts val="0"/>
              </a:spcBef>
              <a:spcAft>
                <a:spcPts val="0"/>
              </a:spcAft>
              <a:buNone/>
            </a:pPr>
            <a:r>
              <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1970—90: Knowledge-based approaches</a:t>
            </a:r>
            <a:endParaRPr b="1">
              <a:solidFill>
                <a:srgbClr val="4A86E8"/>
              </a:solidFill>
              <a:latin typeface="Montserrat"/>
              <a:ea typeface="Montserrat"/>
              <a:cs typeface="Montserrat"/>
              <a:sym typeface="Montserrat"/>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1969—79: Early development of knowledge-based systems</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1980—88: Expert systems industry booms</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1988—93: Expert systems industry busts: “AI Winter”</a:t>
            </a:r>
            <a:endParaRPr>
              <a:solidFill>
                <a:schemeClr val="dk2"/>
              </a:solidFill>
              <a:latin typeface="Montserrat Medium"/>
              <a:ea typeface="Montserrat Medium"/>
              <a:cs typeface="Montserrat Medium"/>
              <a:sym typeface="Montserrat Medium"/>
            </a:endParaRPr>
          </a:p>
          <a:p>
            <a:pPr indent="0" lvl="0" marL="0" rtl="0" algn="just">
              <a:lnSpc>
                <a:spcPct val="120000"/>
              </a:lnSpc>
              <a:spcBef>
                <a:spcPts val="0"/>
              </a:spcBef>
              <a:spcAft>
                <a:spcPts val="1000"/>
              </a:spcAft>
              <a:buNone/>
            </a:pPr>
            <a:r>
              <a:t/>
            </a:r>
            <a:endParaRPr i="1">
              <a:solidFill>
                <a:schemeClr val="dk2"/>
              </a:solidFill>
              <a:latin typeface="Calibri"/>
              <a:ea typeface="Calibri"/>
              <a:cs typeface="Calibri"/>
              <a:sym typeface="Calibri"/>
            </a:endParaRPr>
          </a:p>
        </p:txBody>
      </p:sp>
      <p:sp>
        <p:nvSpPr>
          <p:cNvPr id="941" name="Google Shape;941;p52"/>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942" name="Google Shape;942;p52"/>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943" name="Google Shape;943;p52"/>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44" name="Google Shape;944;p52"/>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945" name="Google Shape;945;p52"/>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 (short) History of AI</a:t>
            </a:r>
            <a:endParaRPr b="1" i="0" sz="2600" u="none" cap="none" strike="noStrike">
              <a:solidFill>
                <a:srgbClr val="940A15"/>
              </a:solidFill>
              <a:latin typeface="Montserrat"/>
              <a:ea typeface="Montserrat"/>
              <a:cs typeface="Montserrat"/>
              <a:sym typeface="Montserrat"/>
            </a:endParaRPr>
          </a:p>
        </p:txBody>
      </p:sp>
      <p:sp>
        <p:nvSpPr>
          <p:cNvPr id="946" name="Google Shape;946;p52"/>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cxnSp>
        <p:nvCxnSpPr>
          <p:cNvPr id="951" name="Google Shape;951;p53"/>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952" name="Google Shape;952;p53"/>
          <p:cNvSpPr txBox="1"/>
          <p:nvPr/>
        </p:nvSpPr>
        <p:spPr>
          <a:xfrm>
            <a:off x="462775" y="688925"/>
            <a:ext cx="7861200" cy="44223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rgbClr val="4A86E8"/>
              </a:buClr>
              <a:buSzPts val="1400"/>
              <a:buFont typeface="Montserrat Medium"/>
              <a:buChar char="●"/>
            </a:pPr>
            <a:r>
              <a:rPr b="1" lang="en">
                <a:solidFill>
                  <a:srgbClr val="4A86E8"/>
                </a:solidFill>
                <a:latin typeface="Montserrat"/>
                <a:ea typeface="Montserrat"/>
                <a:cs typeface="Montserrat"/>
                <a:sym typeface="Montserrat"/>
              </a:rPr>
              <a:t>1990—2010: Statistical approaches</a:t>
            </a:r>
            <a:endParaRPr b="1">
              <a:solidFill>
                <a:srgbClr val="4A86E8"/>
              </a:solidFill>
              <a:latin typeface="Montserrat"/>
              <a:ea typeface="Montserrat"/>
              <a:cs typeface="Montserrat"/>
              <a:sym typeface="Montserrat"/>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Resurgence of probability, focus on uncertainty</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1992: TD-Gammon attains human-level performance</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1996: Kasparov defeats Deep Blue at chess</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1997: Deep Blue defeats Kasparov at chess</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2002: Embodied AI; Roomba vacuum invented</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2004: First DARPA Grand Challenge robot race</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2007: Checkers is solved!</a:t>
            </a:r>
            <a:endParaRPr>
              <a:solidFill>
                <a:schemeClr val="dk2"/>
              </a:solidFill>
              <a:latin typeface="Montserrat Medium"/>
              <a:ea typeface="Montserrat Medium"/>
              <a:cs typeface="Montserrat Medium"/>
              <a:sym typeface="Montserrat Medium"/>
            </a:endParaRPr>
          </a:p>
          <a:p>
            <a:pPr indent="0" lvl="0" marL="914400" rtl="0" algn="just">
              <a:lnSpc>
                <a:spcPct val="120000"/>
              </a:lnSpc>
              <a:spcBef>
                <a:spcPts val="0"/>
              </a:spcBef>
              <a:spcAft>
                <a:spcPts val="0"/>
              </a:spcAft>
              <a:buNone/>
            </a:pPr>
            <a:r>
              <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2010—2017: Big Data, GPUs, Deep Learning</a:t>
            </a:r>
            <a:endParaRPr b="1">
              <a:solidFill>
                <a:srgbClr val="4A86E8"/>
              </a:solidFill>
              <a:latin typeface="Montserrat"/>
              <a:ea typeface="Montserrat"/>
              <a:cs typeface="Montserrat"/>
              <a:sym typeface="Montserrat"/>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2010: Google self-driving cars reach their 1000th mile</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2011: Apple releases SIRI</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2012: AlexNet (neural net) wins ImageNet (image recognition) competition</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2015: DeepMind achieves human-level control in Atari games</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2016: DeepMind’s AlphaGo beat Go Master, Lee Sedol</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2016: Google Translate migrates to neural networks</a:t>
            </a:r>
            <a:endParaRPr>
              <a:solidFill>
                <a:schemeClr val="dk2"/>
              </a:solidFill>
              <a:latin typeface="Montserrat Medium"/>
              <a:ea typeface="Montserrat Medium"/>
              <a:cs typeface="Montserrat Medium"/>
              <a:sym typeface="Montserrat Medium"/>
            </a:endParaRPr>
          </a:p>
          <a:p>
            <a:pPr indent="0" lvl="0" marL="0" rtl="0" algn="just">
              <a:lnSpc>
                <a:spcPct val="120000"/>
              </a:lnSpc>
              <a:spcBef>
                <a:spcPts val="0"/>
              </a:spcBef>
              <a:spcAft>
                <a:spcPts val="1000"/>
              </a:spcAft>
              <a:buNone/>
            </a:pPr>
            <a:r>
              <a:t/>
            </a:r>
            <a:endParaRPr i="1">
              <a:solidFill>
                <a:schemeClr val="dk2"/>
              </a:solidFill>
              <a:latin typeface="Calibri"/>
              <a:ea typeface="Calibri"/>
              <a:cs typeface="Calibri"/>
              <a:sym typeface="Calibri"/>
            </a:endParaRPr>
          </a:p>
        </p:txBody>
      </p:sp>
      <p:sp>
        <p:nvSpPr>
          <p:cNvPr id="953" name="Google Shape;953;p53"/>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954" name="Google Shape;954;p53"/>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955" name="Google Shape;955;p53"/>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56" name="Google Shape;956;p53"/>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957" name="Google Shape;957;p53"/>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 (short) History of AI</a:t>
            </a:r>
            <a:endParaRPr b="1" i="0" sz="2600" u="none" cap="none" strike="noStrike">
              <a:solidFill>
                <a:srgbClr val="940A15"/>
              </a:solidFill>
              <a:latin typeface="Montserrat"/>
              <a:ea typeface="Montserrat"/>
              <a:cs typeface="Montserrat"/>
              <a:sym typeface="Montserrat"/>
            </a:endParaRPr>
          </a:p>
        </p:txBody>
      </p:sp>
      <p:sp>
        <p:nvSpPr>
          <p:cNvPr id="958" name="Google Shape;958;p53"/>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cxnSp>
        <p:nvCxnSpPr>
          <p:cNvPr id="963" name="Google Shape;963;p54"/>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964" name="Google Shape;964;p54"/>
          <p:cNvSpPr txBox="1"/>
          <p:nvPr/>
        </p:nvSpPr>
        <p:spPr>
          <a:xfrm>
            <a:off x="462775" y="688925"/>
            <a:ext cx="7861200" cy="18363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rgbClr val="4A86E8"/>
              </a:buClr>
              <a:buSzPts val="1400"/>
              <a:buFont typeface="Montserrat Medium"/>
              <a:buChar char="●"/>
            </a:pPr>
            <a:r>
              <a:rPr b="1" lang="en">
                <a:solidFill>
                  <a:srgbClr val="4A86E8"/>
                </a:solidFill>
                <a:latin typeface="Montserrat"/>
                <a:ea typeface="Montserrat"/>
                <a:cs typeface="Montserrat"/>
                <a:sym typeface="Montserrat"/>
              </a:rPr>
              <a:t>2017—: Scaling up, Large Language Models</a:t>
            </a:r>
            <a:endParaRPr b="1">
              <a:solidFill>
                <a:srgbClr val="4A86E8"/>
              </a:solidFill>
              <a:latin typeface="Montserrat"/>
              <a:ea typeface="Montserrat"/>
              <a:cs typeface="Montserrat"/>
              <a:sym typeface="Montserrat"/>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2017: Google invents Transformer architecture </a:t>
            </a:r>
            <a:r>
              <a:rPr i="1" lang="en">
                <a:solidFill>
                  <a:schemeClr val="dk2"/>
                </a:solidFill>
                <a:latin typeface="Montserrat Medium"/>
                <a:ea typeface="Montserrat Medium"/>
                <a:cs typeface="Montserrat Medium"/>
                <a:sym typeface="Montserrat Medium"/>
              </a:rPr>
              <a:t>“Attention is All You Need”</a:t>
            </a:r>
            <a:endParaRPr i="1">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2017: DeepStack and Libratus defeat humans at poker</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2018-2020: AlphaFold predicts protein structure from amino acids</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2021-2022: Modern text-to-image generation</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2022: OpenAI release ChatGPT</a:t>
            </a:r>
            <a:endParaRPr>
              <a:solidFill>
                <a:schemeClr val="dk2"/>
              </a:solidFill>
              <a:latin typeface="Montserrat Medium"/>
              <a:ea typeface="Montserrat Medium"/>
              <a:cs typeface="Montserrat Medium"/>
              <a:sym typeface="Montserrat Medium"/>
            </a:endParaRPr>
          </a:p>
          <a:p>
            <a:pPr indent="0" lvl="0" marL="0" rtl="0" algn="just">
              <a:lnSpc>
                <a:spcPct val="120000"/>
              </a:lnSpc>
              <a:spcBef>
                <a:spcPts val="0"/>
              </a:spcBef>
              <a:spcAft>
                <a:spcPts val="1000"/>
              </a:spcAft>
              <a:buNone/>
            </a:pPr>
            <a:r>
              <a:t/>
            </a:r>
            <a:endParaRPr i="1">
              <a:solidFill>
                <a:schemeClr val="dk2"/>
              </a:solidFill>
              <a:latin typeface="Calibri"/>
              <a:ea typeface="Calibri"/>
              <a:cs typeface="Calibri"/>
              <a:sym typeface="Calibri"/>
            </a:endParaRPr>
          </a:p>
        </p:txBody>
      </p:sp>
      <p:sp>
        <p:nvSpPr>
          <p:cNvPr id="965" name="Google Shape;965;p54"/>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966" name="Google Shape;966;p54"/>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967" name="Google Shape;967;p54"/>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68" name="Google Shape;968;p54"/>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969" name="Google Shape;969;p54"/>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 (short) History of AI</a:t>
            </a:r>
            <a:endParaRPr b="1" i="0" sz="2600" u="none" cap="none" strike="noStrike">
              <a:solidFill>
                <a:srgbClr val="940A15"/>
              </a:solidFill>
              <a:latin typeface="Montserrat"/>
              <a:ea typeface="Montserrat"/>
              <a:cs typeface="Montserrat"/>
              <a:sym typeface="Montserrat"/>
            </a:endParaRPr>
          </a:p>
        </p:txBody>
      </p:sp>
      <p:sp>
        <p:nvSpPr>
          <p:cNvPr id="970" name="Google Shape;970;p54"/>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cxnSp>
        <p:nvCxnSpPr>
          <p:cNvPr id="975" name="Google Shape;975;p55"/>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976" name="Google Shape;976;p55"/>
          <p:cNvSpPr txBox="1"/>
          <p:nvPr/>
        </p:nvSpPr>
        <p:spPr>
          <a:xfrm>
            <a:off x="431900" y="688925"/>
            <a:ext cx="8241600" cy="4103100"/>
          </a:xfrm>
          <a:prstGeom prst="rect">
            <a:avLst/>
          </a:prstGeom>
          <a:noFill/>
          <a:ln>
            <a:noFill/>
          </a:ln>
        </p:spPr>
        <p:txBody>
          <a:bodyPr anchorCtr="0" anchor="t" bIns="34275" lIns="68575" spcFirstLastPara="1" rIns="68575" wrap="square" tIns="34275">
            <a:spAutoFit/>
          </a:bodyPr>
          <a:lstStyle/>
          <a:p>
            <a:pPr indent="-304800" lvl="0" marL="457200" rtl="0" algn="just">
              <a:lnSpc>
                <a:spcPct val="120000"/>
              </a:lnSpc>
              <a:spcBef>
                <a:spcPts val="0"/>
              </a:spcBef>
              <a:spcAft>
                <a:spcPts val="0"/>
              </a:spcAft>
              <a:buClr>
                <a:srgbClr val="4A86E8"/>
              </a:buClr>
              <a:buSzPts val="1200"/>
              <a:buFont typeface="Montserrat Medium"/>
              <a:buChar char="●"/>
            </a:pPr>
            <a:r>
              <a:rPr b="1" lang="en" sz="1200">
                <a:solidFill>
                  <a:srgbClr val="4A86E8"/>
                </a:solidFill>
                <a:latin typeface="Montserrat"/>
                <a:ea typeface="Montserrat"/>
                <a:cs typeface="Montserrat"/>
                <a:sym typeface="Montserrat"/>
              </a:rPr>
              <a:t>Healthcare:</a:t>
            </a:r>
            <a:r>
              <a:rPr lang="en" sz="1200">
                <a:solidFill>
                  <a:schemeClr val="dk2"/>
                </a:solidFill>
                <a:latin typeface="Montserrat Medium"/>
                <a:ea typeface="Montserrat Medium"/>
                <a:cs typeface="Montserrat Medium"/>
                <a:sym typeface="Montserrat Medium"/>
              </a:rPr>
              <a:t> medical imaging analysis, disease prediction, personalized medicine, drug discovery</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1000"/>
              </a:spcBef>
              <a:spcAft>
                <a:spcPts val="0"/>
              </a:spcAft>
              <a:buClr>
                <a:srgbClr val="4A86E8"/>
              </a:buClr>
              <a:buSzPts val="1200"/>
              <a:buFont typeface="Montserrat Medium"/>
              <a:buChar char="●"/>
            </a:pPr>
            <a:r>
              <a:rPr b="1" lang="en" sz="1200">
                <a:solidFill>
                  <a:srgbClr val="4A86E8"/>
                </a:solidFill>
                <a:latin typeface="Montserrat"/>
                <a:ea typeface="Montserrat"/>
                <a:cs typeface="Montserrat"/>
                <a:sym typeface="Montserrat"/>
              </a:rPr>
              <a:t>Business &amp; finance</a:t>
            </a:r>
            <a:r>
              <a:rPr lang="en" sz="1200">
                <a:solidFill>
                  <a:schemeClr val="dk2"/>
                </a:solidFill>
                <a:latin typeface="Montserrat Medium"/>
                <a:ea typeface="Montserrat Medium"/>
                <a:cs typeface="Montserrat Medium"/>
                <a:sym typeface="Montserrat Medium"/>
              </a:rPr>
              <a:t>: fraud detection, algorithmic trading, customer service</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1000"/>
              </a:spcBef>
              <a:spcAft>
                <a:spcPts val="0"/>
              </a:spcAft>
              <a:buClr>
                <a:srgbClr val="4A86E8"/>
              </a:buClr>
              <a:buSzPts val="1200"/>
              <a:buFont typeface="Montserrat Medium"/>
              <a:buChar char="●"/>
            </a:pPr>
            <a:r>
              <a:rPr b="1" lang="en" sz="1200">
                <a:solidFill>
                  <a:srgbClr val="4A86E8"/>
                </a:solidFill>
                <a:latin typeface="Montserrat"/>
                <a:ea typeface="Montserrat"/>
                <a:cs typeface="Montserrat"/>
                <a:sym typeface="Montserrat"/>
              </a:rPr>
              <a:t>Retail &amp; E-commerce:</a:t>
            </a:r>
            <a:r>
              <a:rPr lang="en" sz="1200">
                <a:solidFill>
                  <a:schemeClr val="dk2"/>
                </a:solidFill>
                <a:latin typeface="Montserrat Medium"/>
                <a:ea typeface="Montserrat Medium"/>
                <a:cs typeface="Montserrat Medium"/>
                <a:sym typeface="Montserrat Medium"/>
              </a:rPr>
              <a:t> recommendation system, inventory management, AI shopping assistants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1000"/>
              </a:spcBef>
              <a:spcAft>
                <a:spcPts val="0"/>
              </a:spcAft>
              <a:buClr>
                <a:srgbClr val="4A86E8"/>
              </a:buClr>
              <a:buSzPts val="1200"/>
              <a:buFont typeface="Montserrat Medium"/>
              <a:buChar char="●"/>
            </a:pPr>
            <a:r>
              <a:rPr b="1" lang="en" sz="1200">
                <a:solidFill>
                  <a:srgbClr val="4A86E8"/>
                </a:solidFill>
                <a:latin typeface="Montserrat"/>
                <a:ea typeface="Montserrat"/>
                <a:cs typeface="Montserrat"/>
                <a:sym typeface="Montserrat"/>
              </a:rPr>
              <a:t>Transportation:</a:t>
            </a:r>
            <a:r>
              <a:rPr lang="en" sz="1200">
                <a:solidFill>
                  <a:schemeClr val="dk2"/>
                </a:solidFill>
                <a:latin typeface="Montserrat Medium"/>
                <a:ea typeface="Montserrat Medium"/>
                <a:cs typeface="Montserrat Medium"/>
                <a:sym typeface="Montserrat Medium"/>
              </a:rPr>
              <a:t> self-driving cars, traffic management, route planning, </a:t>
            </a:r>
            <a:r>
              <a:rPr lang="en" sz="1200">
                <a:solidFill>
                  <a:schemeClr val="dk2"/>
                </a:solidFill>
                <a:latin typeface="Montserrat Medium"/>
                <a:ea typeface="Montserrat Medium"/>
                <a:cs typeface="Montserrat Medium"/>
                <a:sym typeface="Montserrat Medium"/>
              </a:rPr>
              <a:t>autonomous</a:t>
            </a:r>
            <a:r>
              <a:rPr lang="en" sz="1200">
                <a:solidFill>
                  <a:schemeClr val="dk2"/>
                </a:solidFill>
                <a:latin typeface="Montserrat Medium"/>
                <a:ea typeface="Montserrat Medium"/>
                <a:cs typeface="Montserrat Medium"/>
                <a:sym typeface="Montserrat Medium"/>
              </a:rPr>
              <a:t> delivery</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1000"/>
              </a:spcBef>
              <a:spcAft>
                <a:spcPts val="0"/>
              </a:spcAft>
              <a:buClr>
                <a:srgbClr val="4A86E8"/>
              </a:buClr>
              <a:buSzPts val="1200"/>
              <a:buFont typeface="Montserrat Medium"/>
              <a:buChar char="●"/>
            </a:pPr>
            <a:r>
              <a:rPr b="1" lang="en" sz="1200">
                <a:solidFill>
                  <a:srgbClr val="4A86E8"/>
                </a:solidFill>
                <a:latin typeface="Montserrat"/>
                <a:ea typeface="Montserrat"/>
                <a:cs typeface="Montserrat"/>
                <a:sym typeface="Montserrat"/>
              </a:rPr>
              <a:t>Education:</a:t>
            </a:r>
            <a:r>
              <a:rPr lang="en" sz="1200">
                <a:solidFill>
                  <a:schemeClr val="dk2"/>
                </a:solidFill>
                <a:latin typeface="Montserrat Medium"/>
                <a:ea typeface="Montserrat Medium"/>
                <a:cs typeface="Montserrat Medium"/>
                <a:sym typeface="Montserrat Medium"/>
              </a:rPr>
              <a:t> personalized learning platforms, automated grading, virtual teaching assistants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1000"/>
              </a:spcBef>
              <a:spcAft>
                <a:spcPts val="0"/>
              </a:spcAft>
              <a:buClr>
                <a:srgbClr val="4A86E8"/>
              </a:buClr>
              <a:buSzPts val="1200"/>
              <a:buFont typeface="Montserrat Medium"/>
              <a:buChar char="●"/>
            </a:pPr>
            <a:r>
              <a:rPr b="1" lang="en" sz="1200">
                <a:solidFill>
                  <a:srgbClr val="4A86E8"/>
                </a:solidFill>
                <a:latin typeface="Montserrat"/>
                <a:ea typeface="Montserrat"/>
                <a:cs typeface="Montserrat"/>
                <a:sym typeface="Montserrat"/>
              </a:rPr>
              <a:t>Entertainment:</a:t>
            </a:r>
            <a:r>
              <a:rPr lang="en" sz="1200">
                <a:solidFill>
                  <a:schemeClr val="dk2"/>
                </a:solidFill>
                <a:latin typeface="Montserrat Medium"/>
                <a:ea typeface="Montserrat Medium"/>
                <a:cs typeface="Montserrat Medium"/>
                <a:sym typeface="Montserrat Medium"/>
              </a:rPr>
              <a:t> AI-generated music and art, content development, AI </a:t>
            </a:r>
            <a:r>
              <a:rPr lang="en" sz="1200">
                <a:solidFill>
                  <a:schemeClr val="dk2"/>
                </a:solidFill>
                <a:latin typeface="Montserrat Medium"/>
                <a:ea typeface="Montserrat Medium"/>
                <a:cs typeface="Montserrat Medium"/>
                <a:sym typeface="Montserrat Medium"/>
              </a:rPr>
              <a:t>opponents</a:t>
            </a:r>
            <a:r>
              <a:rPr lang="en" sz="1200">
                <a:solidFill>
                  <a:schemeClr val="dk2"/>
                </a:solidFill>
                <a:latin typeface="Montserrat Medium"/>
                <a:ea typeface="Montserrat Medium"/>
                <a:cs typeface="Montserrat Medium"/>
                <a:sym typeface="Montserrat Medium"/>
              </a:rPr>
              <a:t> in games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1000"/>
              </a:spcBef>
              <a:spcAft>
                <a:spcPts val="0"/>
              </a:spcAft>
              <a:buClr>
                <a:srgbClr val="4A86E8"/>
              </a:buClr>
              <a:buSzPts val="1200"/>
              <a:buFont typeface="Montserrat Medium"/>
              <a:buChar char="●"/>
            </a:pPr>
            <a:r>
              <a:rPr b="1" lang="en" sz="1200">
                <a:solidFill>
                  <a:srgbClr val="4A86E8"/>
                </a:solidFill>
                <a:latin typeface="Montserrat"/>
                <a:ea typeface="Montserrat"/>
                <a:cs typeface="Montserrat"/>
                <a:sym typeface="Montserrat"/>
              </a:rPr>
              <a:t>Cyber security:</a:t>
            </a:r>
            <a:r>
              <a:rPr lang="en" sz="1200">
                <a:solidFill>
                  <a:schemeClr val="dk2"/>
                </a:solidFill>
                <a:latin typeface="Montserrat Medium"/>
                <a:ea typeface="Montserrat Medium"/>
                <a:cs typeface="Montserrat Medium"/>
                <a:sym typeface="Montserrat Medium"/>
              </a:rPr>
              <a:t> threat detection, intrusion prevention, phishing detection</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1000"/>
              </a:spcBef>
              <a:spcAft>
                <a:spcPts val="0"/>
              </a:spcAft>
              <a:buClr>
                <a:srgbClr val="4A86E8"/>
              </a:buClr>
              <a:buSzPts val="1200"/>
              <a:buFont typeface="Montserrat Medium"/>
              <a:buChar char="●"/>
            </a:pPr>
            <a:r>
              <a:rPr b="1" lang="en" sz="1200">
                <a:solidFill>
                  <a:srgbClr val="4A86E8"/>
                </a:solidFill>
                <a:latin typeface="Montserrat"/>
                <a:ea typeface="Montserrat"/>
                <a:cs typeface="Montserrat"/>
                <a:sym typeface="Montserrat"/>
              </a:rPr>
              <a:t>Industry:</a:t>
            </a:r>
            <a:r>
              <a:rPr lang="en" sz="1200">
                <a:solidFill>
                  <a:schemeClr val="dk2"/>
                </a:solidFill>
                <a:latin typeface="Montserrat Medium"/>
                <a:ea typeface="Montserrat Medium"/>
                <a:cs typeface="Montserrat Medium"/>
                <a:sym typeface="Montserrat Medium"/>
              </a:rPr>
              <a:t> Quality control, predictive maintenance, automation</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1000"/>
              </a:spcBef>
              <a:spcAft>
                <a:spcPts val="0"/>
              </a:spcAft>
              <a:buClr>
                <a:srgbClr val="4A86E8"/>
              </a:buClr>
              <a:buSzPts val="1200"/>
              <a:buFont typeface="Montserrat Medium"/>
              <a:buChar char="●"/>
            </a:pPr>
            <a:r>
              <a:rPr b="1" lang="en" sz="1200">
                <a:solidFill>
                  <a:srgbClr val="4A86E8"/>
                </a:solidFill>
                <a:latin typeface="Montserrat"/>
                <a:ea typeface="Montserrat"/>
                <a:cs typeface="Montserrat"/>
                <a:sym typeface="Montserrat"/>
              </a:rPr>
              <a:t>Environment &amp; agriculture:</a:t>
            </a:r>
            <a:r>
              <a:rPr lang="en" sz="1200">
                <a:solidFill>
                  <a:schemeClr val="dk2"/>
                </a:solidFill>
                <a:latin typeface="Montserrat Medium"/>
                <a:ea typeface="Montserrat Medium"/>
                <a:cs typeface="Montserrat Medium"/>
                <a:sym typeface="Montserrat Medium"/>
              </a:rPr>
              <a:t> precision agriculture, wildlife conservation, climate change modelling</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1000"/>
              </a:spcBef>
              <a:spcAft>
                <a:spcPts val="0"/>
              </a:spcAft>
              <a:buClr>
                <a:srgbClr val="4A86E8"/>
              </a:buClr>
              <a:buSzPts val="1200"/>
              <a:buFont typeface="Montserrat Medium"/>
              <a:buChar char="●"/>
            </a:pPr>
            <a:r>
              <a:rPr b="1" lang="en" sz="1200">
                <a:solidFill>
                  <a:srgbClr val="4A86E8"/>
                </a:solidFill>
                <a:latin typeface="Montserrat"/>
                <a:ea typeface="Montserrat"/>
                <a:cs typeface="Montserrat"/>
                <a:sym typeface="Montserrat"/>
              </a:rPr>
              <a:t>Scientific research:</a:t>
            </a:r>
            <a:r>
              <a:rPr lang="en" sz="1200">
                <a:solidFill>
                  <a:schemeClr val="dk2"/>
                </a:solidFill>
                <a:latin typeface="Montserrat Medium"/>
                <a:ea typeface="Montserrat Medium"/>
                <a:cs typeface="Montserrat Medium"/>
                <a:sym typeface="Montserrat Medium"/>
              </a:rPr>
              <a:t> Used in almost every branch of science</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1000"/>
              </a:spcBef>
              <a:spcAft>
                <a:spcPts val="0"/>
              </a:spcAft>
              <a:buClr>
                <a:srgbClr val="4A86E8"/>
              </a:buClr>
              <a:buSzPts val="1200"/>
              <a:buFont typeface="Montserrat Medium"/>
              <a:buChar char="●"/>
            </a:pPr>
            <a:r>
              <a:rPr b="1" lang="en" sz="1200">
                <a:solidFill>
                  <a:srgbClr val="4A86E8"/>
                </a:solidFill>
                <a:latin typeface="Montserrat"/>
                <a:ea typeface="Montserrat"/>
                <a:cs typeface="Montserrat"/>
                <a:sym typeface="Montserrat"/>
              </a:rPr>
              <a:t>Legal systems:</a:t>
            </a:r>
            <a:r>
              <a:rPr lang="en" sz="1200">
                <a:solidFill>
                  <a:schemeClr val="dk2"/>
                </a:solidFill>
                <a:latin typeface="Montserrat Medium"/>
                <a:ea typeface="Montserrat Medium"/>
                <a:cs typeface="Montserrat Medium"/>
                <a:sym typeface="Montserrat Medium"/>
              </a:rPr>
              <a:t> Legal document review, predictive case outcomes</a:t>
            </a:r>
            <a:endParaRPr sz="1200">
              <a:solidFill>
                <a:schemeClr val="dk2"/>
              </a:solidFill>
              <a:latin typeface="Montserrat Medium"/>
              <a:ea typeface="Montserrat Medium"/>
              <a:cs typeface="Montserrat Medium"/>
              <a:sym typeface="Montserrat Medium"/>
            </a:endParaRPr>
          </a:p>
          <a:p>
            <a:pPr indent="-304800" lvl="0" marL="457200" rtl="0" algn="just">
              <a:lnSpc>
                <a:spcPct val="120000"/>
              </a:lnSpc>
              <a:spcBef>
                <a:spcPts val="1000"/>
              </a:spcBef>
              <a:spcAft>
                <a:spcPts val="1000"/>
              </a:spcAft>
              <a:buClr>
                <a:srgbClr val="4A86E8"/>
              </a:buClr>
              <a:buSzPts val="1200"/>
              <a:buFont typeface="Montserrat Medium"/>
              <a:buChar char="●"/>
            </a:pPr>
            <a:r>
              <a:rPr b="1" lang="en" sz="1200">
                <a:solidFill>
                  <a:srgbClr val="4A86E8"/>
                </a:solidFill>
                <a:latin typeface="Montserrat"/>
                <a:ea typeface="Montserrat"/>
                <a:cs typeface="Montserrat"/>
                <a:sym typeface="Montserrat"/>
              </a:rPr>
              <a:t>And everywhere else:</a:t>
            </a:r>
            <a:r>
              <a:rPr lang="en" sz="1200">
                <a:solidFill>
                  <a:schemeClr val="dk2"/>
                </a:solidFill>
                <a:latin typeface="Montserrat Medium"/>
                <a:ea typeface="Montserrat Medium"/>
                <a:cs typeface="Montserrat Medium"/>
                <a:sym typeface="Montserrat Medium"/>
              </a:rPr>
              <a:t> Think of any field, AI is probably being used there in some form or capacity</a:t>
            </a:r>
            <a:endParaRPr sz="1200">
              <a:solidFill>
                <a:schemeClr val="dk2"/>
              </a:solidFill>
              <a:latin typeface="Montserrat Medium"/>
              <a:ea typeface="Montserrat Medium"/>
              <a:cs typeface="Montserrat Medium"/>
              <a:sym typeface="Montserrat Medium"/>
            </a:endParaRPr>
          </a:p>
        </p:txBody>
      </p:sp>
      <p:sp>
        <p:nvSpPr>
          <p:cNvPr id="977" name="Google Shape;977;p55"/>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978" name="Google Shape;978;p55"/>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979" name="Google Shape;979;p55"/>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80" name="Google Shape;980;p55"/>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981" name="Google Shape;981;p55"/>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are we using AI for Today?</a:t>
            </a:r>
            <a:endParaRPr b="1" i="0" sz="2600" u="none" cap="none" strike="noStrike">
              <a:solidFill>
                <a:srgbClr val="940A15"/>
              </a:solidFill>
              <a:latin typeface="Montserrat"/>
              <a:ea typeface="Montserrat"/>
              <a:cs typeface="Montserrat"/>
              <a:sym typeface="Montserrat"/>
            </a:endParaRPr>
          </a:p>
        </p:txBody>
      </p:sp>
      <p:sp>
        <p:nvSpPr>
          <p:cNvPr id="982" name="Google Shape;982;p55"/>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cxnSp>
        <p:nvCxnSpPr>
          <p:cNvPr id="987" name="Google Shape;987;p56"/>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988" name="Google Shape;988;p56"/>
          <p:cNvSpPr txBox="1"/>
          <p:nvPr/>
        </p:nvSpPr>
        <p:spPr>
          <a:xfrm>
            <a:off x="462766" y="688927"/>
            <a:ext cx="8210700" cy="3996300"/>
          </a:xfrm>
          <a:prstGeom prst="rect">
            <a:avLst/>
          </a:prstGeom>
          <a:noFill/>
          <a:ln>
            <a:noFill/>
          </a:ln>
        </p:spPr>
        <p:txBody>
          <a:bodyPr anchorCtr="0" anchor="t" bIns="34275" lIns="68575" spcFirstLastPara="1" rIns="68575" wrap="square" tIns="34275">
            <a:spAutoFit/>
          </a:bodyPr>
          <a:lstStyle/>
          <a:p>
            <a:pPr indent="-317500" lvl="0" marL="457200" marR="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Physical tasks in unstructured environments</a:t>
            </a:r>
            <a:endParaRPr>
              <a:solidFill>
                <a:schemeClr val="dk2"/>
              </a:solidFill>
              <a:latin typeface="Montserrat Medium"/>
              <a:ea typeface="Montserrat Medium"/>
              <a:cs typeface="Montserrat Medium"/>
              <a:sym typeface="Montserrat Medium"/>
            </a:endParaRPr>
          </a:p>
          <a:p>
            <a:pPr indent="-317500" lvl="0" marL="457200" marR="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General reasoning and common sense</a:t>
            </a:r>
            <a:endParaRPr>
              <a:solidFill>
                <a:schemeClr val="dk2"/>
              </a:solidFill>
              <a:latin typeface="Montserrat Medium"/>
              <a:ea typeface="Montserrat Medium"/>
              <a:cs typeface="Montserrat Medium"/>
              <a:sym typeface="Montserrat Medium"/>
            </a:endParaRPr>
          </a:p>
          <a:p>
            <a:pPr indent="-304800" lvl="1" marL="914400" marR="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Understand abstract humor, irony, or sarcasm across cultures</a:t>
            </a:r>
            <a:endParaRPr sz="1200">
              <a:solidFill>
                <a:schemeClr val="dk2"/>
              </a:solidFill>
              <a:latin typeface="Montserrat Medium"/>
              <a:ea typeface="Montserrat Medium"/>
              <a:cs typeface="Montserrat Medium"/>
              <a:sym typeface="Montserrat Medium"/>
            </a:endParaRPr>
          </a:p>
          <a:p>
            <a:pPr indent="-304800" lvl="1" marL="914400" marR="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Solve problems requiring deep common-sense knowledge</a:t>
            </a:r>
            <a:endParaRPr sz="1200">
              <a:solidFill>
                <a:schemeClr val="dk2"/>
              </a:solidFill>
              <a:latin typeface="Montserrat Medium"/>
              <a:ea typeface="Montserrat Medium"/>
              <a:cs typeface="Montserrat Medium"/>
              <a:sym typeface="Montserrat Medium"/>
            </a:endParaRPr>
          </a:p>
          <a:p>
            <a:pPr indent="-317500" lvl="0" marL="457200" marR="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Truly creative and unaided scientific discovery</a:t>
            </a:r>
            <a:endParaRPr>
              <a:solidFill>
                <a:schemeClr val="dk2"/>
              </a:solidFill>
              <a:latin typeface="Montserrat Medium"/>
              <a:ea typeface="Montserrat Medium"/>
              <a:cs typeface="Montserrat Medium"/>
              <a:sym typeface="Montserrat Medium"/>
            </a:endParaRPr>
          </a:p>
          <a:p>
            <a:pPr indent="-304800" lvl="1" marL="914400" marR="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AI excels in </a:t>
            </a:r>
            <a:r>
              <a:rPr b="1" lang="en" sz="1200">
                <a:solidFill>
                  <a:schemeClr val="dk2"/>
                </a:solidFill>
                <a:latin typeface="Montserrat"/>
                <a:ea typeface="Montserrat"/>
                <a:cs typeface="Montserrat"/>
                <a:sym typeface="Montserrat"/>
              </a:rPr>
              <a:t>pattern recognition</a:t>
            </a:r>
            <a:r>
              <a:rPr lang="en" sz="1200">
                <a:solidFill>
                  <a:schemeClr val="dk2"/>
                </a:solidFill>
                <a:latin typeface="Montserrat Medium"/>
                <a:ea typeface="Montserrat Medium"/>
                <a:cs typeface="Montserrat Medium"/>
                <a:sym typeface="Montserrat Medium"/>
              </a:rPr>
              <a:t> and </a:t>
            </a:r>
            <a:r>
              <a:rPr b="1" lang="en" sz="1200">
                <a:solidFill>
                  <a:schemeClr val="dk2"/>
                </a:solidFill>
                <a:latin typeface="Montserrat"/>
                <a:ea typeface="Montserrat"/>
                <a:cs typeface="Montserrat"/>
                <a:sym typeface="Montserrat"/>
              </a:rPr>
              <a:t>remixing</a:t>
            </a:r>
            <a:r>
              <a:rPr lang="en" sz="1200">
                <a:solidFill>
                  <a:schemeClr val="dk2"/>
                </a:solidFill>
                <a:latin typeface="Montserrat Medium"/>
                <a:ea typeface="Montserrat Medium"/>
                <a:cs typeface="Montserrat Medium"/>
                <a:sym typeface="Montserrat Medium"/>
              </a:rPr>
              <a:t>, but struggles with paradigm-shifting </a:t>
            </a:r>
            <a:r>
              <a:rPr b="1" lang="en" sz="1200">
                <a:solidFill>
                  <a:schemeClr val="dk2"/>
                </a:solidFill>
                <a:latin typeface="Montserrat"/>
                <a:ea typeface="Montserrat"/>
                <a:cs typeface="Montserrat"/>
                <a:sym typeface="Montserrat"/>
              </a:rPr>
              <a:t>originality </a:t>
            </a:r>
            <a:r>
              <a:rPr lang="en" sz="1200">
                <a:solidFill>
                  <a:schemeClr val="dk2"/>
                </a:solidFill>
                <a:latin typeface="Montserrat Medium"/>
                <a:ea typeface="Montserrat Medium"/>
                <a:cs typeface="Montserrat Medium"/>
                <a:sym typeface="Montserrat Medium"/>
              </a:rPr>
              <a:t>and </a:t>
            </a:r>
            <a:r>
              <a:rPr b="1" lang="en" sz="1200">
                <a:solidFill>
                  <a:schemeClr val="dk2"/>
                </a:solidFill>
                <a:latin typeface="Montserrat"/>
                <a:ea typeface="Montserrat"/>
                <a:cs typeface="Montserrat"/>
                <a:sym typeface="Montserrat"/>
              </a:rPr>
              <a:t>insight</a:t>
            </a:r>
            <a:endParaRPr b="1" sz="1200">
              <a:solidFill>
                <a:schemeClr val="dk2"/>
              </a:solidFill>
              <a:latin typeface="Montserrat"/>
              <a:ea typeface="Montserrat"/>
              <a:cs typeface="Montserrat"/>
              <a:sym typeface="Montserrat"/>
            </a:endParaRPr>
          </a:p>
          <a:p>
            <a:pPr indent="-317500" lvl="0" marL="457200" marR="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Ethics, emotion, and empathy</a:t>
            </a:r>
            <a:endParaRPr>
              <a:solidFill>
                <a:schemeClr val="dk2"/>
              </a:solidFill>
              <a:latin typeface="Montserrat Medium"/>
              <a:ea typeface="Montserrat Medium"/>
              <a:cs typeface="Montserrat Medium"/>
              <a:sym typeface="Montserrat Medium"/>
            </a:endParaRPr>
          </a:p>
          <a:p>
            <a:pPr indent="-304800" lvl="1" marL="914400" marR="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AI lacks consciousness, emotional states, and lived experience — it may </a:t>
            </a:r>
            <a:r>
              <a:rPr b="1" i="1" lang="en" sz="1200">
                <a:solidFill>
                  <a:schemeClr val="dk2"/>
                </a:solidFill>
                <a:latin typeface="Montserrat"/>
                <a:ea typeface="Montserrat"/>
                <a:cs typeface="Montserrat"/>
                <a:sym typeface="Montserrat"/>
              </a:rPr>
              <a:t>simulate </a:t>
            </a:r>
            <a:r>
              <a:rPr lang="en" sz="1200">
                <a:solidFill>
                  <a:schemeClr val="dk2"/>
                </a:solidFill>
                <a:latin typeface="Montserrat Medium"/>
                <a:ea typeface="Montserrat Medium"/>
                <a:cs typeface="Montserrat Medium"/>
                <a:sym typeface="Montserrat Medium"/>
              </a:rPr>
              <a:t>emotion, but cannot </a:t>
            </a:r>
            <a:r>
              <a:rPr b="1" i="1" lang="en" sz="1200">
                <a:solidFill>
                  <a:schemeClr val="dk2"/>
                </a:solidFill>
                <a:latin typeface="Montserrat"/>
                <a:ea typeface="Montserrat"/>
                <a:cs typeface="Montserrat"/>
                <a:sym typeface="Montserrat"/>
              </a:rPr>
              <a:t>feel</a:t>
            </a:r>
            <a:endParaRPr b="1" i="1" sz="1200">
              <a:solidFill>
                <a:schemeClr val="dk2"/>
              </a:solidFill>
              <a:latin typeface="Montserrat"/>
              <a:ea typeface="Montserrat"/>
              <a:cs typeface="Montserrat"/>
              <a:sym typeface="Montserrat"/>
            </a:endParaRPr>
          </a:p>
          <a:p>
            <a:pPr indent="-317500" lvl="0" marL="457200" marR="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Intent and </a:t>
            </a:r>
            <a:r>
              <a:rPr lang="en">
                <a:solidFill>
                  <a:schemeClr val="dk2"/>
                </a:solidFill>
                <a:latin typeface="Montserrat Medium"/>
                <a:ea typeface="Montserrat Medium"/>
                <a:cs typeface="Montserrat Medium"/>
                <a:sym typeface="Montserrat Medium"/>
              </a:rPr>
              <a:t>accountability</a:t>
            </a:r>
            <a:endParaRPr>
              <a:solidFill>
                <a:schemeClr val="dk2"/>
              </a:solidFill>
              <a:latin typeface="Montserrat Medium"/>
              <a:ea typeface="Montserrat Medium"/>
              <a:cs typeface="Montserrat Medium"/>
              <a:sym typeface="Montserrat Medium"/>
            </a:endParaRPr>
          </a:p>
          <a:p>
            <a:pPr indent="-304800" lvl="1" marL="914400" marR="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AI cannot define its own goals — current AIs only optimize human-defined objectives</a:t>
            </a:r>
            <a:endParaRPr sz="1200">
              <a:solidFill>
                <a:schemeClr val="dk2"/>
              </a:solidFill>
              <a:latin typeface="Montserrat Medium"/>
              <a:ea typeface="Montserrat Medium"/>
              <a:cs typeface="Montserrat Medium"/>
              <a:sym typeface="Montserrat Medium"/>
            </a:endParaRPr>
          </a:p>
          <a:p>
            <a:pPr indent="-304800" lvl="1" marL="914400" marR="0" rtl="0" algn="just">
              <a:lnSpc>
                <a:spcPct val="120000"/>
              </a:lnSpc>
              <a:spcBef>
                <a:spcPts val="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Cannot be legally or morally accountable</a:t>
            </a:r>
            <a:endParaRPr sz="1200">
              <a:solidFill>
                <a:schemeClr val="dk2"/>
              </a:solidFill>
              <a:latin typeface="Montserrat Medium"/>
              <a:ea typeface="Montserrat Medium"/>
              <a:cs typeface="Montserrat Medium"/>
              <a:sym typeface="Montserrat Medium"/>
            </a:endParaRPr>
          </a:p>
        </p:txBody>
      </p:sp>
      <p:sp>
        <p:nvSpPr>
          <p:cNvPr id="989" name="Google Shape;989;p56"/>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990" name="Google Shape;990;p56"/>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991" name="Google Shape;991;p56"/>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92" name="Google Shape;992;p56"/>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993" name="Google Shape;993;p56"/>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Some Things AI CANNOT DO (YET)</a:t>
            </a:r>
            <a:endParaRPr b="1" i="0" sz="2600" u="none" cap="none" strike="noStrike">
              <a:solidFill>
                <a:srgbClr val="940A15"/>
              </a:solidFill>
              <a:latin typeface="Montserrat"/>
              <a:ea typeface="Montserrat"/>
              <a:cs typeface="Montserrat"/>
              <a:sym typeface="Montserrat"/>
            </a:endParaRPr>
          </a:p>
        </p:txBody>
      </p:sp>
      <p:sp>
        <p:nvSpPr>
          <p:cNvPr id="994" name="Google Shape;994;p56"/>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cxnSp>
        <p:nvCxnSpPr>
          <p:cNvPr id="999" name="Google Shape;999;p57"/>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1000" name="Google Shape;1000;p57"/>
          <p:cNvSpPr txBox="1"/>
          <p:nvPr/>
        </p:nvSpPr>
        <p:spPr>
          <a:xfrm>
            <a:off x="462766" y="688927"/>
            <a:ext cx="8210700" cy="36381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It has been easier to mechanize many of the high-level tasks we usually associate with “intelligence” in people</a:t>
            </a:r>
            <a:endParaRPr b="1">
              <a:solidFill>
                <a:srgbClr val="4A86E8"/>
              </a:solidFill>
              <a:latin typeface="Montserrat"/>
              <a:ea typeface="Montserrat"/>
              <a:cs typeface="Montserrat"/>
              <a:sym typeface="Montserrat"/>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e.g., symbolic integration, proving theorems, playing chess, medical diagnosis</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rgbClr val="4A86E8"/>
              </a:buClr>
              <a:buSzPts val="1400"/>
              <a:buFont typeface="Montserrat"/>
              <a:buChar char="●"/>
            </a:pPr>
            <a:r>
              <a:rPr b="1" lang="en">
                <a:solidFill>
                  <a:srgbClr val="4A86E8"/>
                </a:solidFill>
                <a:latin typeface="Montserrat"/>
                <a:ea typeface="Montserrat"/>
                <a:cs typeface="Montserrat"/>
                <a:sym typeface="Montserrat"/>
              </a:rPr>
              <a:t>However, it has been very hard to mechanize tasks that lots of animals can do</a:t>
            </a:r>
            <a:endParaRPr b="1">
              <a:solidFill>
                <a:srgbClr val="4A86E8"/>
              </a:solidFill>
              <a:latin typeface="Montserrat"/>
              <a:ea typeface="Montserrat"/>
              <a:cs typeface="Montserrat"/>
              <a:sym typeface="Montserrat"/>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walking around without running into things</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catching prey and avoiding predators</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interpreting complex sensory information (e.g., visual, aural, …)</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modeling the internal states of other animals from their behavior</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working as a team (e.g., with pack animals)</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1000"/>
              </a:spcAft>
              <a:buClr>
                <a:srgbClr val="4A86E8"/>
              </a:buClr>
              <a:buSzPts val="1400"/>
              <a:buFont typeface="Montserrat"/>
              <a:buChar char="●"/>
            </a:pPr>
            <a:r>
              <a:rPr b="1" i="1" lang="en">
                <a:solidFill>
                  <a:srgbClr val="4A86E8"/>
                </a:solidFill>
                <a:latin typeface="Montserrat"/>
                <a:ea typeface="Montserrat"/>
                <a:cs typeface="Montserrat"/>
                <a:sym typeface="Montserrat"/>
              </a:rPr>
              <a:t>Is there a fundamental difference between the two categories?</a:t>
            </a:r>
            <a:endParaRPr b="1" i="1">
              <a:solidFill>
                <a:srgbClr val="4A86E8"/>
              </a:solidFill>
              <a:latin typeface="Montserrat"/>
              <a:ea typeface="Montserrat"/>
              <a:cs typeface="Montserrat"/>
              <a:sym typeface="Montserrat"/>
            </a:endParaRPr>
          </a:p>
        </p:txBody>
      </p:sp>
      <p:sp>
        <p:nvSpPr>
          <p:cNvPr id="1001" name="Google Shape;1001;p57"/>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1002" name="Google Shape;1002;p57"/>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1003" name="Google Shape;1003;p57"/>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04" name="Google Shape;1004;p57"/>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1005" name="Google Shape;1005;p57"/>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is EASY and what is HARD?</a:t>
            </a:r>
            <a:endParaRPr b="1" i="0" sz="2600" u="none" cap="none" strike="noStrike">
              <a:solidFill>
                <a:srgbClr val="940A15"/>
              </a:solidFill>
              <a:latin typeface="Montserrat"/>
              <a:ea typeface="Montserrat"/>
              <a:cs typeface="Montserrat"/>
              <a:sym typeface="Montserrat"/>
            </a:endParaRPr>
          </a:p>
        </p:txBody>
      </p:sp>
      <p:sp>
        <p:nvSpPr>
          <p:cNvPr id="1006" name="Google Shape;1006;p57"/>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cxnSp>
        <p:nvCxnSpPr>
          <p:cNvPr id="1011" name="Google Shape;1011;p58"/>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1012" name="Google Shape;1012;p58"/>
          <p:cNvSpPr txBox="1"/>
          <p:nvPr/>
        </p:nvSpPr>
        <p:spPr>
          <a:xfrm>
            <a:off x="431900" y="917525"/>
            <a:ext cx="8241600" cy="35100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Brains (human minds) are very good at making rational decisions, but not perfect</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Rational: </a:t>
            </a:r>
            <a:r>
              <a:rPr i="1" lang="en">
                <a:solidFill>
                  <a:schemeClr val="dk2"/>
                </a:solidFill>
                <a:latin typeface="Montserrat Medium"/>
                <a:ea typeface="Montserrat Medium"/>
                <a:cs typeface="Montserrat Medium"/>
                <a:sym typeface="Montserrat Medium"/>
              </a:rPr>
              <a:t>maximally achieving pre-defined goals</a:t>
            </a:r>
            <a:endParaRPr i="1">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Humans are </a:t>
            </a:r>
            <a:r>
              <a:rPr b="1" lang="en">
                <a:solidFill>
                  <a:schemeClr val="dk2"/>
                </a:solidFill>
                <a:latin typeface="Montserrat"/>
                <a:ea typeface="Montserrat"/>
                <a:cs typeface="Montserrat"/>
                <a:sym typeface="Montserrat"/>
              </a:rPr>
              <a:t>often irrational</a:t>
            </a:r>
            <a:r>
              <a:rPr lang="en">
                <a:solidFill>
                  <a:schemeClr val="dk2"/>
                </a:solidFill>
                <a:latin typeface="Montserrat Medium"/>
                <a:ea typeface="Montserrat Medium"/>
                <a:cs typeface="Montserrat Medium"/>
                <a:sym typeface="Montserrat Medium"/>
              </a:rPr>
              <a:t> — we make emotional, biased, or inconsistent decisions, not focused on achieving optimal results</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“Brains are to intelligence as wings are to flight”</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Unlike software, human-brain is hard to reverse engineer</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Nonetheless, human-brain is still a great inspiration for AI</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We cannot yet build AI systems on the same scale as human-brain</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100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An AI acting rationally may not align with human values unless those values are encoded — a core challenge in AI safety</a:t>
            </a:r>
            <a:endParaRPr>
              <a:solidFill>
                <a:schemeClr val="dk2"/>
              </a:solidFill>
              <a:latin typeface="Montserrat Medium"/>
              <a:ea typeface="Montserrat Medium"/>
              <a:cs typeface="Montserrat Medium"/>
              <a:sym typeface="Montserrat Medium"/>
            </a:endParaRPr>
          </a:p>
        </p:txBody>
      </p:sp>
      <p:sp>
        <p:nvSpPr>
          <p:cNvPr id="1013" name="Google Shape;1013;p58"/>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1014" name="Google Shape;1014;p58"/>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1015" name="Google Shape;1015;p58"/>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16" name="Google Shape;1016;p58"/>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1017" name="Google Shape;1017;p58"/>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Human-brains vs Rationality</a:t>
            </a:r>
            <a:endParaRPr b="1" i="0" sz="2600" u="none" cap="none" strike="noStrike">
              <a:solidFill>
                <a:srgbClr val="940A15"/>
              </a:solidFill>
              <a:latin typeface="Montserrat"/>
              <a:ea typeface="Montserrat"/>
              <a:cs typeface="Montserrat"/>
              <a:sym typeface="Montserrat"/>
            </a:endParaRPr>
          </a:p>
        </p:txBody>
      </p:sp>
      <p:sp>
        <p:nvSpPr>
          <p:cNvPr id="1018" name="Google Shape;1018;p58"/>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cxnSp>
        <p:nvCxnSpPr>
          <p:cNvPr id="1023" name="Google Shape;1023;p59"/>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1024" name="Google Shape;1024;p59"/>
          <p:cNvSpPr txBox="1"/>
          <p:nvPr/>
        </p:nvSpPr>
        <p:spPr>
          <a:xfrm>
            <a:off x="462766" y="688927"/>
            <a:ext cx="8210700" cy="284700"/>
          </a:xfrm>
          <a:prstGeom prst="rect">
            <a:avLst/>
          </a:prstGeom>
          <a:noFill/>
          <a:ln>
            <a:noFill/>
          </a:ln>
        </p:spPr>
        <p:txBody>
          <a:bodyPr anchorCtr="0" anchor="t" bIns="34275" lIns="68575" spcFirstLastPara="1" rIns="68575" wrap="square" tIns="34275">
            <a:spAutoFit/>
          </a:bodyPr>
          <a:lstStyle/>
          <a:p>
            <a:pPr indent="0" lvl="0" marL="457200" rtl="0" algn="just">
              <a:lnSpc>
                <a:spcPct val="120000"/>
              </a:lnSpc>
              <a:spcBef>
                <a:spcPts val="0"/>
              </a:spcBef>
              <a:spcAft>
                <a:spcPts val="1000"/>
              </a:spcAft>
              <a:buNone/>
            </a:pPr>
            <a:r>
              <a:t/>
            </a:r>
            <a:endParaRPr b="1" i="1">
              <a:solidFill>
                <a:srgbClr val="4A86E8"/>
              </a:solidFill>
              <a:latin typeface="Montserrat"/>
              <a:ea typeface="Montserrat"/>
              <a:cs typeface="Montserrat"/>
              <a:sym typeface="Montserrat"/>
            </a:endParaRPr>
          </a:p>
        </p:txBody>
      </p:sp>
      <p:sp>
        <p:nvSpPr>
          <p:cNvPr id="1025" name="Google Shape;1025;p59"/>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1026" name="Google Shape;1026;p59"/>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1027" name="Google Shape;1027;p59"/>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28" name="Google Shape;1028;p59"/>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1029" name="Google Shape;1029;p59"/>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What makes a Successful AI?</a:t>
            </a:r>
            <a:endParaRPr b="1" i="0" sz="2600" u="none" cap="none" strike="noStrike">
              <a:solidFill>
                <a:srgbClr val="940A15"/>
              </a:solidFill>
              <a:latin typeface="Montserrat"/>
              <a:ea typeface="Montserrat"/>
              <a:cs typeface="Montserrat"/>
              <a:sym typeface="Montserrat"/>
            </a:endParaRPr>
          </a:p>
        </p:txBody>
      </p:sp>
      <p:sp>
        <p:nvSpPr>
          <p:cNvPr id="1030" name="Google Shape;1030;p59"/>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pic>
        <p:nvPicPr>
          <p:cNvPr descr="https://cdn-images-1.medium.com/max/1000/1*6D4C9eKQ8UKlSMvI02VhXw.png" id="1031" name="Google Shape;1031;p59"/>
          <p:cNvPicPr preferRelativeResize="0"/>
          <p:nvPr/>
        </p:nvPicPr>
        <p:blipFill rotWithShape="1">
          <a:blip r:embed="rId3">
            <a:alphaModFix/>
          </a:blip>
          <a:srcRect b="0" l="0" r="0" t="0"/>
          <a:stretch/>
        </p:blipFill>
        <p:spPr>
          <a:xfrm>
            <a:off x="1312575" y="851275"/>
            <a:ext cx="6625626" cy="37501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cxnSp>
        <p:nvCxnSpPr>
          <p:cNvPr id="1036" name="Google Shape;1036;p60"/>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1037" name="Google Shape;1037;p60"/>
          <p:cNvSpPr txBox="1"/>
          <p:nvPr/>
        </p:nvSpPr>
        <p:spPr>
          <a:xfrm>
            <a:off x="431900" y="841325"/>
            <a:ext cx="8241600" cy="38055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 </a:t>
            </a:r>
            <a:r>
              <a:rPr b="1" lang="en">
                <a:solidFill>
                  <a:schemeClr val="dk2"/>
                </a:solidFill>
                <a:latin typeface="Montserrat"/>
                <a:ea typeface="Montserrat"/>
                <a:cs typeface="Montserrat"/>
                <a:sym typeface="Montserrat"/>
              </a:rPr>
              <a:t>cognitive </a:t>
            </a:r>
            <a:r>
              <a:rPr lang="en">
                <a:solidFill>
                  <a:schemeClr val="dk2"/>
                </a:solidFill>
                <a:latin typeface="Montserrat Medium"/>
                <a:ea typeface="Montserrat Medium"/>
                <a:cs typeface="Montserrat Medium"/>
                <a:sym typeface="Montserrat Medium"/>
              </a:rPr>
              <a:t>approach [Cognitive means being or involving conscious intellectual activity (such as thinking, reasoning, or remembering)]</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Goal:</a:t>
            </a:r>
            <a:r>
              <a:rPr lang="en">
                <a:solidFill>
                  <a:schemeClr val="dk2"/>
                </a:solidFill>
                <a:latin typeface="Montserrat Medium"/>
                <a:ea typeface="Montserrat Medium"/>
                <a:cs typeface="Montserrat Medium"/>
                <a:sym typeface="Montserrat Medium"/>
              </a:rPr>
              <a:t> Model how humans actually </a:t>
            </a:r>
            <a:r>
              <a:rPr b="1" i="1" lang="en">
                <a:solidFill>
                  <a:schemeClr val="dk2"/>
                </a:solidFill>
                <a:latin typeface="Montserrat"/>
                <a:ea typeface="Montserrat"/>
                <a:cs typeface="Montserrat"/>
                <a:sym typeface="Montserrat"/>
              </a:rPr>
              <a:t>reason </a:t>
            </a:r>
            <a:r>
              <a:rPr lang="en">
                <a:solidFill>
                  <a:schemeClr val="dk2"/>
                </a:solidFill>
                <a:latin typeface="Montserrat Medium"/>
                <a:ea typeface="Montserrat Medium"/>
                <a:cs typeface="Montserrat Medium"/>
                <a:sym typeface="Montserrat Medium"/>
              </a:rPr>
              <a:t>— with flaws, intuitions, biases, etc</a:t>
            </a:r>
            <a:endParaRPr>
              <a:solidFill>
                <a:schemeClr val="dk2"/>
              </a:solidFill>
              <a:latin typeface="Montserrat Medium"/>
              <a:ea typeface="Montserrat Medium"/>
              <a:cs typeface="Montserrat Medium"/>
              <a:sym typeface="Montserrat Medium"/>
            </a:endParaRPr>
          </a:p>
          <a:p>
            <a:pPr indent="-304800" lvl="1" marL="91440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Not just to produce human-like behavior, but to produce a sequence of steps of the reasoning process that would be similar to what a human would do to solve the same problem</a:t>
            </a:r>
            <a:endParaRPr sz="1200">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Example:</a:t>
            </a:r>
            <a:r>
              <a:rPr lang="en">
                <a:solidFill>
                  <a:schemeClr val="dk2"/>
                </a:solidFill>
                <a:latin typeface="Montserrat Medium"/>
                <a:ea typeface="Montserrat Medium"/>
                <a:cs typeface="Montserrat Medium"/>
                <a:sym typeface="Montserrat Medium"/>
              </a:rPr>
              <a:t> </a:t>
            </a:r>
            <a:endParaRPr>
              <a:solidFill>
                <a:schemeClr val="dk2"/>
              </a:solidFill>
              <a:latin typeface="Montserrat Medium"/>
              <a:ea typeface="Montserrat Medium"/>
              <a:cs typeface="Montserrat Medium"/>
              <a:sym typeface="Montserrat Medium"/>
            </a:endParaRPr>
          </a:p>
          <a:p>
            <a:pPr indent="-304800" lvl="1" marL="91440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Cognitive architectures like ACT-R or SOAR, which try to simulate human thought processes, including human-like errors or biases</a:t>
            </a:r>
            <a:endParaRPr sz="1200">
              <a:solidFill>
                <a:schemeClr val="dk2"/>
              </a:solidFill>
              <a:latin typeface="Montserrat Medium"/>
              <a:ea typeface="Montserrat Medium"/>
              <a:cs typeface="Montserrat Medium"/>
              <a:sym typeface="Montserrat Medium"/>
            </a:endParaRPr>
          </a:p>
          <a:p>
            <a:pPr indent="-304800" lvl="1" marL="91440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ChatGPT mimicking human conversation styles, often using analogies and informal tone</a:t>
            </a:r>
            <a:endParaRPr sz="1200">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Measure of success:</a:t>
            </a:r>
            <a:r>
              <a:rPr b="1" lang="en">
                <a:solidFill>
                  <a:schemeClr val="dk2"/>
                </a:solidFill>
                <a:latin typeface="Montserrat"/>
                <a:ea typeface="Montserrat"/>
                <a:cs typeface="Montserrat"/>
                <a:sym typeface="Montserrat"/>
              </a:rPr>
              <a:t> </a:t>
            </a:r>
            <a:r>
              <a:rPr lang="en">
                <a:solidFill>
                  <a:schemeClr val="dk2"/>
                </a:solidFill>
                <a:latin typeface="Montserrat Medium"/>
                <a:ea typeface="Montserrat Medium"/>
                <a:cs typeface="Montserrat Medium"/>
                <a:sym typeface="Montserrat Medium"/>
              </a:rPr>
              <a:t>Does the AI reason in the same way a human would?</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1000"/>
              </a:spcAft>
              <a:buClr>
                <a:schemeClr val="dk2"/>
              </a:buClr>
              <a:buSzPts val="1400"/>
              <a:buFont typeface="Montserrat Medium"/>
              <a:buChar char="●"/>
            </a:pPr>
            <a:r>
              <a:rPr b="1" lang="en">
                <a:solidFill>
                  <a:srgbClr val="4A86E8"/>
                </a:solidFill>
                <a:latin typeface="Montserrat"/>
                <a:ea typeface="Montserrat"/>
                <a:cs typeface="Montserrat"/>
                <a:sym typeface="Montserrat"/>
              </a:rPr>
              <a:t>Useful for:</a:t>
            </a:r>
            <a:r>
              <a:rPr b="1" lang="en">
                <a:solidFill>
                  <a:schemeClr val="dk2"/>
                </a:solidFill>
                <a:latin typeface="Montserrat"/>
                <a:ea typeface="Montserrat"/>
                <a:cs typeface="Montserrat"/>
                <a:sym typeface="Montserrat"/>
              </a:rPr>
              <a:t> </a:t>
            </a:r>
            <a:r>
              <a:rPr lang="en">
                <a:solidFill>
                  <a:schemeClr val="dk2"/>
                </a:solidFill>
                <a:latin typeface="Montserrat Medium"/>
                <a:ea typeface="Montserrat Medium"/>
                <a:cs typeface="Montserrat Medium"/>
                <a:sym typeface="Montserrat Medium"/>
              </a:rPr>
              <a:t>Cognitive science, psychology, human-AI interaction research</a:t>
            </a:r>
            <a:endParaRPr>
              <a:solidFill>
                <a:schemeClr val="dk2"/>
              </a:solidFill>
              <a:latin typeface="Montserrat Medium"/>
              <a:ea typeface="Montserrat Medium"/>
              <a:cs typeface="Montserrat Medium"/>
              <a:sym typeface="Montserrat Medium"/>
            </a:endParaRPr>
          </a:p>
        </p:txBody>
      </p:sp>
      <p:sp>
        <p:nvSpPr>
          <p:cNvPr id="1038" name="Google Shape;1038;p60"/>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1039" name="Google Shape;1039;p60"/>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1040" name="Google Shape;1040;p60"/>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41" name="Google Shape;1041;p60"/>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1042" name="Google Shape;1042;p60"/>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Thinking like Human</a:t>
            </a:r>
            <a:endParaRPr b="1" i="0" sz="2600" u="none" cap="none" strike="noStrike">
              <a:solidFill>
                <a:srgbClr val="940A15"/>
              </a:solidFill>
              <a:latin typeface="Montserrat"/>
              <a:ea typeface="Montserrat"/>
              <a:cs typeface="Montserrat"/>
              <a:sym typeface="Montserrat"/>
            </a:endParaRPr>
          </a:p>
        </p:txBody>
      </p:sp>
      <p:sp>
        <p:nvSpPr>
          <p:cNvPr id="1043" name="Google Shape;1043;p60"/>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cxnSp>
        <p:nvCxnSpPr>
          <p:cNvPr id="1048" name="Google Shape;1048;p61"/>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1049" name="Google Shape;1049;p61"/>
          <p:cNvSpPr txBox="1"/>
          <p:nvPr/>
        </p:nvSpPr>
        <p:spPr>
          <a:xfrm>
            <a:off x="431900" y="917525"/>
            <a:ext cx="8241600" cy="24408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A </a:t>
            </a:r>
            <a:r>
              <a:rPr b="1" lang="en">
                <a:solidFill>
                  <a:schemeClr val="dk2"/>
                </a:solidFill>
                <a:latin typeface="Montserrat"/>
                <a:ea typeface="Montserrat"/>
                <a:cs typeface="Montserrat"/>
                <a:sym typeface="Montserrat"/>
              </a:rPr>
              <a:t>behaviourist </a:t>
            </a:r>
            <a:r>
              <a:rPr lang="en">
                <a:solidFill>
                  <a:schemeClr val="dk2"/>
                </a:solidFill>
                <a:latin typeface="Montserrat Medium"/>
                <a:ea typeface="Montserrat Medium"/>
                <a:cs typeface="Montserrat Medium"/>
                <a:sym typeface="Montserrat Medium"/>
              </a:rPr>
              <a:t>approach</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Goal:</a:t>
            </a:r>
            <a:r>
              <a:rPr lang="en">
                <a:solidFill>
                  <a:schemeClr val="dk2"/>
                </a:solidFill>
                <a:latin typeface="Montserrat Medium"/>
                <a:ea typeface="Montserrat Medium"/>
                <a:cs typeface="Montserrat Medium"/>
                <a:sym typeface="Montserrat Medium"/>
              </a:rPr>
              <a:t> </a:t>
            </a:r>
            <a:r>
              <a:rPr lang="en">
                <a:solidFill>
                  <a:schemeClr val="dk2"/>
                </a:solidFill>
                <a:latin typeface="Montserrat Medium"/>
                <a:ea typeface="Montserrat Medium"/>
                <a:cs typeface="Montserrat Medium"/>
                <a:sym typeface="Montserrat Medium"/>
              </a:rPr>
              <a:t>Make the AI behave indistinguishably from a human</a:t>
            </a:r>
            <a:endParaRPr>
              <a:solidFill>
                <a:schemeClr val="dk2"/>
              </a:solidFill>
              <a:latin typeface="Montserrat Medium"/>
              <a:ea typeface="Montserrat Medium"/>
              <a:cs typeface="Montserrat Medium"/>
              <a:sym typeface="Montserrat Medium"/>
            </a:endParaRPr>
          </a:p>
          <a:p>
            <a:pPr indent="-304800" lvl="1" marL="91440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Not interested in how you get results, just the similarity to what human results are</a:t>
            </a:r>
            <a:endParaRPr sz="1200">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Example:</a:t>
            </a:r>
            <a:r>
              <a:rPr lang="en">
                <a:solidFill>
                  <a:schemeClr val="dk2"/>
                </a:solidFill>
                <a:latin typeface="Montserrat Medium"/>
                <a:ea typeface="Montserrat Medium"/>
                <a:cs typeface="Montserrat Medium"/>
                <a:sym typeface="Montserrat Medium"/>
              </a:rPr>
              <a:t> </a:t>
            </a:r>
            <a:r>
              <a:rPr b="1" lang="en">
                <a:solidFill>
                  <a:schemeClr val="dk2"/>
                </a:solidFill>
                <a:latin typeface="Montserrat"/>
                <a:ea typeface="Montserrat"/>
                <a:cs typeface="Montserrat"/>
                <a:sym typeface="Montserrat"/>
              </a:rPr>
              <a:t>The Turing Test</a:t>
            </a:r>
            <a:r>
              <a:rPr lang="en">
                <a:solidFill>
                  <a:schemeClr val="dk2"/>
                </a:solidFill>
                <a:latin typeface="Montserrat Medium"/>
                <a:ea typeface="Montserrat Medium"/>
                <a:cs typeface="Montserrat Medium"/>
                <a:sym typeface="Montserrat Medium"/>
              </a:rPr>
              <a:t> — if a machine can hold a conversation so natural that a human can't tell it's a machine</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Measure of success:</a:t>
            </a:r>
            <a:r>
              <a:rPr b="1" lang="en">
                <a:solidFill>
                  <a:schemeClr val="dk2"/>
                </a:solidFill>
                <a:latin typeface="Montserrat"/>
                <a:ea typeface="Montserrat"/>
                <a:cs typeface="Montserrat"/>
                <a:sym typeface="Montserrat"/>
              </a:rPr>
              <a:t> </a:t>
            </a:r>
            <a:r>
              <a:rPr lang="en">
                <a:solidFill>
                  <a:schemeClr val="dk2"/>
                </a:solidFill>
                <a:latin typeface="Montserrat Medium"/>
                <a:ea typeface="Montserrat Medium"/>
                <a:cs typeface="Montserrat Medium"/>
                <a:sym typeface="Montserrat Medium"/>
              </a:rPr>
              <a:t>Can the AI appear human in action?</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1000"/>
              </a:spcAft>
              <a:buClr>
                <a:schemeClr val="dk2"/>
              </a:buClr>
              <a:buSzPts val="1400"/>
              <a:buFont typeface="Montserrat Medium"/>
              <a:buChar char="●"/>
            </a:pPr>
            <a:r>
              <a:rPr b="1" lang="en">
                <a:solidFill>
                  <a:srgbClr val="4A86E8"/>
                </a:solidFill>
                <a:latin typeface="Montserrat"/>
                <a:ea typeface="Montserrat"/>
                <a:cs typeface="Montserrat"/>
                <a:sym typeface="Montserrat"/>
              </a:rPr>
              <a:t>Useful for:</a:t>
            </a:r>
            <a:r>
              <a:rPr b="1" lang="en">
                <a:solidFill>
                  <a:schemeClr val="dk2"/>
                </a:solidFill>
                <a:latin typeface="Montserrat"/>
                <a:ea typeface="Montserrat"/>
                <a:cs typeface="Montserrat"/>
                <a:sym typeface="Montserrat"/>
              </a:rPr>
              <a:t> </a:t>
            </a:r>
            <a:r>
              <a:rPr lang="en">
                <a:solidFill>
                  <a:schemeClr val="dk2"/>
                </a:solidFill>
                <a:latin typeface="Montserrat Medium"/>
                <a:ea typeface="Montserrat Medium"/>
                <a:cs typeface="Montserrat Medium"/>
                <a:sym typeface="Montserrat Medium"/>
              </a:rPr>
              <a:t>Chatbots, virtual assistants, humanoid robots</a:t>
            </a:r>
            <a:endParaRPr>
              <a:solidFill>
                <a:schemeClr val="dk2"/>
              </a:solidFill>
              <a:latin typeface="Montserrat Medium"/>
              <a:ea typeface="Montserrat Medium"/>
              <a:cs typeface="Montserrat Medium"/>
              <a:sym typeface="Montserrat Medium"/>
            </a:endParaRPr>
          </a:p>
        </p:txBody>
      </p:sp>
      <p:sp>
        <p:nvSpPr>
          <p:cNvPr id="1050" name="Google Shape;1050;p61"/>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1051" name="Google Shape;1051;p61"/>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1052" name="Google Shape;1052;p61"/>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53" name="Google Shape;1053;p61"/>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1054" name="Google Shape;1054;p61"/>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Acting </a:t>
            </a:r>
            <a:r>
              <a:rPr b="1" lang="en" sz="2600">
                <a:solidFill>
                  <a:srgbClr val="940A15"/>
                </a:solidFill>
                <a:latin typeface="Montserrat"/>
                <a:ea typeface="Montserrat"/>
                <a:cs typeface="Montserrat"/>
                <a:sym typeface="Montserrat"/>
              </a:rPr>
              <a:t>like Human</a:t>
            </a:r>
            <a:endParaRPr b="1" i="0" sz="2600" u="none" cap="none" strike="noStrike">
              <a:solidFill>
                <a:srgbClr val="940A15"/>
              </a:solidFill>
              <a:latin typeface="Montserrat"/>
              <a:ea typeface="Montserrat"/>
              <a:cs typeface="Montserrat"/>
              <a:sym typeface="Montserrat"/>
            </a:endParaRPr>
          </a:p>
        </p:txBody>
      </p:sp>
      <p:sp>
        <p:nvSpPr>
          <p:cNvPr id="1055" name="Google Shape;1055;p61"/>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cxnSp>
        <p:nvCxnSpPr>
          <p:cNvPr id="1060" name="Google Shape;1060;p62"/>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1061" name="Google Shape;1061;p62"/>
          <p:cNvSpPr txBox="1"/>
          <p:nvPr/>
        </p:nvSpPr>
        <p:spPr>
          <a:xfrm>
            <a:off x="462766" y="688927"/>
            <a:ext cx="8210700" cy="284700"/>
          </a:xfrm>
          <a:prstGeom prst="rect">
            <a:avLst/>
          </a:prstGeom>
          <a:noFill/>
          <a:ln>
            <a:noFill/>
          </a:ln>
        </p:spPr>
        <p:txBody>
          <a:bodyPr anchorCtr="0" anchor="t" bIns="34275" lIns="68575" spcFirstLastPara="1" rIns="68575" wrap="square" tIns="34275">
            <a:spAutoFit/>
          </a:bodyPr>
          <a:lstStyle/>
          <a:p>
            <a:pPr indent="0" lvl="0" marL="457200" rtl="0" algn="just">
              <a:lnSpc>
                <a:spcPct val="120000"/>
              </a:lnSpc>
              <a:spcBef>
                <a:spcPts val="0"/>
              </a:spcBef>
              <a:spcAft>
                <a:spcPts val="1000"/>
              </a:spcAft>
              <a:buNone/>
            </a:pPr>
            <a:r>
              <a:t/>
            </a:r>
            <a:endParaRPr b="1" i="1">
              <a:solidFill>
                <a:srgbClr val="4A86E8"/>
              </a:solidFill>
              <a:latin typeface="Montserrat"/>
              <a:ea typeface="Montserrat"/>
              <a:cs typeface="Montserrat"/>
              <a:sym typeface="Montserrat"/>
            </a:endParaRPr>
          </a:p>
        </p:txBody>
      </p:sp>
      <p:sp>
        <p:nvSpPr>
          <p:cNvPr id="1062" name="Google Shape;1062;p62"/>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1063" name="Google Shape;1063;p62"/>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1064" name="Google Shape;1064;p62"/>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65" name="Google Shape;1065;p62"/>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1066" name="Google Shape;1066;p62"/>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TURING TEST</a:t>
            </a:r>
            <a:endParaRPr b="1" i="0" sz="2600" u="none" cap="none" strike="noStrike">
              <a:solidFill>
                <a:srgbClr val="940A15"/>
              </a:solidFill>
              <a:latin typeface="Montserrat"/>
              <a:ea typeface="Montserrat"/>
              <a:cs typeface="Montserrat"/>
              <a:sym typeface="Montserrat"/>
            </a:endParaRPr>
          </a:p>
        </p:txBody>
      </p:sp>
      <p:sp>
        <p:nvSpPr>
          <p:cNvPr id="1067" name="Google Shape;1067;p62"/>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pic>
        <p:nvPicPr>
          <p:cNvPr id="1068" name="Google Shape;1068;p62" title="The-Turing-test-C-123RF.png"/>
          <p:cNvPicPr preferRelativeResize="0"/>
          <p:nvPr/>
        </p:nvPicPr>
        <p:blipFill>
          <a:blip r:embed="rId3">
            <a:alphaModFix/>
          </a:blip>
          <a:stretch>
            <a:fillRect/>
          </a:stretch>
        </p:blipFill>
        <p:spPr>
          <a:xfrm>
            <a:off x="1370025" y="1227875"/>
            <a:ext cx="6508801" cy="26877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cxnSp>
        <p:nvCxnSpPr>
          <p:cNvPr id="1073" name="Google Shape;1073;p63"/>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1074" name="Google Shape;1074;p63"/>
          <p:cNvSpPr txBox="1"/>
          <p:nvPr/>
        </p:nvSpPr>
        <p:spPr>
          <a:xfrm>
            <a:off x="431900" y="917525"/>
            <a:ext cx="8241600" cy="30123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Goal:</a:t>
            </a:r>
            <a:r>
              <a:rPr lang="en">
                <a:solidFill>
                  <a:schemeClr val="dk2"/>
                </a:solidFill>
                <a:latin typeface="Montserrat Medium"/>
                <a:ea typeface="Montserrat Medium"/>
                <a:cs typeface="Montserrat Medium"/>
                <a:sym typeface="Montserrat Medium"/>
              </a:rPr>
              <a:t> Use formal logic, rules, and reasoning </a:t>
            </a:r>
            <a:r>
              <a:rPr b="1" lang="en">
                <a:solidFill>
                  <a:schemeClr val="dk2"/>
                </a:solidFill>
                <a:latin typeface="Montserrat"/>
                <a:ea typeface="Montserrat"/>
                <a:cs typeface="Montserrat"/>
                <a:sym typeface="Montserrat"/>
              </a:rPr>
              <a:t>(that can be rendered in algorithms)</a:t>
            </a:r>
            <a:r>
              <a:rPr lang="en">
                <a:solidFill>
                  <a:schemeClr val="dk2"/>
                </a:solidFill>
                <a:latin typeface="Montserrat Medium"/>
                <a:ea typeface="Montserrat Medium"/>
                <a:cs typeface="Montserrat Medium"/>
                <a:sym typeface="Montserrat Medium"/>
              </a:rPr>
              <a:t> to reach correct conclusions</a:t>
            </a:r>
            <a:endParaRPr>
              <a:solidFill>
                <a:schemeClr val="dk2"/>
              </a:solidFill>
              <a:latin typeface="Montserrat Medium"/>
              <a:ea typeface="Montserrat Medium"/>
              <a:cs typeface="Montserrat Medium"/>
              <a:sym typeface="Montserrat Medium"/>
            </a:endParaRPr>
          </a:p>
          <a:p>
            <a:pPr indent="-304800" lvl="1" marL="91440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E</a:t>
            </a:r>
            <a:r>
              <a:rPr lang="en" sz="1200">
                <a:solidFill>
                  <a:schemeClr val="dk2"/>
                </a:solidFill>
                <a:latin typeface="Montserrat Medium"/>
                <a:ea typeface="Montserrat Medium"/>
                <a:cs typeface="Montserrat Medium"/>
                <a:sym typeface="Montserrat Medium"/>
              </a:rPr>
              <a:t>mphasis on systems that are probably correct, and guarantee finding an optimal solution</a:t>
            </a:r>
            <a:endParaRPr sz="1200">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Example:</a:t>
            </a:r>
            <a:r>
              <a:rPr lang="en">
                <a:solidFill>
                  <a:schemeClr val="dk2"/>
                </a:solidFill>
                <a:latin typeface="Montserrat Medium"/>
                <a:ea typeface="Montserrat Medium"/>
                <a:cs typeface="Montserrat Medium"/>
                <a:sym typeface="Montserrat Medium"/>
              </a:rPr>
              <a:t> </a:t>
            </a:r>
            <a:endParaRPr>
              <a:solidFill>
                <a:schemeClr val="dk2"/>
              </a:solidFill>
              <a:latin typeface="Montserrat Medium"/>
              <a:ea typeface="Montserrat Medium"/>
              <a:cs typeface="Montserrat Medium"/>
              <a:sym typeface="Montserrat Medium"/>
            </a:endParaRPr>
          </a:p>
          <a:p>
            <a:pPr indent="-304800" lvl="1" marL="91440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Expert systems (e.g., logic-based medical diagnosis engines)</a:t>
            </a:r>
            <a:endParaRPr sz="1200">
              <a:solidFill>
                <a:schemeClr val="dk2"/>
              </a:solidFill>
              <a:latin typeface="Montserrat Medium"/>
              <a:ea typeface="Montserrat Medium"/>
              <a:cs typeface="Montserrat Medium"/>
              <a:sym typeface="Montserrat Medium"/>
            </a:endParaRPr>
          </a:p>
          <a:p>
            <a:pPr indent="-304800" lvl="1" marL="91440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Chain-of-thought reasoning in LLMs</a:t>
            </a:r>
            <a:endParaRPr sz="1200">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Measure of success:</a:t>
            </a:r>
            <a:r>
              <a:rPr b="1" lang="en">
                <a:solidFill>
                  <a:schemeClr val="dk2"/>
                </a:solidFill>
                <a:latin typeface="Montserrat"/>
                <a:ea typeface="Montserrat"/>
                <a:cs typeface="Montserrat"/>
                <a:sym typeface="Montserrat"/>
              </a:rPr>
              <a:t> </a:t>
            </a:r>
            <a:r>
              <a:rPr lang="en">
                <a:solidFill>
                  <a:schemeClr val="dk2"/>
                </a:solidFill>
                <a:latin typeface="Montserrat Medium"/>
                <a:ea typeface="Montserrat Medium"/>
                <a:cs typeface="Montserrat Medium"/>
                <a:sym typeface="Montserrat Medium"/>
              </a:rPr>
              <a:t>Does the AI follow valid reasoning paths to the right answer?</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1000"/>
              </a:spcAft>
              <a:buClr>
                <a:schemeClr val="dk2"/>
              </a:buClr>
              <a:buSzPts val="1400"/>
              <a:buFont typeface="Montserrat Medium"/>
              <a:buChar char="●"/>
            </a:pPr>
            <a:r>
              <a:rPr b="1" lang="en">
                <a:solidFill>
                  <a:srgbClr val="4A86E8"/>
                </a:solidFill>
                <a:latin typeface="Montserrat"/>
                <a:ea typeface="Montserrat"/>
                <a:cs typeface="Montserrat"/>
                <a:sym typeface="Montserrat"/>
              </a:rPr>
              <a:t>Useful for:</a:t>
            </a:r>
            <a:r>
              <a:rPr b="1" lang="en">
                <a:solidFill>
                  <a:schemeClr val="dk2"/>
                </a:solidFill>
                <a:latin typeface="Montserrat"/>
                <a:ea typeface="Montserrat"/>
                <a:cs typeface="Montserrat"/>
                <a:sym typeface="Montserrat"/>
              </a:rPr>
              <a:t> </a:t>
            </a:r>
            <a:r>
              <a:rPr lang="en">
                <a:solidFill>
                  <a:schemeClr val="dk2"/>
                </a:solidFill>
                <a:latin typeface="Montserrat Medium"/>
                <a:ea typeface="Montserrat Medium"/>
                <a:cs typeface="Montserrat Medium"/>
                <a:sym typeface="Montserrat Medium"/>
              </a:rPr>
              <a:t> Domains requiring logical inference — math, theorem proving, knowledge systems</a:t>
            </a:r>
            <a:endParaRPr>
              <a:solidFill>
                <a:schemeClr val="dk2"/>
              </a:solidFill>
              <a:latin typeface="Montserrat Medium"/>
              <a:ea typeface="Montserrat Medium"/>
              <a:cs typeface="Montserrat Medium"/>
              <a:sym typeface="Montserrat Medium"/>
            </a:endParaRPr>
          </a:p>
        </p:txBody>
      </p:sp>
      <p:sp>
        <p:nvSpPr>
          <p:cNvPr id="1075" name="Google Shape;1075;p63"/>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1076" name="Google Shape;1076;p63"/>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1077" name="Google Shape;1077;p63"/>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78" name="Google Shape;1078;p63"/>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1079" name="Google Shape;1079;p63"/>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Thinking Rationally</a:t>
            </a:r>
            <a:endParaRPr b="1" i="0" sz="2600" u="none" cap="none" strike="noStrike">
              <a:solidFill>
                <a:srgbClr val="940A15"/>
              </a:solidFill>
              <a:latin typeface="Montserrat"/>
              <a:ea typeface="Montserrat"/>
              <a:cs typeface="Montserrat"/>
              <a:sym typeface="Montserrat"/>
            </a:endParaRPr>
          </a:p>
        </p:txBody>
      </p:sp>
      <p:sp>
        <p:nvSpPr>
          <p:cNvPr id="1080" name="Google Shape;1080;p63"/>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cxnSp>
        <p:nvCxnSpPr>
          <p:cNvPr id="1085" name="Google Shape;1085;p64"/>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1086" name="Google Shape;1086;p64"/>
          <p:cNvSpPr txBox="1"/>
          <p:nvPr/>
        </p:nvSpPr>
        <p:spPr>
          <a:xfrm>
            <a:off x="431900" y="841325"/>
            <a:ext cx="8241600" cy="38487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Goal:</a:t>
            </a:r>
            <a:r>
              <a:rPr lang="en">
                <a:solidFill>
                  <a:schemeClr val="dk2"/>
                </a:solidFill>
                <a:latin typeface="Montserrat Medium"/>
                <a:ea typeface="Montserrat Medium"/>
                <a:cs typeface="Montserrat Medium"/>
                <a:sym typeface="Montserrat Medium"/>
              </a:rPr>
              <a:t> Given goals and knowledge, t</a:t>
            </a:r>
            <a:r>
              <a:rPr lang="en">
                <a:solidFill>
                  <a:schemeClr val="dk2"/>
                </a:solidFill>
                <a:latin typeface="Montserrat Medium"/>
                <a:ea typeface="Montserrat Medium"/>
                <a:cs typeface="Montserrat Medium"/>
                <a:sym typeface="Montserrat Medium"/>
              </a:rPr>
              <a:t>ake actions that maximize expected outcomes</a:t>
            </a:r>
            <a:endParaRPr>
              <a:solidFill>
                <a:schemeClr val="dk2"/>
              </a:solidFill>
              <a:latin typeface="Montserrat Medium"/>
              <a:ea typeface="Montserrat Medium"/>
              <a:cs typeface="Montserrat Medium"/>
              <a:sym typeface="Montserrat Medium"/>
            </a:endParaRPr>
          </a:p>
          <a:p>
            <a:pPr indent="-304800" lvl="1" marL="91440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The emphasis is to choose actions that optimize goals in uncertain environments</a:t>
            </a:r>
            <a:endParaRPr sz="1200">
              <a:solidFill>
                <a:schemeClr val="dk2"/>
              </a:solidFill>
              <a:latin typeface="Montserrat Medium"/>
              <a:ea typeface="Montserrat Medium"/>
              <a:cs typeface="Montserrat Medium"/>
              <a:sym typeface="Montserrat Medium"/>
            </a:endParaRPr>
          </a:p>
          <a:p>
            <a:pPr indent="-304800" lvl="1" marL="914400" rtl="0" algn="just">
              <a:lnSpc>
                <a:spcPct val="120000"/>
              </a:lnSpc>
              <a:spcBef>
                <a:spcPts val="1000"/>
              </a:spcBef>
              <a:spcAft>
                <a:spcPts val="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Can make decisions that appear non-human or counterintuitive if they maximize winning chances</a:t>
            </a:r>
            <a:endParaRPr sz="1200">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Example:</a:t>
            </a:r>
            <a:r>
              <a:rPr lang="en">
                <a:solidFill>
                  <a:schemeClr val="dk2"/>
                </a:solidFill>
                <a:latin typeface="Montserrat Medium"/>
                <a:ea typeface="Montserrat Medium"/>
                <a:cs typeface="Montserrat Medium"/>
                <a:sym typeface="Montserrat Medium"/>
              </a:rPr>
              <a:t> Intelligent agents, like self-driving cars or game-playing AIs (e.g., Stockfish for chess), that make optimal decisions</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Measure of success:</a:t>
            </a:r>
            <a:r>
              <a:rPr b="1" lang="en">
                <a:solidFill>
                  <a:schemeClr val="dk2"/>
                </a:solidFill>
                <a:latin typeface="Montserrat"/>
                <a:ea typeface="Montserrat"/>
                <a:cs typeface="Montserrat"/>
                <a:sym typeface="Montserrat"/>
              </a:rPr>
              <a:t> </a:t>
            </a:r>
            <a:r>
              <a:rPr lang="en">
                <a:solidFill>
                  <a:schemeClr val="dk2"/>
                </a:solidFill>
                <a:latin typeface="Montserrat Medium"/>
                <a:ea typeface="Montserrat Medium"/>
                <a:cs typeface="Montserrat Medium"/>
                <a:sym typeface="Montserrat Medium"/>
              </a:rPr>
              <a:t>Does the AI choose the best possible action under uncertainty?</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Useful for:</a:t>
            </a:r>
            <a:r>
              <a:rPr b="1" lang="en">
                <a:solidFill>
                  <a:schemeClr val="dk2"/>
                </a:solidFill>
                <a:latin typeface="Montserrat"/>
                <a:ea typeface="Montserrat"/>
                <a:cs typeface="Montserrat"/>
                <a:sym typeface="Montserrat"/>
              </a:rPr>
              <a:t> </a:t>
            </a:r>
            <a:r>
              <a:rPr lang="en">
                <a:solidFill>
                  <a:schemeClr val="dk2"/>
                </a:solidFill>
                <a:latin typeface="Montserrat Medium"/>
                <a:ea typeface="Montserrat Medium"/>
                <a:cs typeface="Montserrat Medium"/>
                <a:sym typeface="Montserrat Medium"/>
              </a:rPr>
              <a:t> </a:t>
            </a:r>
            <a:r>
              <a:rPr lang="en">
                <a:solidFill>
                  <a:schemeClr val="dk2"/>
                </a:solidFill>
                <a:latin typeface="Montserrat Medium"/>
                <a:ea typeface="Montserrat Medium"/>
                <a:cs typeface="Montserrat Medium"/>
                <a:sym typeface="Montserrat Medium"/>
              </a:rPr>
              <a:t>Real-world decision-making, robotics, autonomous systems</a:t>
            </a:r>
            <a:endParaRPr>
              <a:solidFill>
                <a:schemeClr val="dk2"/>
              </a:solidFill>
              <a:latin typeface="Montserrat Medium"/>
              <a:ea typeface="Montserrat Medium"/>
              <a:cs typeface="Montserrat Medium"/>
              <a:sym typeface="Montserrat Medium"/>
            </a:endParaRPr>
          </a:p>
          <a:p>
            <a:pPr indent="-317500" lvl="0" marL="457200" rtl="0" algn="just">
              <a:lnSpc>
                <a:spcPct val="120000"/>
              </a:lnSpc>
              <a:spcBef>
                <a:spcPts val="100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Heuristic:</a:t>
            </a:r>
            <a:r>
              <a:rPr lang="en">
                <a:solidFill>
                  <a:schemeClr val="dk2"/>
                </a:solidFill>
                <a:latin typeface="Montserrat Medium"/>
                <a:ea typeface="Montserrat Medium"/>
                <a:cs typeface="Montserrat Medium"/>
                <a:sym typeface="Montserrat Medium"/>
              </a:rPr>
              <a:t> A rule of thumb, strategy, trick, simplification, or any other kind of device which drastically limits search for solutions in large problem spaces</a:t>
            </a:r>
            <a:endParaRPr>
              <a:solidFill>
                <a:schemeClr val="dk2"/>
              </a:solidFill>
              <a:latin typeface="Montserrat Medium"/>
              <a:ea typeface="Montserrat Medium"/>
              <a:cs typeface="Montserrat Medium"/>
              <a:sym typeface="Montserrat Medium"/>
            </a:endParaRPr>
          </a:p>
          <a:p>
            <a:pPr indent="-304800" lvl="1" marL="914400" rtl="0" algn="just">
              <a:lnSpc>
                <a:spcPct val="120000"/>
              </a:lnSpc>
              <a:spcBef>
                <a:spcPts val="1000"/>
              </a:spcBef>
              <a:spcAft>
                <a:spcPts val="1000"/>
              </a:spcAft>
              <a:buClr>
                <a:schemeClr val="dk2"/>
              </a:buClr>
              <a:buSzPts val="1200"/>
              <a:buFont typeface="Montserrat Medium"/>
              <a:buChar char="○"/>
            </a:pPr>
            <a:r>
              <a:rPr lang="en" sz="1200">
                <a:solidFill>
                  <a:schemeClr val="dk2"/>
                </a:solidFill>
                <a:latin typeface="Montserrat Medium"/>
                <a:ea typeface="Montserrat Medium"/>
                <a:cs typeface="Montserrat Medium"/>
                <a:sym typeface="Montserrat Medium"/>
              </a:rPr>
              <a:t>Heuristics </a:t>
            </a:r>
            <a:r>
              <a:rPr b="1" i="1" lang="en" sz="1200">
                <a:solidFill>
                  <a:schemeClr val="dk2"/>
                </a:solidFill>
                <a:latin typeface="Montserrat"/>
                <a:ea typeface="Montserrat"/>
                <a:cs typeface="Montserrat"/>
                <a:sym typeface="Montserrat"/>
              </a:rPr>
              <a:t>do not guarantee</a:t>
            </a:r>
            <a:r>
              <a:rPr lang="en" sz="1200">
                <a:solidFill>
                  <a:schemeClr val="dk2"/>
                </a:solidFill>
                <a:latin typeface="Montserrat Medium"/>
                <a:ea typeface="Montserrat Medium"/>
                <a:cs typeface="Montserrat Medium"/>
                <a:sym typeface="Montserrat Medium"/>
              </a:rPr>
              <a:t> optimal solutions (they do not guarantee any solution at all); but they can offer solutions which are </a:t>
            </a:r>
            <a:r>
              <a:rPr b="1" i="1" lang="en" sz="1200">
                <a:solidFill>
                  <a:schemeClr val="dk2"/>
                </a:solidFill>
                <a:latin typeface="Montserrat"/>
                <a:ea typeface="Montserrat"/>
                <a:cs typeface="Montserrat"/>
                <a:sym typeface="Montserrat"/>
              </a:rPr>
              <a:t>good enough most of the time</a:t>
            </a:r>
            <a:endParaRPr b="1" i="1" sz="1200">
              <a:solidFill>
                <a:schemeClr val="dk2"/>
              </a:solidFill>
              <a:latin typeface="Montserrat"/>
              <a:ea typeface="Montserrat"/>
              <a:cs typeface="Montserrat"/>
              <a:sym typeface="Montserrat"/>
            </a:endParaRPr>
          </a:p>
        </p:txBody>
      </p:sp>
      <p:sp>
        <p:nvSpPr>
          <p:cNvPr id="1087" name="Google Shape;1087;p64"/>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1088" name="Google Shape;1088;p64"/>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1089" name="Google Shape;1089;p64"/>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0" name="Google Shape;1090;p64"/>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1091" name="Google Shape;1091;p64"/>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Acting </a:t>
            </a:r>
            <a:r>
              <a:rPr b="1" lang="en" sz="2600">
                <a:solidFill>
                  <a:srgbClr val="940A15"/>
                </a:solidFill>
                <a:latin typeface="Montserrat"/>
                <a:ea typeface="Montserrat"/>
                <a:cs typeface="Montserrat"/>
                <a:sym typeface="Montserrat"/>
              </a:rPr>
              <a:t>Rationally</a:t>
            </a:r>
            <a:endParaRPr b="1" i="0" sz="2600" u="none" cap="none" strike="noStrike">
              <a:solidFill>
                <a:srgbClr val="940A15"/>
              </a:solidFill>
              <a:latin typeface="Montserrat"/>
              <a:ea typeface="Montserrat"/>
              <a:cs typeface="Montserrat"/>
              <a:sym typeface="Montserrat"/>
            </a:endParaRPr>
          </a:p>
        </p:txBody>
      </p:sp>
      <p:sp>
        <p:nvSpPr>
          <p:cNvPr id="1092" name="Google Shape;1092;p64"/>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cxnSp>
        <p:nvCxnSpPr>
          <p:cNvPr id="1097" name="Google Shape;1097;p65"/>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1098" name="Google Shape;1098;p65"/>
          <p:cNvSpPr txBox="1"/>
          <p:nvPr/>
        </p:nvSpPr>
        <p:spPr>
          <a:xfrm>
            <a:off x="431900" y="841325"/>
            <a:ext cx="8241600" cy="29949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Strong AI</a:t>
            </a:r>
            <a:r>
              <a:rPr b="1" lang="en">
                <a:solidFill>
                  <a:srgbClr val="4A86E8"/>
                </a:solidFill>
                <a:latin typeface="Montserrat"/>
                <a:ea typeface="Montserrat"/>
                <a:cs typeface="Montserrat"/>
                <a:sym typeface="Montserrat"/>
              </a:rPr>
              <a:t>:</a:t>
            </a:r>
            <a:r>
              <a:rPr lang="en">
                <a:solidFill>
                  <a:schemeClr val="dk2"/>
                </a:solidFill>
                <a:latin typeface="Montserrat Medium"/>
                <a:ea typeface="Montserrat Medium"/>
                <a:cs typeface="Montserrat Medium"/>
                <a:sym typeface="Montserrat Medium"/>
              </a:rPr>
              <a:t> (Hypothetical) a</a:t>
            </a:r>
            <a:r>
              <a:rPr lang="en">
                <a:solidFill>
                  <a:schemeClr val="dk2"/>
                </a:solidFill>
                <a:latin typeface="Montserrat Medium"/>
                <a:ea typeface="Montserrat Medium"/>
                <a:cs typeface="Montserrat Medium"/>
                <a:sym typeface="Montserrat Medium"/>
              </a:rPr>
              <a:t>rtificial</a:t>
            </a:r>
            <a:r>
              <a:rPr lang="en">
                <a:solidFill>
                  <a:schemeClr val="dk2"/>
                </a:solidFill>
                <a:latin typeface="Montserrat Medium"/>
                <a:ea typeface="Montserrat Medium"/>
                <a:cs typeface="Montserrat Medium"/>
                <a:sym typeface="Montserrat Medium"/>
              </a:rPr>
              <a:t> intelligence with general cognitive abilities that match or surpass human intelligence</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Capable of learning, reasoning, and self-awareness (like a human)</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Potential to exhibit intent, creativity, and emotional understanding</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The goal of OpenAI is to create </a:t>
            </a:r>
            <a:r>
              <a:rPr b="1" lang="en">
                <a:solidFill>
                  <a:schemeClr val="dk2"/>
                </a:solidFill>
                <a:latin typeface="Montserrat"/>
                <a:ea typeface="Montserrat"/>
                <a:cs typeface="Montserrat"/>
                <a:sym typeface="Montserrat"/>
              </a:rPr>
              <a:t>Artificial General Intelligence (AGI) – </a:t>
            </a:r>
            <a:r>
              <a:rPr lang="en">
                <a:solidFill>
                  <a:schemeClr val="dk2"/>
                </a:solidFill>
                <a:latin typeface="Montserrat Medium"/>
                <a:ea typeface="Montserrat Medium"/>
                <a:cs typeface="Montserrat Medium"/>
                <a:sym typeface="Montserrat Medium"/>
              </a:rPr>
              <a:t>which is still a theoretical concept (some conjecture that OpenAI has already developed AGI but is holding off for commercial reasons)</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Think of Samantha from the 2013 movie </a:t>
            </a:r>
            <a:r>
              <a:rPr b="1" i="1" lang="en">
                <a:solidFill>
                  <a:schemeClr val="dk2"/>
                </a:solidFill>
                <a:latin typeface="Montserrat"/>
                <a:ea typeface="Montserrat"/>
                <a:cs typeface="Montserrat"/>
                <a:sym typeface="Montserrat"/>
              </a:rPr>
              <a:t>HER</a:t>
            </a:r>
            <a:endParaRPr>
              <a:solidFill>
                <a:schemeClr val="dk2"/>
              </a:solidFill>
              <a:latin typeface="Montserrat Medium"/>
              <a:ea typeface="Montserrat Medium"/>
              <a:cs typeface="Montserrat Medium"/>
              <a:sym typeface="Montserrat Medium"/>
            </a:endParaRPr>
          </a:p>
          <a:p>
            <a:pPr indent="0" lvl="0" marL="457200" rtl="0" algn="just">
              <a:lnSpc>
                <a:spcPct val="120000"/>
              </a:lnSpc>
              <a:spcBef>
                <a:spcPts val="1000"/>
              </a:spcBef>
              <a:spcAft>
                <a:spcPts val="1000"/>
              </a:spcAft>
              <a:buNone/>
            </a:pPr>
            <a:r>
              <a:t/>
            </a:r>
            <a:endParaRPr b="1" i="1">
              <a:solidFill>
                <a:schemeClr val="dk2"/>
              </a:solidFill>
              <a:latin typeface="Montserrat"/>
              <a:ea typeface="Montserrat"/>
              <a:cs typeface="Montserrat"/>
              <a:sym typeface="Montserrat"/>
            </a:endParaRPr>
          </a:p>
        </p:txBody>
      </p:sp>
      <p:sp>
        <p:nvSpPr>
          <p:cNvPr id="1099" name="Google Shape;1099;p65"/>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1100" name="Google Shape;1100;p65"/>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1101" name="Google Shape;1101;p65"/>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02" name="Google Shape;1102;p65"/>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1103" name="Google Shape;1103;p65"/>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Strong AI</a:t>
            </a:r>
            <a:endParaRPr b="1" i="0" sz="2600" u="none" cap="none" strike="noStrike">
              <a:solidFill>
                <a:srgbClr val="940A15"/>
              </a:solidFill>
              <a:latin typeface="Montserrat"/>
              <a:ea typeface="Montserrat"/>
              <a:cs typeface="Montserrat"/>
              <a:sym typeface="Montserrat"/>
            </a:endParaRPr>
          </a:p>
        </p:txBody>
      </p:sp>
      <p:sp>
        <p:nvSpPr>
          <p:cNvPr id="1104" name="Google Shape;1104;p65"/>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cxnSp>
        <p:nvCxnSpPr>
          <p:cNvPr id="1109" name="Google Shape;1109;p66"/>
          <p:cNvCxnSpPr/>
          <p:nvPr/>
        </p:nvCxnSpPr>
        <p:spPr>
          <a:xfrm>
            <a:off x="462767" y="579434"/>
            <a:ext cx="8210700" cy="0"/>
          </a:xfrm>
          <a:prstGeom prst="straightConnector1">
            <a:avLst/>
          </a:prstGeom>
          <a:noFill/>
          <a:ln cap="flat" cmpd="sng" w="38100">
            <a:solidFill>
              <a:srgbClr val="940A15"/>
            </a:solidFill>
            <a:prstDash val="solid"/>
            <a:miter lim="800000"/>
            <a:headEnd len="sm" w="sm" type="none"/>
            <a:tailEnd len="sm" w="sm" type="none"/>
          </a:ln>
        </p:spPr>
      </p:cxnSp>
      <p:sp>
        <p:nvSpPr>
          <p:cNvPr id="1110" name="Google Shape;1110;p66"/>
          <p:cNvSpPr txBox="1"/>
          <p:nvPr/>
        </p:nvSpPr>
        <p:spPr>
          <a:xfrm>
            <a:off x="431900" y="841325"/>
            <a:ext cx="8241600" cy="3896700"/>
          </a:xfrm>
          <a:prstGeom prst="rect">
            <a:avLst/>
          </a:prstGeom>
          <a:noFill/>
          <a:ln>
            <a:noFill/>
          </a:ln>
        </p:spPr>
        <p:txBody>
          <a:bodyPr anchorCtr="0" anchor="t" bIns="34275" lIns="68575" spcFirstLastPara="1" rIns="68575" wrap="square" tIns="34275">
            <a:spAutoFit/>
          </a:bodyPr>
          <a:lstStyle/>
          <a:p>
            <a:pPr indent="-317500" lvl="0" marL="457200" rtl="0" algn="just">
              <a:lnSpc>
                <a:spcPct val="120000"/>
              </a:lnSpc>
              <a:spcBef>
                <a:spcPts val="0"/>
              </a:spcBef>
              <a:spcAft>
                <a:spcPts val="0"/>
              </a:spcAft>
              <a:buClr>
                <a:schemeClr val="dk2"/>
              </a:buClr>
              <a:buSzPts val="1400"/>
              <a:buFont typeface="Montserrat Medium"/>
              <a:buChar char="●"/>
            </a:pPr>
            <a:r>
              <a:rPr b="1" lang="en">
                <a:solidFill>
                  <a:srgbClr val="4A86E8"/>
                </a:solidFill>
                <a:latin typeface="Montserrat"/>
                <a:ea typeface="Montserrat"/>
                <a:cs typeface="Montserrat"/>
                <a:sym typeface="Montserrat"/>
              </a:rPr>
              <a:t>Weak </a:t>
            </a:r>
            <a:r>
              <a:rPr b="1" lang="en">
                <a:solidFill>
                  <a:srgbClr val="4A86E8"/>
                </a:solidFill>
                <a:latin typeface="Montserrat"/>
                <a:ea typeface="Montserrat"/>
                <a:cs typeface="Montserrat"/>
                <a:sym typeface="Montserrat"/>
              </a:rPr>
              <a:t>AI:</a:t>
            </a:r>
            <a:r>
              <a:rPr lang="en">
                <a:solidFill>
                  <a:schemeClr val="dk2"/>
                </a:solidFill>
                <a:latin typeface="Montserrat Medium"/>
                <a:ea typeface="Montserrat Medium"/>
                <a:cs typeface="Montserrat Medium"/>
                <a:sym typeface="Montserrat Medium"/>
              </a:rPr>
              <a:t> Software or system designed and trained for a specific, narrow task</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Does not possess (require) consciousness, self-awareness, or general reasoning ability</a:t>
            </a:r>
            <a:endParaRPr>
              <a:solidFill>
                <a:schemeClr val="dk2"/>
              </a:solidFill>
              <a:latin typeface="Montserrat Medium"/>
              <a:ea typeface="Montserrat Medium"/>
              <a:cs typeface="Montserrat Medium"/>
              <a:sym typeface="Montserrat Medium"/>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Does not truly </a:t>
            </a:r>
            <a:r>
              <a:rPr i="1" lang="en">
                <a:solidFill>
                  <a:schemeClr val="dk2"/>
                </a:solidFill>
                <a:latin typeface="Montserrat Medium"/>
                <a:ea typeface="Montserrat Medium"/>
                <a:cs typeface="Montserrat Medium"/>
                <a:sym typeface="Montserrat Medium"/>
              </a:rPr>
              <a:t>understand, </a:t>
            </a:r>
            <a:r>
              <a:rPr lang="en">
                <a:solidFill>
                  <a:schemeClr val="dk2"/>
                </a:solidFill>
                <a:latin typeface="Montserrat Medium"/>
                <a:ea typeface="Montserrat Medium"/>
                <a:cs typeface="Montserrat Medium"/>
                <a:sym typeface="Montserrat Medium"/>
              </a:rPr>
              <a:t>uses </a:t>
            </a:r>
            <a:r>
              <a:rPr b="1" lang="en">
                <a:solidFill>
                  <a:schemeClr val="dk2"/>
                </a:solidFill>
                <a:latin typeface="Montserrat"/>
                <a:ea typeface="Montserrat"/>
                <a:cs typeface="Montserrat"/>
                <a:sym typeface="Montserrat"/>
              </a:rPr>
              <a:t>pattern recognition</a:t>
            </a:r>
            <a:r>
              <a:rPr lang="en">
                <a:solidFill>
                  <a:schemeClr val="dk2"/>
                </a:solidFill>
                <a:latin typeface="Montserrat Medium"/>
                <a:ea typeface="Montserrat Medium"/>
                <a:cs typeface="Montserrat Medium"/>
                <a:sym typeface="Montserrat Medium"/>
              </a:rPr>
              <a:t> and </a:t>
            </a:r>
            <a:r>
              <a:rPr b="1" lang="en">
                <a:solidFill>
                  <a:schemeClr val="dk2"/>
                </a:solidFill>
                <a:latin typeface="Montserrat"/>
                <a:ea typeface="Montserrat"/>
                <a:cs typeface="Montserrat"/>
                <a:sym typeface="Montserrat"/>
              </a:rPr>
              <a:t>statistical learning</a:t>
            </a:r>
            <a:endParaRPr b="1">
              <a:solidFill>
                <a:schemeClr val="dk2"/>
              </a:solidFill>
              <a:latin typeface="Montserrat"/>
              <a:ea typeface="Montserrat"/>
              <a:cs typeface="Montserrat"/>
              <a:sym typeface="Montserrat"/>
            </a:endParaRPr>
          </a:p>
          <a:p>
            <a:pPr indent="-317500" lvl="1" marL="9144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Example: </a:t>
            </a:r>
            <a:endParaRPr>
              <a:solidFill>
                <a:schemeClr val="dk2"/>
              </a:solidFill>
              <a:latin typeface="Montserrat Medium"/>
              <a:ea typeface="Montserrat Medium"/>
              <a:cs typeface="Montserrat Medium"/>
              <a:sym typeface="Montserrat Medium"/>
            </a:endParaRPr>
          </a:p>
          <a:p>
            <a:pPr indent="-317500" lvl="2" marL="13716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Virtual assistants: Siri, Alexa, Google assistant</a:t>
            </a:r>
            <a:endParaRPr>
              <a:solidFill>
                <a:schemeClr val="dk2"/>
              </a:solidFill>
              <a:latin typeface="Montserrat Medium"/>
              <a:ea typeface="Montserrat Medium"/>
              <a:cs typeface="Montserrat Medium"/>
              <a:sym typeface="Montserrat Medium"/>
            </a:endParaRPr>
          </a:p>
          <a:p>
            <a:pPr indent="-317500" lvl="2" marL="13716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Large language models: GPT-4o, Gemini, Claude, Deepseek</a:t>
            </a:r>
            <a:endParaRPr>
              <a:solidFill>
                <a:schemeClr val="dk2"/>
              </a:solidFill>
              <a:latin typeface="Montserrat Medium"/>
              <a:ea typeface="Montserrat Medium"/>
              <a:cs typeface="Montserrat Medium"/>
              <a:sym typeface="Montserrat Medium"/>
            </a:endParaRPr>
          </a:p>
          <a:p>
            <a:pPr indent="-317500" lvl="2" marL="13716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Recommendation systems: Netflix, Amazon, Spotify recommendations</a:t>
            </a:r>
            <a:endParaRPr>
              <a:solidFill>
                <a:schemeClr val="dk2"/>
              </a:solidFill>
              <a:latin typeface="Montserrat Medium"/>
              <a:ea typeface="Montserrat Medium"/>
              <a:cs typeface="Montserrat Medium"/>
              <a:sym typeface="Montserrat Medium"/>
            </a:endParaRPr>
          </a:p>
          <a:p>
            <a:pPr indent="-317500" lvl="2" marL="1371600" rtl="0" algn="just">
              <a:lnSpc>
                <a:spcPct val="120000"/>
              </a:lnSpc>
              <a:spcBef>
                <a:spcPts val="1000"/>
              </a:spcBef>
              <a:spcAft>
                <a:spcPts val="0"/>
              </a:spcAft>
              <a:buClr>
                <a:schemeClr val="dk2"/>
              </a:buClr>
              <a:buSzPts val="1400"/>
              <a:buFont typeface="Montserrat Medium"/>
              <a:buChar char="■"/>
            </a:pPr>
            <a:r>
              <a:rPr lang="en">
                <a:solidFill>
                  <a:schemeClr val="dk2"/>
                </a:solidFill>
                <a:latin typeface="Montserrat Medium"/>
                <a:ea typeface="Montserrat Medium"/>
                <a:cs typeface="Montserrat Medium"/>
                <a:sym typeface="Montserrat Medium"/>
              </a:rPr>
              <a:t>Specific applications: Gmail spam filter, Facial recognition systems, </a:t>
            </a:r>
            <a:r>
              <a:rPr lang="en">
                <a:solidFill>
                  <a:schemeClr val="dk2"/>
                </a:solidFill>
                <a:latin typeface="Montserrat Medium"/>
                <a:ea typeface="Montserrat Medium"/>
                <a:cs typeface="Montserrat Medium"/>
                <a:sym typeface="Montserrat Medium"/>
              </a:rPr>
              <a:t>Autonomous</a:t>
            </a:r>
            <a:r>
              <a:rPr lang="en">
                <a:solidFill>
                  <a:schemeClr val="dk2"/>
                </a:solidFill>
                <a:latin typeface="Montserrat Medium"/>
                <a:ea typeface="Montserrat Medium"/>
                <a:cs typeface="Montserrat Medium"/>
                <a:sym typeface="Montserrat Medium"/>
              </a:rPr>
              <a:t> vehicles, Stockfish (chess engine)</a:t>
            </a:r>
            <a:endParaRPr>
              <a:solidFill>
                <a:schemeClr val="dk2"/>
              </a:solidFill>
              <a:latin typeface="Montserrat Medium"/>
              <a:ea typeface="Montserrat Medium"/>
              <a:cs typeface="Montserrat Medium"/>
              <a:sym typeface="Montserrat Medium"/>
            </a:endParaRPr>
          </a:p>
          <a:p>
            <a:pPr indent="0" lvl="0" marL="457200" rtl="0" algn="just">
              <a:lnSpc>
                <a:spcPct val="120000"/>
              </a:lnSpc>
              <a:spcBef>
                <a:spcPts val="1000"/>
              </a:spcBef>
              <a:spcAft>
                <a:spcPts val="1000"/>
              </a:spcAft>
              <a:buNone/>
            </a:pPr>
            <a:r>
              <a:t/>
            </a:r>
            <a:endParaRPr b="1" i="1">
              <a:solidFill>
                <a:schemeClr val="dk2"/>
              </a:solidFill>
              <a:latin typeface="Montserrat"/>
              <a:ea typeface="Montserrat"/>
              <a:cs typeface="Montserrat"/>
              <a:sym typeface="Montserrat"/>
            </a:endParaRPr>
          </a:p>
        </p:txBody>
      </p:sp>
      <p:sp>
        <p:nvSpPr>
          <p:cNvPr id="1111" name="Google Shape;1111;p66"/>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1112" name="Google Shape;1112;p66"/>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1113" name="Google Shape;1113;p66"/>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14" name="Google Shape;1114;p66"/>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1115" name="Google Shape;1115;p66"/>
          <p:cNvSpPr txBox="1"/>
          <p:nvPr/>
        </p:nvSpPr>
        <p:spPr>
          <a:xfrm>
            <a:off x="462779" y="42925"/>
            <a:ext cx="82107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2600">
                <a:solidFill>
                  <a:srgbClr val="940A15"/>
                </a:solidFill>
                <a:latin typeface="Montserrat"/>
                <a:ea typeface="Montserrat"/>
                <a:cs typeface="Montserrat"/>
                <a:sym typeface="Montserrat"/>
              </a:rPr>
              <a:t>Weak </a:t>
            </a:r>
            <a:r>
              <a:rPr b="1" lang="en" sz="2600">
                <a:solidFill>
                  <a:srgbClr val="940A15"/>
                </a:solidFill>
                <a:latin typeface="Montserrat"/>
                <a:ea typeface="Montserrat"/>
                <a:cs typeface="Montserrat"/>
                <a:sym typeface="Montserrat"/>
              </a:rPr>
              <a:t>AI</a:t>
            </a:r>
            <a:endParaRPr b="1" i="0" sz="2600" u="none" cap="none" strike="noStrike">
              <a:solidFill>
                <a:srgbClr val="940A15"/>
              </a:solidFill>
              <a:latin typeface="Montserrat"/>
              <a:ea typeface="Montserrat"/>
              <a:cs typeface="Montserrat"/>
              <a:sym typeface="Montserrat"/>
            </a:endParaRPr>
          </a:p>
        </p:txBody>
      </p:sp>
      <p:sp>
        <p:nvSpPr>
          <p:cNvPr id="1116" name="Google Shape;1116;p66"/>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67"/>
          <p:cNvSpPr txBox="1"/>
          <p:nvPr/>
        </p:nvSpPr>
        <p:spPr>
          <a:xfrm>
            <a:off x="431900" y="841325"/>
            <a:ext cx="8241600" cy="671700"/>
          </a:xfrm>
          <a:prstGeom prst="rect">
            <a:avLst/>
          </a:prstGeom>
          <a:noFill/>
          <a:ln>
            <a:noFill/>
          </a:ln>
        </p:spPr>
        <p:txBody>
          <a:bodyPr anchorCtr="0" anchor="t" bIns="34275" lIns="68575" spcFirstLastPara="1" rIns="68575" wrap="square" tIns="34275">
            <a:spAutoFit/>
          </a:bodyPr>
          <a:lstStyle/>
          <a:p>
            <a:pPr indent="0" lvl="0" marL="0" rtl="0" algn="just">
              <a:lnSpc>
                <a:spcPct val="120000"/>
              </a:lnSpc>
              <a:spcBef>
                <a:spcPts val="0"/>
              </a:spcBef>
              <a:spcAft>
                <a:spcPts val="0"/>
              </a:spcAft>
              <a:buNone/>
            </a:pPr>
            <a:r>
              <a:t/>
            </a:r>
            <a:endParaRPr>
              <a:solidFill>
                <a:schemeClr val="dk2"/>
              </a:solidFill>
              <a:latin typeface="Montserrat Medium"/>
              <a:ea typeface="Montserrat Medium"/>
              <a:cs typeface="Montserrat Medium"/>
              <a:sym typeface="Montserrat Medium"/>
            </a:endParaRPr>
          </a:p>
          <a:p>
            <a:pPr indent="0" lvl="0" marL="457200" rtl="0" algn="just">
              <a:lnSpc>
                <a:spcPct val="120000"/>
              </a:lnSpc>
              <a:spcBef>
                <a:spcPts val="1000"/>
              </a:spcBef>
              <a:spcAft>
                <a:spcPts val="1000"/>
              </a:spcAft>
              <a:buNone/>
            </a:pPr>
            <a:r>
              <a:t/>
            </a:r>
            <a:endParaRPr b="1" i="1">
              <a:solidFill>
                <a:schemeClr val="dk2"/>
              </a:solidFill>
              <a:latin typeface="Montserrat"/>
              <a:ea typeface="Montserrat"/>
              <a:cs typeface="Montserrat"/>
              <a:sym typeface="Montserrat"/>
            </a:endParaRPr>
          </a:p>
        </p:txBody>
      </p:sp>
      <p:sp>
        <p:nvSpPr>
          <p:cNvPr id="1122" name="Google Shape;1122;p67"/>
          <p:cNvSpPr/>
          <p:nvPr/>
        </p:nvSpPr>
        <p:spPr>
          <a:xfrm>
            <a:off x="466636" y="4866664"/>
            <a:ext cx="2704500" cy="34200"/>
          </a:xfrm>
          <a:prstGeom prst="rect">
            <a:avLst/>
          </a:prstGeom>
          <a:solidFill>
            <a:srgbClr val="701F28"/>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701F28"/>
              </a:solidFill>
              <a:latin typeface="Arial"/>
              <a:ea typeface="Arial"/>
              <a:cs typeface="Arial"/>
              <a:sym typeface="Arial"/>
            </a:endParaRPr>
          </a:p>
        </p:txBody>
      </p:sp>
      <p:sp>
        <p:nvSpPr>
          <p:cNvPr id="1123" name="Google Shape;1123;p67"/>
          <p:cNvSpPr/>
          <p:nvPr/>
        </p:nvSpPr>
        <p:spPr>
          <a:xfrm>
            <a:off x="3219797" y="4869810"/>
            <a:ext cx="2704500" cy="34200"/>
          </a:xfrm>
          <a:prstGeom prst="rect">
            <a:avLst/>
          </a:prstGeom>
          <a:solidFill>
            <a:srgbClr val="D60093"/>
          </a:solidFill>
          <a:ln cap="flat" cmpd="sng" w="12700">
            <a:solidFill>
              <a:srgbClr val="98412D"/>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91BFC9"/>
              </a:solidFill>
              <a:latin typeface="Arial"/>
              <a:ea typeface="Arial"/>
              <a:cs typeface="Arial"/>
              <a:sym typeface="Arial"/>
            </a:endParaRPr>
          </a:p>
        </p:txBody>
      </p:sp>
      <p:sp>
        <p:nvSpPr>
          <p:cNvPr id="1124" name="Google Shape;1124;p67"/>
          <p:cNvSpPr/>
          <p:nvPr/>
        </p:nvSpPr>
        <p:spPr>
          <a:xfrm>
            <a:off x="5972960" y="4866664"/>
            <a:ext cx="2704500" cy="34200"/>
          </a:xfrm>
          <a:prstGeom prst="rect">
            <a:avLst/>
          </a:prstGeom>
          <a:solidFill>
            <a:srgbClr val="757575"/>
          </a:solidFill>
          <a:ln cap="flat" cmpd="sng" w="12700">
            <a:solidFill>
              <a:srgbClr val="757575"/>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25" name="Google Shape;1125;p67"/>
          <p:cNvSpPr txBox="1"/>
          <p:nvPr>
            <p:ph idx="12" type="sldNum"/>
          </p:nvPr>
        </p:nvSpPr>
        <p:spPr>
          <a:xfrm>
            <a:off x="8037713" y="4929573"/>
            <a:ext cx="689100" cy="1668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1126" name="Google Shape;1126;p67"/>
          <p:cNvSpPr txBox="1"/>
          <p:nvPr>
            <p:ph idx="11" type="ftr"/>
          </p:nvPr>
        </p:nvSpPr>
        <p:spPr>
          <a:xfrm>
            <a:off x="462779" y="4929573"/>
            <a:ext cx="4596000" cy="1668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
              <a:t>CSE422: Artificial Intelligence [SHAH]</a:t>
            </a:r>
            <a:endParaRPr/>
          </a:p>
        </p:txBody>
      </p:sp>
      <p:sp>
        <p:nvSpPr>
          <p:cNvPr id="1127" name="Google Shape;1127;p67"/>
          <p:cNvSpPr/>
          <p:nvPr/>
        </p:nvSpPr>
        <p:spPr>
          <a:xfrm>
            <a:off x="2087525" y="1675225"/>
            <a:ext cx="5287500" cy="1269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a:t>“The key question is not whether machines can think, but whether people can still think.”</a:t>
            </a:r>
            <a:r>
              <a:rPr i="1" lang="en"/>
              <a:t> </a:t>
            </a:r>
            <a:r>
              <a:rPr lang="en"/>
              <a:t>– Stuart Russell</a:t>
            </a:r>
            <a:r>
              <a:rPr i="1" lang="en"/>
              <a:t> </a:t>
            </a:r>
            <a:endParaRPr i="1"/>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amond Grid 16x9">
  <a:themeElements>
    <a:clrScheme name="DiamondGrid">
      <a:dk1>
        <a:srgbClr val="2D2E2D"/>
      </a:dk1>
      <a:lt1>
        <a:srgbClr val="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
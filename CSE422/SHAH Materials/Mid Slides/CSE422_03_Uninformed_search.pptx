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</p:sldIdLst>
  <p:sldSz cy="6858000" cx="9144000"/>
  <p:notesSz cx="6991350" cy="9282100"/>
  <p:embeddedFontLst>
    <p:embeddedFont>
      <p:font typeface="Montserrat"/>
      <p:regular r:id="rId122"/>
      <p:bold r:id="rId123"/>
      <p:italic r:id="rId124"/>
      <p:boldItalic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6" roundtripDataSignature="AMtx7mg2aDtLqEcAQawsG4i4MmF94UUU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6" Type="http://customschemas.google.com/relationships/presentationmetadata" Target="metadata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Montserrat-boldItalic.fntdata"/><Relationship Id="rId29" Type="http://schemas.openxmlformats.org/officeDocument/2006/relationships/slide" Target="slides/slide24.xml"/><Relationship Id="rId124" Type="http://schemas.openxmlformats.org/officeDocument/2006/relationships/font" Target="fonts/Montserrat-italic.fntdata"/><Relationship Id="rId123" Type="http://schemas.openxmlformats.org/officeDocument/2006/relationships/font" Target="fonts/Montserrat-bold.fntdata"/><Relationship Id="rId122" Type="http://schemas.openxmlformats.org/officeDocument/2006/relationships/font" Target="fonts/Montserrat-regular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0813" y="0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1174750" y="706438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1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1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1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p2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2" name="Google Shape;792;p2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p2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3" name="Google Shape;923;p2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2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p2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5" name="Google Shape;1055;p2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2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p2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3" name="Google Shape;1183;p2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2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8" name="Google Shape;1218;p2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1" name="Google Shape;1261;p3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4" name="Google Shape;1304;p3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3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0" name="Google Shape;1350;p3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3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6" name="Google Shape;1396;p3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3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p3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3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1" name="Google Shape;1511;p3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3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8" name="Google Shape;1538;p3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4" name="Google Shape;1574;p3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0" name="Google Shape;1610;p3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5" name="Google Shape;1645;p3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4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5" name="Google Shape;1685;p4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4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4" name="Google Shape;1724;p4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4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1" name="Google Shape;1771;p4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4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8" name="Google Shape;1818;p4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4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5" name="Google Shape;1865;p4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4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2" name="Google Shape;1912;p4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4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9" name="Google Shape;1959;p4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4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7" name="Google Shape;2027;p4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4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8" name="Google Shape;2098;p4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4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4" name="Google Shape;2104;p4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5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5" name="Google Shape;2115;p5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5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6" name="Google Shape;2126;p5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2" name="Google Shape;2132;p5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5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9" name="Google Shape;2159;p5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5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6" name="Google Shape;2186;p5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5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3" name="Google Shape;2213;p5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5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0" name="Google Shape;2240;p5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5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7" name="Google Shape;2267;p5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39af6bf7e58_0_94:notes"/>
          <p:cNvSpPr txBox="1"/>
          <p:nvPr>
            <p:ph idx="1" type="body"/>
          </p:nvPr>
        </p:nvSpPr>
        <p:spPr>
          <a:xfrm>
            <a:off x="698500" y="4408488"/>
            <a:ext cx="55944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4" name="Google Shape;2294;g39af6bf7e58_0_94:notes"/>
          <p:cNvSpPr/>
          <p:nvPr>
            <p:ph idx="2" type="sldImg"/>
          </p:nvPr>
        </p:nvSpPr>
        <p:spPr>
          <a:xfrm>
            <a:off x="1176338" y="696913"/>
            <a:ext cx="4638600" cy="347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5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0" name="Google Shape;2300;p5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5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7" name="Google Shape;2327;p5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6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2" name="Google Shape;2362;p6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6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7" name="Google Shape;2397;p6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6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2" name="Google Shape;2432;p6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6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1" name="Google Shape;2471;p6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6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0" name="Google Shape;2510;p6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6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7" name="Google Shape;2557;p6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6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4" name="Google Shape;2604;p6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6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1" name="Google Shape;2651;p6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6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8" name="Google Shape;2698;p6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6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6" name="Google Shape;2766;p6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p7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2" name="Google Shape;2772;p7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7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9" name="Google Shape;2799;p7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7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4" name="Google Shape;2834;p7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7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9" name="Google Shape;2869;p7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7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2" name="Google Shape;2912;p7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p7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5" name="Google Shape;2955;p7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7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8" name="Google Shape;2998;p7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7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5" name="Google Shape;3045;p7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0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7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2" name="Google Shape;3092;p7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p7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7" name="Google Shape;3147;p7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4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p8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6" name="Google Shape;3206;p8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3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p8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5" name="Google Shape;3265;p8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8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8" name="Google Shape;3328;p8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8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1" name="Google Shape;3391;p8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2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p8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4" name="Google Shape;3454;p8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39af6bf7e58_0_99:notes"/>
          <p:cNvSpPr txBox="1"/>
          <p:nvPr>
            <p:ph idx="1" type="body"/>
          </p:nvPr>
        </p:nvSpPr>
        <p:spPr>
          <a:xfrm>
            <a:off x="698500" y="4408488"/>
            <a:ext cx="55944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2" name="Google Shape;3522;g39af6bf7e58_0_99:notes"/>
          <p:cNvSpPr/>
          <p:nvPr>
            <p:ph idx="2" type="sldImg"/>
          </p:nvPr>
        </p:nvSpPr>
        <p:spPr>
          <a:xfrm>
            <a:off x="1176338" y="696913"/>
            <a:ext cx="4638600" cy="347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8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8" name="Google Shape;3528;p8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8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5" name="Google Shape;3555;p8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p8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0" name="Google Shape;3590;p8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8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5" name="Google Shape;3625;p8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6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9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8" name="Google Shape;3668;p9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p9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1" name="Google Shape;3711;p9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Google Shape;3756;p9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7" name="Google Shape;3757;p9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Google Shape;3802;p9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3" name="Google Shape;3803;p9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9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8" name="Google Shape;3848;p9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9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5" name="Google Shape;3855;p9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4" name="Shape 3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Google Shape;3905;p9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6" name="Google Shape;3906;p9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p97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5" name="Google Shape;3925;p97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9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3" name="Google Shape;3953;p9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2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9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4" name="Google Shape;3994;p9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0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4" name="Google Shape;4044;p10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2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3" name="Google Shape;4093;p10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4" name="Google Shape;4094;p10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3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p102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5" name="Google Shape;4145;p10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6" name="Google Shape;4146;p10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2" name="Shape 4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Google Shape;4153;p10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4" name="Google Shape;4154;p10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5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p104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7" name="Google Shape;4197;p104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9" name="Shape 4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" name="Google Shape;4240;p10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1" name="Google Shape;4241;p10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3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p106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5" name="Google Shape;4285;p106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7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p107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9" name="Google Shape;4329;p107:notes"/>
          <p:cNvSpPr/>
          <p:nvPr>
            <p:ph idx="2" type="sldImg"/>
          </p:nvPr>
        </p:nvSpPr>
        <p:spPr>
          <a:xfrm>
            <a:off x="1184275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0" name="Google Shape;4330;p107:notes"/>
          <p:cNvSpPr txBox="1"/>
          <p:nvPr>
            <p:ph idx="1" type="body"/>
          </p:nvPr>
        </p:nvSpPr>
        <p:spPr>
          <a:xfrm>
            <a:off x="932180" y="4409004"/>
            <a:ext cx="5126990" cy="4176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5" name="Shape 4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p108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7" name="Google Shape;4337;p108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2" name="Shape 4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" name="Google Shape;4343;p109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4" name="Google Shape;4344;p109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9" name="Shape 4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0" name="Google Shape;4350;p110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1" name="Google Shape;4351;p110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2" name="Google Shape;4352;p110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7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p111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9" name="Google Shape;4359;p111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0" name="Google Shape;4360;p111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5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p112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7" name="Google Shape;4367;p112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8" name="Google Shape;4368;p112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3" name="Shape 4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4" name="Google Shape;4374;p113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5" name="Google Shape;4375;p113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6" name="Google Shape;4376;p113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1" name="Shape 4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" name="Google Shape;4382;p114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3" name="Google Shape;4383;p114:notes"/>
          <p:cNvSpPr/>
          <p:nvPr>
            <p:ph idx="2" type="sldImg"/>
          </p:nvPr>
        </p:nvSpPr>
        <p:spPr>
          <a:xfrm>
            <a:off x="1184275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4" name="Google Shape;4384;p114:notes"/>
          <p:cNvSpPr txBox="1"/>
          <p:nvPr>
            <p:ph idx="1" type="body"/>
          </p:nvPr>
        </p:nvSpPr>
        <p:spPr>
          <a:xfrm>
            <a:off x="932180" y="4409004"/>
            <a:ext cx="5126990" cy="4176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1" name="Shape 4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" name="Google Shape;4392;p115:notes"/>
          <p:cNvSpPr txBox="1"/>
          <p:nvPr>
            <p:ph idx="12" type="sldNum"/>
          </p:nvPr>
        </p:nvSpPr>
        <p:spPr>
          <a:xfrm>
            <a:off x="3960813" y="8816975"/>
            <a:ext cx="3028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3" name="Google Shape;4393;p115:notes"/>
          <p:cNvSpPr/>
          <p:nvPr>
            <p:ph idx="2" type="sldImg"/>
          </p:nvPr>
        </p:nvSpPr>
        <p:spPr>
          <a:xfrm>
            <a:off x="1176338" y="696913"/>
            <a:ext cx="4638675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4" name="Google Shape;4394;p115:notes"/>
          <p:cNvSpPr txBox="1"/>
          <p:nvPr>
            <p:ph idx="1" type="body"/>
          </p:nvPr>
        </p:nvSpPr>
        <p:spPr>
          <a:xfrm>
            <a:off x="698500" y="4408488"/>
            <a:ext cx="5594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7"/>
          <p:cNvSpPr txBox="1"/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7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9" name="Google Shape;19;p118"/>
          <p:cNvSpPr txBox="1"/>
          <p:nvPr>
            <p:ph idx="12" type="sldNum"/>
          </p:nvPr>
        </p:nvSpPr>
        <p:spPr>
          <a:xfrm>
            <a:off x="7239000" y="6324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9pPr>
          </a:lstStyle>
          <a:p/>
        </p:txBody>
      </p:sp>
      <p:sp>
        <p:nvSpPr>
          <p:cNvPr id="23" name="Google Shape;23;p119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0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0" name="Google Shape;30;p121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2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34" name="Google Shape;34;p122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35" name="Google Shape;35;p122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9" name="Google Shape;39;p1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0" name="Google Shape;40;p1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1" name="Google Shape;41;p1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2" name="Google Shape;42;p123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4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8" name="Google Shape;48;p1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9" name="Google Shape;49;p125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4" name="Google Shape;54;p126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7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127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8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8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2" name="Google Shape;62;p128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9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6" name="Google Shape;66;p129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7" name="Google Shape;67;p129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1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16"/>
          <p:cNvSpPr txBox="1"/>
          <p:nvPr>
            <p:ph idx="12" type="sldNum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7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422224" y="4243548"/>
            <a:ext cx="8283000" cy="1525800"/>
          </a:xfrm>
          <a:prstGeom prst="rect">
            <a:avLst/>
          </a:prstGeom>
          <a:solidFill>
            <a:srgbClr val="701F28"/>
          </a:solidFill>
          <a:ln cap="flat" cmpd="sng" w="13025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175" lIns="70375" spcFirstLastPara="1" rIns="70375" wrap="square" tIns="35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36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328354" y="2208279"/>
            <a:ext cx="82830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75" lIns="70375" spcFirstLastPara="1" rIns="70375" wrap="square" tIns="351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26"/>
              </a:spcAft>
              <a:buNone/>
            </a:pPr>
            <a:r>
              <a:rPr b="1" lang="en-US" sz="42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Problem Solving as Search</a:t>
            </a:r>
            <a:endParaRPr b="1" sz="42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25195" y="1691421"/>
            <a:ext cx="8283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75" lIns="70375" spcFirstLastPara="1" rIns="70375" wrap="square" tIns="351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-US" sz="24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-US" sz="24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83805" y="4467352"/>
            <a:ext cx="82830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75" lIns="70375" spcFirstLastPara="1" rIns="70375" wrap="square" tIns="351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7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7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477595" y="2974107"/>
            <a:ext cx="828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75" lIns="70375" spcFirstLastPara="1" rIns="70375" wrap="square" tIns="351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Uninformed Search Techniques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Why searching in AI?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age result for tic tac toe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1676400"/>
            <a:ext cx="1828800" cy="177815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 txBox="1"/>
          <p:nvPr/>
        </p:nvSpPr>
        <p:spPr>
          <a:xfrm>
            <a:off x="609600" y="3581400"/>
            <a:ext cx="8305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be you all are familiar with the board game Tic-Tac-Toe.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an AI student, you want design an intelligent agent, which can play this game with you as an opponent.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/>
        </p:nvSpPr>
        <p:spPr>
          <a:xfrm>
            <a:off x="533400" y="1676400"/>
            <a:ext cx="8305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agent should know the current state of the Tic-Tac-Toe 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 result for tic tac toe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438400"/>
            <a:ext cx="5486400" cy="34790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447800" y="5943600"/>
            <a:ext cx="6400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Some states of Tic-Tac-Toe board.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3"/>
          <p:cNvSpPr txBox="1"/>
          <p:nvPr>
            <p:ph type="title"/>
          </p:nvPr>
        </p:nvSpPr>
        <p:spPr>
          <a:xfrm>
            <a:off x="685800" y="609600"/>
            <a:ext cx="77709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Why searching in AI?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533400" y="1600200"/>
            <a:ext cx="83058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agent should explore the next possible movement and search for the best move to win the game.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914400" y="5943600"/>
            <a:ext cx="7467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Game search tree for Tic-Tac-Toe board (partial view)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elated image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438400"/>
            <a:ext cx="4615940" cy="326866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>
            <p:ph type="title"/>
          </p:nvPr>
        </p:nvSpPr>
        <p:spPr>
          <a:xfrm>
            <a:off x="685800" y="609600"/>
            <a:ext cx="77709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Why searching in AI?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Image result for breadth first search artificial intelligence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0"/>
            <a:ext cx="843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87250" y="4876800"/>
            <a:ext cx="46680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blind search strategies are: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Depth-limited search (Extended DFS)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Iterative-deepening search (Extended DFS)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cost search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Bi-directional search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2514600" y="2438400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(uninformed Search)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7086600" y="2438400"/>
            <a:ext cx="22098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(Informed Search)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762000" y="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Uninformed Vs Informed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66800" y="1143000"/>
            <a:ext cx="7772400" cy="326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Uninformed search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 only the information available in the problem definition. Example: breadth-first, depth-first, depth limited, iterative deepening, uniform cost and bidirectional search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Informed search: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domain knowledge or heuristic to choose the best move. Example. Greedy best-first, A*, IDA*, and beam search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14400" y="4267200"/>
            <a:ext cx="7924800" cy="216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Note: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which the search is to find an optimal value of an objective function: hill climbing, simulated annealing, genetic algorithms, Ant Colony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playing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 adversarial search: minimax algorithm, alpha-beta pruning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685800" y="2895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Uninformed Search</a:t>
            </a:r>
            <a:endParaRPr sz="50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14400" y="1676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Application1: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Given the following state space (tree search), give the sequence of visited nodes when using BFS (assume that the node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goal state):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8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129" name="Google Shape;129;p8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130" name="Google Shape;130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" name="Google Shape;131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2" name="Google Shape;132;p8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133" name="Google Shape;133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" name="Google Shape;134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5" name="Google Shape;135;p8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" name="Google Shape;137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" name="Google Shape;140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1" name="Google Shape;141;p8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142" name="Google Shape;142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" name="Google Shape;143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4" name="Google Shape;144;p8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145" name="Google Shape;145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" name="Google Shape;146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7" name="Google Shape;147;p8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148" name="Google Shape;148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9" name="Google Shape;149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0" name="Google Shape;150;p8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151" name="Google Shape;151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" name="Google Shape;152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3" name="Google Shape;153;p8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154" name="Google Shape;154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6" name="Google Shape;156;p8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157" name="Google Shape;157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" name="Google Shape;158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9" name="Google Shape;159;p8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160" name="Google Shape;160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" name="Google Shape;161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2" name="Google Shape;162;p8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163" name="Google Shape;163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" name="Google Shape;164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5" name="Google Shape;165;p8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8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7" name="Google Shape;167;p8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" name="Google Shape;168;p8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1" name="Google Shape;171;p8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4" name="Google Shape;174;p8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6" name="Google Shape;176;p8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78" name="Google Shape;178;p8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179" name="Google Shape;179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1" name="Google Shape;181;p8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182" name="Google Shape;182;p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84" name="Google Shape;184;p8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8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6" name="Google Shape;186;p8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9"/>
          <p:cNvGrpSpPr/>
          <p:nvPr/>
        </p:nvGrpSpPr>
        <p:grpSpPr>
          <a:xfrm>
            <a:off x="2819400" y="2895600"/>
            <a:ext cx="4724400" cy="1066800"/>
            <a:chOff x="1776" y="1824"/>
            <a:chExt cx="2976" cy="672"/>
          </a:xfrm>
        </p:grpSpPr>
        <p:grpSp>
          <p:nvGrpSpPr>
            <p:cNvPr id="194" name="Google Shape;194;p9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95" name="Google Shape;195;p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" name="Google Shape;197;p9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98" name="Google Shape;198;p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0" name="Google Shape;200;p9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201" name="Google Shape;201;p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3" name="Google Shape;203;p9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204" name="Google Shape;204;p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p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6" name="Google Shape;206;p9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9" name="Google Shape;209;p9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9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3" name="Google Shape;213;p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10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221" name="Google Shape;221;p10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222" name="Google Shape;222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3" name="Google Shape;223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4" name="Google Shape;224;p10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225" name="Google Shape;225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" name="Google Shape;226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" name="Google Shape;227;p10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228" name="Google Shape;228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" name="Google Shape;229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0" name="Google Shape;230;p10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231" name="Google Shape;231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" name="Google Shape;232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3" name="Google Shape;233;p10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234" name="Google Shape;234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5" name="Google Shape;235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6" name="Google Shape;236;p10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237" name="Google Shape;237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8" name="Google Shape;238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9" name="Google Shape;239;p10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240" name="Google Shape;240;p1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1" name="Google Shape;241;p1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2" name="Google Shape;242;p10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3" name="Google Shape;243;p10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" name="Google Shape;246;p10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8" name="Google Shape;248;p1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1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256" name="Google Shape;256;p11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257" name="Google Shape;257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8" name="Google Shape;258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260" name="Google Shape;260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1" name="Google Shape;261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2" name="Google Shape;262;p11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263" name="Google Shape;263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" name="Google Shape;264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5" name="Google Shape;265;p11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266" name="Google Shape;266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8" name="Google Shape;268;p11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269" name="Google Shape;269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" name="Google Shape;271;p11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272" name="Google Shape;272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4" name="Google Shape;274;p11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275" name="Google Shape;275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7" name="Google Shape;277;p11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278" name="Google Shape;278;p1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9" name="Google Shape;279;p1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80" name="Google Shape;280;p11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1" name="Google Shape;281;p11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2" name="Google Shape;282;p11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3" name="Google Shape;283;p11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4" name="Google Shape;284;p11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5" name="Google Shape;285;p11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6" name="Google Shape;286;p11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87" name="Google Shape;287;p1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2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295" name="Google Shape;295;p12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8" name="Google Shape;298;p12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299" name="Google Shape;299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1" name="Google Shape;301;p12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02" name="Google Shape;302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4" name="Google Shape;304;p12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05" name="Google Shape;305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7" name="Google Shape;307;p12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08" name="Google Shape;308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0" name="Google Shape;310;p12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11" name="Google Shape;311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3" name="Google Shape;313;p12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14" name="Google Shape;314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6" name="Google Shape;316;p12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317" name="Google Shape;317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9" name="Google Shape;319;p12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320" name="Google Shape;320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22" name="Google Shape;322;p12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323" name="Google Shape;323;p1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1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5" name="Google Shape;325;p12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p12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7" name="Google Shape;327;p12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p12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9" name="Google Shape;329;p12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0" name="Google Shape;330;p12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1" name="Google Shape;331;p12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2" name="Google Shape;332;p12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3" name="Google Shape;333;p12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34" name="Google Shape;334;p1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13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342" name="Google Shape;342;p13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43" name="Google Shape;343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4" name="Google Shape;344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5" name="Google Shape;345;p13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46" name="Google Shape;346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" name="Google Shape;347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" name="Google Shape;348;p13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49" name="Google Shape;349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51" name="Google Shape;351;p13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52" name="Google Shape;352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3" name="Google Shape;353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54" name="Google Shape;354;p13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55" name="Google Shape;355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6" name="Google Shape;356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57" name="Google Shape;357;p13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58" name="Google Shape;358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9" name="Google Shape;359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60" name="Google Shape;360;p13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61" name="Google Shape;361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2" name="Google Shape;362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63" name="Google Shape;363;p13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364" name="Google Shape;364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5" name="Google Shape;365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66" name="Google Shape;366;p13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367" name="Google Shape;367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8" name="Google Shape;368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69" name="Google Shape;369;p13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370" name="Google Shape;370;p1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1" name="Google Shape;371;p1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72" name="Google Shape;372;p13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3" name="Google Shape;373;p13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4" name="Google Shape;374;p13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5" name="Google Shape;375;p13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6" name="Google Shape;376;p13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7" name="Google Shape;377;p13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8" name="Google Shape;378;p13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9" name="Google Shape;379;p13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0" name="Google Shape;380;p13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1" name="Google Shape;381;p1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8" name="Google Shape;388;p14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389" name="Google Shape;389;p14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90" name="Google Shape;390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1" name="Google Shape;391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92" name="Google Shape;392;p14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93" name="Google Shape;393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4" name="Google Shape;394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95" name="Google Shape;395;p14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96" name="Google Shape;396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7" name="Google Shape;397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98" name="Google Shape;398;p14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99" name="Google Shape;399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0" name="Google Shape;400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1" name="Google Shape;401;p14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402" name="Google Shape;402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3" name="Google Shape;403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" name="Google Shape;406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7" name="Google Shape;407;p14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408" name="Google Shape;408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9" name="Google Shape;409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0" name="Google Shape;410;p14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411" name="Google Shape;411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2" name="Google Shape;412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3" name="Google Shape;413;p14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414" name="Google Shape;414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5" name="Google Shape;415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6" name="Google Shape;416;p14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417" name="Google Shape;417;p1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8" name="Google Shape;418;p1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19" name="Google Shape;419;p14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0" name="Google Shape;420;p14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1" name="Google Shape;421;p14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" name="Google Shape;422;p14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3" name="Google Shape;423;p14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4" name="Google Shape;424;p14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5" name="Google Shape;425;p14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6" name="Google Shape;426;p14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" name="Google Shape;427;p14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28" name="Google Shape;428;p1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5" name="Google Shape;435;p15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436" name="Google Shape;436;p15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437" name="Google Shape;437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8" name="Google Shape;438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39" name="Google Shape;439;p15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440" name="Google Shape;440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1" name="Google Shape;441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42" name="Google Shape;442;p15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443" name="Google Shape;443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45" name="Google Shape;445;p15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446" name="Google Shape;446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" name="Google Shape;447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48" name="Google Shape;448;p15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449" name="Google Shape;449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0" name="Google Shape;450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51" name="Google Shape;451;p15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452" name="Google Shape;452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3" name="Google Shape;453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54" name="Google Shape;454;p15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455" name="Google Shape;455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6" name="Google Shape;456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57" name="Google Shape;457;p15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458" name="Google Shape;458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9" name="Google Shape;459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0" name="Google Shape;460;p15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461" name="Google Shape;461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2" name="Google Shape;462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3" name="Google Shape;463;p15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5" name="Google Shape;465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6" name="Google Shape;466;p15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467" name="Google Shape;467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8" name="Google Shape;468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9" name="Google Shape;469;p15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470" name="Google Shape;470;p1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p1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72" name="Google Shape;472;p15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3" name="Google Shape;473;p15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4" name="Google Shape;474;p15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5" name="Google Shape;475;p15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6" name="Google Shape;476;p15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7" name="Google Shape;477;p15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8" name="Google Shape;478;p15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9" name="Google Shape;479;p15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0" name="Google Shape;480;p15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1" name="Google Shape;481;p15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2" name="Google Shape;482;p15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83" name="Google Shape;483;p1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0" name="Google Shape;490;p16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491" name="Google Shape;491;p16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492" name="Google Shape;492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3" name="Google Shape;493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94" name="Google Shape;494;p16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495" name="Google Shape;495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6" name="Google Shape;496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97" name="Google Shape;497;p16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498" name="Google Shape;498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9" name="Google Shape;499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00" name="Google Shape;500;p16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501" name="Google Shape;501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2" name="Google Shape;502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03" name="Google Shape;503;p16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504" name="Google Shape;504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5" name="Google Shape;505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06" name="Google Shape;506;p16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507" name="Google Shape;507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8" name="Google Shape;508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09" name="Google Shape;509;p16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510" name="Google Shape;510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1" name="Google Shape;511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12" name="Google Shape;512;p16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513" name="Google Shape;513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4" name="Google Shape;514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15" name="Google Shape;515;p16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516" name="Google Shape;516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7" name="Google Shape;517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18" name="Google Shape;518;p16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519" name="Google Shape;519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0" name="Google Shape;520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21" name="Google Shape;521;p16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522" name="Google Shape;522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3" name="Google Shape;523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24" name="Google Shape;524;p16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525" name="Google Shape;525;p1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6" name="Google Shape;526;p1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27" name="Google Shape;527;p16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28" name="Google Shape;528;p16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29" name="Google Shape;529;p16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0" name="Google Shape;530;p16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1" name="Google Shape;531;p16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2" name="Google Shape;532;p16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3" name="Google Shape;533;p16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4" name="Google Shape;534;p16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5" name="Google Shape;535;p16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6" name="Google Shape;536;p16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7" name="Google Shape;537;p16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38" name="Google Shape;538;p1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5" name="Google Shape;545;p17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546" name="Google Shape;546;p17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547" name="Google Shape;547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8" name="Google Shape;548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49" name="Google Shape;549;p17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550" name="Google Shape;550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1" name="Google Shape;551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2" name="Google Shape;552;p17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4" name="Google Shape;554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7" name="Google Shape;557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8" name="Google Shape;558;p17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559" name="Google Shape;559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0" name="Google Shape;560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1" name="Google Shape;561;p17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562" name="Google Shape;562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3" name="Google Shape;563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4" name="Google Shape;564;p17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565" name="Google Shape;565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6" name="Google Shape;566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7" name="Google Shape;567;p17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568" name="Google Shape;568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9" name="Google Shape;569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70" name="Google Shape;570;p17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571" name="Google Shape;571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2" name="Google Shape;572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73" name="Google Shape;573;p17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574" name="Google Shape;574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5" name="Google Shape;575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76" name="Google Shape;576;p17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577" name="Google Shape;577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8" name="Google Shape;578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79" name="Google Shape;579;p17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580" name="Google Shape;580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1" name="Google Shape;581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82" name="Google Shape;582;p17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3" name="Google Shape;583;p17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4" name="Google Shape;584;p17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" name="Google Shape;585;p17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6" name="Google Shape;586;p17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7" name="Google Shape;587;p17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8" name="Google Shape;588;p17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9" name="Google Shape;589;p17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90" name="Google Shape;590;p17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91" name="Google Shape;591;p17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92" name="Google Shape;592;p17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593" name="Google Shape;593;p17"/>
            <p:cNvGrpSpPr/>
            <p:nvPr/>
          </p:nvGrpSpPr>
          <p:grpSpPr>
            <a:xfrm>
              <a:off x="3360" y="3216"/>
              <a:ext cx="336" cy="240"/>
              <a:chOff x="2640" y="1776"/>
              <a:chExt cx="336" cy="240"/>
            </a:xfrm>
          </p:grpSpPr>
          <p:sp>
            <p:nvSpPr>
              <p:cNvPr id="594" name="Google Shape;594;p1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5" name="Google Shape;595;p1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96" name="Google Shape;596;p17"/>
            <p:cNvCxnSpPr/>
            <p:nvPr/>
          </p:nvCxnSpPr>
          <p:spPr>
            <a:xfrm>
              <a:off x="3504" y="292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97" name="Google Shape;597;p1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1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4" name="Google Shape;604;p18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605" name="Google Shape;605;p18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606" name="Google Shape;606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7" name="Google Shape;607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08" name="Google Shape;608;p18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609" name="Google Shape;609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0" name="Google Shape;610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11" name="Google Shape;611;p18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612" name="Google Shape;612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3" name="Google Shape;613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14" name="Google Shape;614;p18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615" name="Google Shape;615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6" name="Google Shape;616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17" name="Google Shape;617;p18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618" name="Google Shape;618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9" name="Google Shape;619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20" name="Google Shape;620;p18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621" name="Google Shape;621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2" name="Google Shape;622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23" name="Google Shape;623;p18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624" name="Google Shape;624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5" name="Google Shape;625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26" name="Google Shape;626;p18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627" name="Google Shape;627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8" name="Google Shape;628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29" name="Google Shape;629;p18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630" name="Google Shape;630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1" name="Google Shape;631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32" name="Google Shape;632;p18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633" name="Google Shape;633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4" name="Google Shape;634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35" name="Google Shape;635;p18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636" name="Google Shape;636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7" name="Google Shape;637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38" name="Google Shape;638;p18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639" name="Google Shape;639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0" name="Google Shape;640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641" name="Google Shape;641;p18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2" name="Google Shape;642;p18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3" name="Google Shape;643;p18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4" name="Google Shape;644;p18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5" name="Google Shape;645;p18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6" name="Google Shape;646;p18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7" name="Google Shape;647;p18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8" name="Google Shape;648;p18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9" name="Google Shape;649;p18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0" name="Google Shape;650;p18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1" name="Google Shape;651;p18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652" name="Google Shape;652;p18"/>
            <p:cNvGrpSpPr/>
            <p:nvPr/>
          </p:nvGrpSpPr>
          <p:grpSpPr>
            <a:xfrm>
              <a:off x="3360" y="3216"/>
              <a:ext cx="336" cy="240"/>
              <a:chOff x="2640" y="1776"/>
              <a:chExt cx="336" cy="240"/>
            </a:xfrm>
          </p:grpSpPr>
          <p:sp>
            <p:nvSpPr>
              <p:cNvPr id="653" name="Google Shape;653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4" name="Google Shape;654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55" name="Google Shape;655;p18"/>
            <p:cNvGrpSpPr/>
            <p:nvPr/>
          </p:nvGrpSpPr>
          <p:grpSpPr>
            <a:xfrm>
              <a:off x="4080" y="3168"/>
              <a:ext cx="336" cy="240"/>
              <a:chOff x="2640" y="1776"/>
              <a:chExt cx="336" cy="240"/>
            </a:xfrm>
          </p:grpSpPr>
          <p:sp>
            <p:nvSpPr>
              <p:cNvPr id="656" name="Google Shape;656;p1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7" name="Google Shape;657;p1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658" name="Google Shape;658;p18"/>
            <p:cNvCxnSpPr/>
            <p:nvPr/>
          </p:nvCxnSpPr>
          <p:spPr>
            <a:xfrm>
              <a:off x="3504" y="292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9" name="Google Shape;659;p18"/>
            <p:cNvCxnSpPr/>
            <p:nvPr/>
          </p:nvCxnSpPr>
          <p:spPr>
            <a:xfrm>
              <a:off x="4176" y="2928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60" name="Google Shape;660;p1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6" name="Google Shape;666;p1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7" name="Google Shape;667;p19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668" name="Google Shape;668;p19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669" name="Google Shape;669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0" name="Google Shape;670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71" name="Google Shape;671;p19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672" name="Google Shape;672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3" name="Google Shape;673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74" name="Google Shape;674;p19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675" name="Google Shape;675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6" name="Google Shape;676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77" name="Google Shape;677;p19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678" name="Google Shape;678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9" name="Google Shape;679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80" name="Google Shape;680;p19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681" name="Google Shape;681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2" name="Google Shape;682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83" name="Google Shape;683;p19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684" name="Google Shape;684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5" name="Google Shape;685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86" name="Google Shape;686;p19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687" name="Google Shape;687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8" name="Google Shape;688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89" name="Google Shape;689;p19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690" name="Google Shape;690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1" name="Google Shape;691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92" name="Google Shape;692;p19"/>
            <p:cNvGrpSpPr/>
            <p:nvPr/>
          </p:nvGrpSpPr>
          <p:grpSpPr>
            <a:xfrm>
              <a:off x="3312" y="2688"/>
              <a:ext cx="336" cy="240"/>
              <a:chOff x="2640" y="1776"/>
              <a:chExt cx="336" cy="240"/>
            </a:xfrm>
          </p:grpSpPr>
          <p:sp>
            <p:nvSpPr>
              <p:cNvPr id="693" name="Google Shape;693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4" name="Google Shape;694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95" name="Google Shape;695;p19"/>
            <p:cNvGrpSpPr/>
            <p:nvPr/>
          </p:nvGrpSpPr>
          <p:grpSpPr>
            <a:xfrm>
              <a:off x="3936" y="2688"/>
              <a:ext cx="336" cy="240"/>
              <a:chOff x="2640" y="1776"/>
              <a:chExt cx="336" cy="240"/>
            </a:xfrm>
          </p:grpSpPr>
          <p:sp>
            <p:nvSpPr>
              <p:cNvPr id="696" name="Google Shape;696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7" name="Google Shape;697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98" name="Google Shape;698;p19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699" name="Google Shape;699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0" name="Google Shape;700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01" name="Google Shape;701;p19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702" name="Google Shape;702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3" name="Google Shape;703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04" name="Google Shape;704;p19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05" name="Google Shape;705;p19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06" name="Google Shape;706;p19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07" name="Google Shape;707;p19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08" name="Google Shape;708;p19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09" name="Google Shape;709;p19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0" name="Google Shape;710;p19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1" name="Google Shape;711;p19"/>
            <p:cNvCxnSpPr/>
            <p:nvPr/>
          </p:nvCxnSpPr>
          <p:spPr>
            <a:xfrm flipH="1">
              <a:off x="3456" y="2496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2" name="Google Shape;712;p19"/>
            <p:cNvCxnSpPr/>
            <p:nvPr/>
          </p:nvCxnSpPr>
          <p:spPr>
            <a:xfrm>
              <a:off x="3600" y="2496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3" name="Google Shape;713;p19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4" name="Google Shape;714;p19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15" name="Google Shape;715;p19"/>
            <p:cNvGrpSpPr/>
            <p:nvPr/>
          </p:nvGrpSpPr>
          <p:grpSpPr>
            <a:xfrm>
              <a:off x="3360" y="3216"/>
              <a:ext cx="336" cy="240"/>
              <a:chOff x="2640" y="1776"/>
              <a:chExt cx="336" cy="240"/>
            </a:xfrm>
          </p:grpSpPr>
          <p:sp>
            <p:nvSpPr>
              <p:cNvPr id="716" name="Google Shape;716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7" name="Google Shape;717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8" name="Google Shape;718;p19"/>
            <p:cNvGrpSpPr/>
            <p:nvPr/>
          </p:nvGrpSpPr>
          <p:grpSpPr>
            <a:xfrm>
              <a:off x="4080" y="3168"/>
              <a:ext cx="336" cy="240"/>
              <a:chOff x="2640" y="1776"/>
              <a:chExt cx="336" cy="240"/>
            </a:xfrm>
          </p:grpSpPr>
          <p:sp>
            <p:nvSpPr>
              <p:cNvPr id="719" name="Google Shape;719;p1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0" name="Google Shape;720;p1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21" name="Google Shape;721;p19"/>
            <p:cNvCxnSpPr/>
            <p:nvPr/>
          </p:nvCxnSpPr>
          <p:spPr>
            <a:xfrm>
              <a:off x="3504" y="292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22" name="Google Shape;722;p19"/>
            <p:cNvCxnSpPr/>
            <p:nvPr/>
          </p:nvCxnSpPr>
          <p:spPr>
            <a:xfrm>
              <a:off x="4176" y="2928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23" name="Google Shape;723;p1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2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0" name="Google Shape;730;p20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731" name="Google Shape;731;p20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732" name="Google Shape;732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" name="Google Shape;733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34" name="Google Shape;734;p20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735" name="Google Shape;735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" name="Google Shape;736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37" name="Google Shape;737;p20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738" name="Google Shape;738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9" name="Google Shape;739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40" name="Google Shape;740;p20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741" name="Google Shape;741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2" name="Google Shape;742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43" name="Google Shape;743;p20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744" name="Google Shape;744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5" name="Google Shape;745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46" name="Google Shape;746;p20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747" name="Google Shape;747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8" name="Google Shape;748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49" name="Google Shape;749;p20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750" name="Google Shape;750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1" name="Google Shape;751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52" name="Google Shape;752;p20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753" name="Google Shape;753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4" name="Google Shape;754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55" name="Google Shape;755;p20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756" name="Google Shape;756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7" name="Google Shape;757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58" name="Google Shape;758;p20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759" name="Google Shape;759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0" name="Google Shape;760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61" name="Google Shape;761;p20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762" name="Google Shape;762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3" name="Google Shape;763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64" name="Google Shape;764;p20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765" name="Google Shape;765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6" name="Google Shape;766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67" name="Google Shape;767;p20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8" name="Google Shape;768;p20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69" name="Google Shape;769;p20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0" name="Google Shape;770;p20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1" name="Google Shape;771;p20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2" name="Google Shape;772;p20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3" name="Google Shape;773;p20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4" name="Google Shape;774;p20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5" name="Google Shape;775;p20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6" name="Google Shape;776;p20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7" name="Google Shape;777;p20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8" name="Google Shape;778;p20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9" name="Google Shape;779;p20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80" name="Google Shape;780;p20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781" name="Google Shape;781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2" name="Google Shape;782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83" name="Google Shape;783;p20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784" name="Google Shape;784;p2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p2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86" name="Google Shape;786;p20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87" name="Google Shape;787;p20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88" name="Google Shape;788;p20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89" name="Google Shape;789;p2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5" name="Google Shape;795;p2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K,L, 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96" name="Google Shape;796;p21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797" name="Google Shape;797;p21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798" name="Google Shape;798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" name="Google Shape;799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00" name="Google Shape;800;p21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801" name="Google Shape;801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2" name="Google Shape;802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03" name="Google Shape;803;p21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804" name="Google Shape;804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5" name="Google Shape;805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06" name="Google Shape;806;p21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807" name="Google Shape;807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8" name="Google Shape;808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09" name="Google Shape;809;p21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810" name="Google Shape;810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1" name="Google Shape;811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12" name="Google Shape;812;p21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813" name="Google Shape;813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4" name="Google Shape;814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15" name="Google Shape;815;p21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816" name="Google Shape;816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7" name="Google Shape;817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18" name="Google Shape;818;p21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819" name="Google Shape;819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0" name="Google Shape;820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21" name="Google Shape;821;p21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822" name="Google Shape;822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3" name="Google Shape;823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24" name="Google Shape;824;p21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825" name="Google Shape;825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6" name="Google Shape;826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27" name="Google Shape;827;p21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828" name="Google Shape;828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9" name="Google Shape;829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30" name="Google Shape;830;p21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831" name="Google Shape;831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2" name="Google Shape;832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33" name="Google Shape;833;p21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4" name="Google Shape;834;p21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35" name="Google Shape;835;p21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6" name="Google Shape;836;p21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7" name="Google Shape;837;p21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8" name="Google Shape;838;p21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9" name="Google Shape;839;p21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0" name="Google Shape;840;p21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1" name="Google Shape;841;p21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2" name="Google Shape;842;p21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3" name="Google Shape;843;p21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4" name="Google Shape;844;p21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45" name="Google Shape;845;p21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846" name="Google Shape;846;p21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847" name="Google Shape;847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8" name="Google Shape;848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9" name="Google Shape;849;p21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1" name="Google Shape;851;p2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852" name="Google Shape;852;p21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4" name="Google Shape;854;p21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855" name="Google Shape;855;p2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1" name="Google Shape;861;p2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K,L, M,N,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62" name="Google Shape;862;p22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863" name="Google Shape;863;p22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864" name="Google Shape;864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5" name="Google Shape;865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66" name="Google Shape;866;p22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867" name="Google Shape;867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8" name="Google Shape;868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69" name="Google Shape;869;p22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870" name="Google Shape;870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1" name="Google Shape;871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2" name="Google Shape;872;p22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873" name="Google Shape;873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4" name="Google Shape;874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5" name="Google Shape;875;p22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876" name="Google Shape;876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7" name="Google Shape;877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8" name="Google Shape;878;p22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879" name="Google Shape;879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0" name="Google Shape;880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1" name="Google Shape;881;p22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882" name="Google Shape;882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3" name="Google Shape;883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4" name="Google Shape;884;p22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885" name="Google Shape;885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6" name="Google Shape;886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7" name="Google Shape;887;p22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888" name="Google Shape;888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9" name="Google Shape;889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90" name="Google Shape;890;p22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891" name="Google Shape;891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2" name="Google Shape;892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93" name="Google Shape;893;p22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894" name="Google Shape;894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5" name="Google Shape;895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96" name="Google Shape;896;p22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897" name="Google Shape;897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8" name="Google Shape;898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99" name="Google Shape;899;p22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0" name="Google Shape;900;p22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1" name="Google Shape;901;p22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2" name="Google Shape;902;p22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3" name="Google Shape;903;p22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4" name="Google Shape;904;p22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5" name="Google Shape;905;p22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" name="Google Shape;906;p22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7" name="Google Shape;907;p22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8" name="Google Shape;908;p22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9" name="Google Shape;909;p22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0" name="Google Shape;910;p22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1" name="Google Shape;911;p22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912" name="Google Shape;912;p22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4" name="Google Shape;914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5" name="Google Shape;915;p22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916" name="Google Shape;916;p2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7" name="Google Shape;917;p2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918" name="Google Shape;918;p22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" name="Google Shape;919;p22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0" name="Google Shape;920;p22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2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B,C,D,E,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F,G,H,I,J,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K,L, M,N,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state: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7" name="Google Shape;927;p23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928" name="Google Shape;928;p23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929" name="Google Shape;929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0" name="Google Shape;930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31" name="Google Shape;931;p23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932" name="Google Shape;932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3" name="Google Shape;933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34" name="Google Shape;934;p23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935" name="Google Shape;935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6" name="Google Shape;936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37" name="Google Shape;937;p23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938" name="Google Shape;938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9" name="Google Shape;939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40" name="Google Shape;940;p23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941" name="Google Shape;941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2" name="Google Shape;942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43" name="Google Shape;943;p23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944" name="Google Shape;944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5" name="Google Shape;945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46" name="Google Shape;946;p23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947" name="Google Shape;947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8" name="Google Shape;948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49" name="Google Shape;949;p23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950" name="Google Shape;950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1" name="Google Shape;951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52" name="Google Shape;952;p23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953" name="Google Shape;953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4" name="Google Shape;954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55" name="Google Shape;955;p23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956" name="Google Shape;956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7" name="Google Shape;957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58" name="Google Shape;958;p23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959" name="Google Shape;959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0" name="Google Shape;960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61" name="Google Shape;961;p23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962" name="Google Shape;962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3" name="Google Shape;963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64" name="Google Shape;964;p23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5" name="Google Shape;965;p23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66" name="Google Shape;966;p23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67" name="Google Shape;967;p23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68" name="Google Shape;968;p23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69" name="Google Shape;969;p23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0" name="Google Shape;970;p23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1" name="Google Shape;971;p23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2" name="Google Shape;972;p23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3" name="Google Shape;973;p23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4" name="Google Shape;974;p23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5" name="Google Shape;975;p23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76" name="Google Shape;976;p23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977" name="Google Shape;977;p23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978" name="Google Shape;978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9" name="Google Shape;979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80" name="Google Shape;980;p23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981" name="Google Shape;981;p2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2" name="Google Shape;982;p2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983" name="Google Shape;983;p23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84" name="Google Shape;984;p23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85" name="Google Shape;985;p23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986" name="Google Shape;986;p2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2" name="Google Shape;992;p2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returned solution is the sequence of operators in the path: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A, B, G, L,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93" name="Google Shape;993;p24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994" name="Google Shape;994;p24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995" name="Google Shape;995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6" name="Google Shape;996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97" name="Google Shape;997;p24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998" name="Google Shape;998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9" name="Google Shape;999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00" name="Google Shape;1000;p24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1001" name="Google Shape;1001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2" name="Google Shape;1002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03" name="Google Shape;1003;p24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1004" name="Google Shape;1004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5" name="Google Shape;1005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06" name="Google Shape;1006;p24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1007" name="Google Shape;1007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8" name="Google Shape;1008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09" name="Google Shape;1009;p24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1010" name="Google Shape;1010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1" name="Google Shape;1011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12" name="Google Shape;1012;p24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1013" name="Google Shape;1013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4" name="Google Shape;1014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15" name="Google Shape;1015;p24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7" name="Google Shape;1017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18" name="Google Shape;1018;p24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1019" name="Google Shape;1019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0" name="Google Shape;1020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21" name="Google Shape;1021;p24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1022" name="Google Shape;1022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3" name="Google Shape;1023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24" name="Google Shape;1024;p24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1025" name="Google Shape;1025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6" name="Google Shape;1026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27" name="Google Shape;1027;p24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1028" name="Google Shape;1028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9" name="Google Shape;1029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030" name="Google Shape;1030;p24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1" name="Google Shape;1031;p24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2" name="Google Shape;1032;p24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3" name="Google Shape;1033;p24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4" name="Google Shape;1034;p24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5" name="Google Shape;1035;p24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6" name="Google Shape;1036;p24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7" name="Google Shape;1037;p24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8" name="Google Shape;1038;p24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9" name="Google Shape;1039;p24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0" name="Google Shape;1040;p24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1" name="Google Shape;1041;p24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2" name="Google Shape;1042;p24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043" name="Google Shape;1043;p24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1044" name="Google Shape;1044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5" name="Google Shape;1045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46" name="Google Shape;1046;p24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1047" name="Google Shape;1047;p2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8" name="Google Shape;1048;p2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049" name="Google Shape;1049;p24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0" name="Google Shape;1050;p24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1" name="Google Shape;1051;p24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052" name="Google Shape;1052;p2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8" name="Google Shape;1058;p25"/>
          <p:cNvSpPr/>
          <p:nvPr/>
        </p:nvSpPr>
        <p:spPr>
          <a:xfrm>
            <a:off x="914400" y="1676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Application2: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Given the following state space (tree search), give the sequence of visited nodes when using DFS (assume that the node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goal state):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9" name="Google Shape;1059;p25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1060" name="Google Shape;1060;p25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1061" name="Google Shape;1061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2" name="Google Shape;1062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63" name="Google Shape;1063;p25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1064" name="Google Shape;1064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5" name="Google Shape;1065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66" name="Google Shape;1066;p25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1067" name="Google Shape;1067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8" name="Google Shape;1068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69" name="Google Shape;1069;p25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1070" name="Google Shape;1070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1" name="Google Shape;1071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2" name="Google Shape;1072;p25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1073" name="Google Shape;1073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4" name="Google Shape;1074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5" name="Google Shape;1075;p25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1076" name="Google Shape;1076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7" name="Google Shape;1077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8" name="Google Shape;1078;p25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1079" name="Google Shape;1079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0" name="Google Shape;1080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81" name="Google Shape;1081;p25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1082" name="Google Shape;1082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3" name="Google Shape;1083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84" name="Google Shape;1084;p25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1085" name="Google Shape;1085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6" name="Google Shape;1086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87" name="Google Shape;1087;p25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1088" name="Google Shape;1088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9" name="Google Shape;1089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90" name="Google Shape;1090;p25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1091" name="Google Shape;1091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2" name="Google Shape;1092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93" name="Google Shape;1093;p25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5" name="Google Shape;1095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096" name="Google Shape;1096;p25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7" name="Google Shape;1097;p25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98" name="Google Shape;1098;p25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99" name="Google Shape;1099;p25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0" name="Google Shape;1100;p25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1" name="Google Shape;1101;p25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2" name="Google Shape;1102;p25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3" name="Google Shape;1103;p25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4" name="Google Shape;1104;p25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5" name="Google Shape;1105;p25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6" name="Google Shape;1106;p25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7" name="Google Shape;1107;p25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8" name="Google Shape;1108;p25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109" name="Google Shape;1109;p25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1110" name="Google Shape;1110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1" name="Google Shape;1111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12" name="Google Shape;1112;p25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1113" name="Google Shape;1113;p25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4" name="Google Shape;1114;p25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115" name="Google Shape;1115;p25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6" name="Google Shape;1116;p25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7" name="Google Shape;1117;p25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18" name="Google Shape;1118;p2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</a:t>
            </a: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First Search (DFS)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4" name="Google Shape;1124;p2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5" name="Google Shape;1125;p26"/>
          <p:cNvGrpSpPr/>
          <p:nvPr/>
        </p:nvGrpSpPr>
        <p:grpSpPr>
          <a:xfrm>
            <a:off x="2819400" y="2895600"/>
            <a:ext cx="4724400" cy="1066800"/>
            <a:chOff x="1776" y="1824"/>
            <a:chExt cx="2976" cy="672"/>
          </a:xfrm>
        </p:grpSpPr>
        <p:grpSp>
          <p:nvGrpSpPr>
            <p:cNvPr id="1126" name="Google Shape;1126;p26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127" name="Google Shape;1127;p2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8" name="Google Shape;1128;p2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29" name="Google Shape;1129;p26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130" name="Google Shape;1130;p2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1" name="Google Shape;1131;p2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32" name="Google Shape;1132;p26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133" name="Google Shape;1133;p2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4" name="Google Shape;1134;p2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35" name="Google Shape;1135;p26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136" name="Google Shape;1136;p2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7" name="Google Shape;1137;p2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38" name="Google Shape;1138;p26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139" name="Google Shape;1139;p2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0" name="Google Shape;1140;p2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141" name="Google Shape;1141;p26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2" name="Google Shape;1142;p26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3" name="Google Shape;1143;p26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4" name="Google Shape;1144;p26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45" name="Google Shape;1145;p2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</a:t>
            </a: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1" name="Google Shape;1151;p2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2" name="Google Shape;1152;p27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1153" name="Google Shape;1153;p27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154" name="Google Shape;1154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5" name="Google Shape;1155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56" name="Google Shape;1156;p27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157" name="Google Shape;1157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8" name="Google Shape;1158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59" name="Google Shape;1159;p27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160" name="Google Shape;1160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1" name="Google Shape;1161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62" name="Google Shape;1162;p27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163" name="Google Shape;1163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4" name="Google Shape;1164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65" name="Google Shape;1165;p27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166" name="Google Shape;1166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7" name="Google Shape;1167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68" name="Google Shape;1168;p27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169" name="Google Shape;1169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0" name="Google Shape;1170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71" name="Google Shape;1171;p27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172" name="Google Shape;1172;p2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3" name="Google Shape;1173;p2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174" name="Google Shape;1174;p27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5" name="Google Shape;1175;p27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6" name="Google Shape;1176;p27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7" name="Google Shape;1177;p27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8" name="Google Shape;1178;p27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9" name="Google Shape;1179;p27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80" name="Google Shape;1180;p2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2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7" name="Google Shape;1187;p28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1188" name="Google Shape;1188;p28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189" name="Google Shape;1189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0" name="Google Shape;1190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91" name="Google Shape;1191;p28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192" name="Google Shape;1192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3" name="Google Shape;1193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94" name="Google Shape;1194;p28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195" name="Google Shape;1195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6" name="Google Shape;1196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97" name="Google Shape;1197;p28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198" name="Google Shape;1198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9" name="Google Shape;1199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00" name="Google Shape;1200;p28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201" name="Google Shape;1201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2" name="Google Shape;1202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03" name="Google Shape;1203;p28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204" name="Google Shape;1204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5" name="Google Shape;1205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06" name="Google Shape;1206;p28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207" name="Google Shape;1207;p2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8" name="Google Shape;1208;p2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209" name="Google Shape;1209;p28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0" name="Google Shape;1210;p28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1" name="Google Shape;1211;p28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2" name="Google Shape;1212;p28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3" name="Google Shape;1213;p28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4" name="Google Shape;1214;p28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215" name="Google Shape;1215;p2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1" name="Google Shape;1221;p2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2" name="Google Shape;1222;p29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1223" name="Google Shape;1223;p29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224" name="Google Shape;1224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5" name="Google Shape;1225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26" name="Google Shape;1226;p29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227" name="Google Shape;1227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8" name="Google Shape;1228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29" name="Google Shape;1229;p29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230" name="Google Shape;1230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1" name="Google Shape;1231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32" name="Google Shape;1232;p29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233" name="Google Shape;1233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4" name="Google Shape;1234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35" name="Google Shape;1235;p29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236" name="Google Shape;1236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7" name="Google Shape;1237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38" name="Google Shape;1238;p29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239" name="Google Shape;1239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0" name="Google Shape;1240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41" name="Google Shape;1241;p29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242" name="Google Shape;1242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3" name="Google Shape;1243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44" name="Google Shape;1244;p29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1245" name="Google Shape;1245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6" name="Google Shape;1246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47" name="Google Shape;1247;p29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1248" name="Google Shape;1248;p2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9" name="Google Shape;1249;p2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250" name="Google Shape;1250;p29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1" name="Google Shape;1251;p29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2" name="Google Shape;1252;p29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3" name="Google Shape;1253;p29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4" name="Google Shape;1254;p29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5" name="Google Shape;1255;p29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6" name="Google Shape;1256;p29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7" name="Google Shape;1257;p29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258" name="Google Shape;1258;p2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4" name="Google Shape;1264;p3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5" name="Google Shape;1265;p30"/>
          <p:cNvGrpSpPr/>
          <p:nvPr/>
        </p:nvGrpSpPr>
        <p:grpSpPr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1266" name="Google Shape;1266;p30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267" name="Google Shape;1267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8" name="Google Shape;1268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69" name="Google Shape;1269;p30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270" name="Google Shape;1270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1" name="Google Shape;1271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72" name="Google Shape;1272;p30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273" name="Google Shape;1273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4" name="Google Shape;1274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75" name="Google Shape;1275;p30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276" name="Google Shape;1276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7" name="Google Shape;1277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78" name="Google Shape;1278;p30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279" name="Google Shape;1279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0" name="Google Shape;1280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81" name="Google Shape;1281;p30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282" name="Google Shape;1282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3" name="Google Shape;1283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84" name="Google Shape;1284;p30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285" name="Google Shape;1285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6" name="Google Shape;1286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87" name="Google Shape;1287;p30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1288" name="Google Shape;1288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9" name="Google Shape;1289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90" name="Google Shape;1290;p30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1291" name="Google Shape;1291;p30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2" name="Google Shape;1292;p30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293" name="Google Shape;1293;p30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4" name="Google Shape;1294;p30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5" name="Google Shape;1295;p30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6" name="Google Shape;1296;p30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7" name="Google Shape;1297;p30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8" name="Google Shape;1298;p30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9" name="Google Shape;1299;p30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00" name="Google Shape;1300;p30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301" name="Google Shape;1301;p3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3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7" name="Google Shape;1307;p3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p31"/>
          <p:cNvGrpSpPr/>
          <p:nvPr/>
        </p:nvGrpSpPr>
        <p:grpSpPr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1309" name="Google Shape;1309;p31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310" name="Google Shape;1310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1" name="Google Shape;1311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12" name="Google Shape;1312;p31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313" name="Google Shape;1313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4" name="Google Shape;1314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15" name="Google Shape;1315;p31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316" name="Google Shape;1316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7" name="Google Shape;1317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18" name="Google Shape;1318;p31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319" name="Google Shape;1319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0" name="Google Shape;1320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21" name="Google Shape;1321;p31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322" name="Google Shape;1322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3" name="Google Shape;1323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24" name="Google Shape;1324;p31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325" name="Google Shape;1325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6" name="Google Shape;1326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27" name="Google Shape;1327;p31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328" name="Google Shape;1328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9" name="Google Shape;1329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30" name="Google Shape;1330;p31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1331" name="Google Shape;1331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2" name="Google Shape;1332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33" name="Google Shape;1333;p31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1334" name="Google Shape;1334;p31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5" name="Google Shape;1335;p31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336" name="Google Shape;1336;p31"/>
            <p:cNvSpPr/>
            <p:nvPr/>
          </p:nvSpPr>
          <p:spPr>
            <a:xfrm>
              <a:off x="2400" y="3744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7" name="Google Shape;1337;p31"/>
            <p:cNvSpPr txBox="1"/>
            <p:nvPr/>
          </p:nvSpPr>
          <p:spPr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8" name="Google Shape;1338;p31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39" name="Google Shape;1339;p31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0" name="Google Shape;1340;p31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1" name="Google Shape;1341;p31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2" name="Google Shape;1342;p31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3" name="Google Shape;1343;p31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4" name="Google Shape;1344;p31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5" name="Google Shape;1345;p31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6" name="Google Shape;1346;p31"/>
            <p:cNvCxnSpPr/>
            <p:nvPr/>
          </p:nvCxnSpPr>
          <p:spPr>
            <a:xfrm flipH="1">
              <a:off x="2544" y="3456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347" name="Google Shape;1347;p3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3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3" name="Google Shape;1353;p3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O: Goal State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4" name="Google Shape;1354;p32"/>
          <p:cNvGrpSpPr/>
          <p:nvPr/>
        </p:nvGrpSpPr>
        <p:grpSpPr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1355" name="Google Shape;1355;p32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356" name="Google Shape;1356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7" name="Google Shape;1357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58" name="Google Shape;1358;p32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359" name="Google Shape;1359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0" name="Google Shape;1360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61" name="Google Shape;1361;p32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362" name="Google Shape;1362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3" name="Google Shape;1363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64" name="Google Shape;1364;p32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365" name="Google Shape;1365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6" name="Google Shape;1366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67" name="Google Shape;1367;p32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368" name="Google Shape;1368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9" name="Google Shape;1369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70" name="Google Shape;1370;p32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371" name="Google Shape;1371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2" name="Google Shape;1372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73" name="Google Shape;1373;p32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374" name="Google Shape;1374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5" name="Google Shape;1375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76" name="Google Shape;1376;p32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1377" name="Google Shape;1377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8" name="Google Shape;1378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79" name="Google Shape;1379;p32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1380" name="Google Shape;1380;p32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1" name="Google Shape;1381;p32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382" name="Google Shape;1382;p32"/>
            <p:cNvSpPr/>
            <p:nvPr/>
          </p:nvSpPr>
          <p:spPr>
            <a:xfrm>
              <a:off x="2400" y="3744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3" name="Google Shape;1383;p32"/>
            <p:cNvSpPr txBox="1"/>
            <p:nvPr/>
          </p:nvSpPr>
          <p:spPr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84" name="Google Shape;1384;p32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5" name="Google Shape;1385;p32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6" name="Google Shape;1386;p32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7" name="Google Shape;1387;p32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8" name="Google Shape;1388;p32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9" name="Google Shape;1389;p32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90" name="Google Shape;1390;p32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91" name="Google Shape;1391;p32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92" name="Google Shape;1392;p32"/>
            <p:cNvCxnSpPr/>
            <p:nvPr/>
          </p:nvCxnSpPr>
          <p:spPr>
            <a:xfrm flipH="1">
              <a:off x="2544" y="3456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393" name="Google Shape;1393;p3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9" name="Google Shape;1399;p3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returned solution is the sequence of operators in the path: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A, B, G, L,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00" name="Google Shape;1400;p33"/>
          <p:cNvGrpSpPr/>
          <p:nvPr/>
        </p:nvGrpSpPr>
        <p:grpSpPr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1401" name="Google Shape;1401;p33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402" name="Google Shape;1402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3" name="Google Shape;1403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04" name="Google Shape;1404;p33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405" name="Google Shape;1405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6" name="Google Shape;1406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07" name="Google Shape;1407;p33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408" name="Google Shape;1408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9" name="Google Shape;1409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10" name="Google Shape;1410;p33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411" name="Google Shape;1411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2" name="Google Shape;1412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13" name="Google Shape;1413;p33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414" name="Google Shape;1414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5" name="Google Shape;1415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16" name="Google Shape;1416;p33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417" name="Google Shape;1417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8" name="Google Shape;1418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19" name="Google Shape;1419;p33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420" name="Google Shape;1420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1" name="Google Shape;1421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22" name="Google Shape;1422;p33"/>
            <p:cNvGrpSpPr/>
            <p:nvPr/>
          </p:nvGrpSpPr>
          <p:grpSpPr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1423" name="Google Shape;1423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4" name="Google Shape;1424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25" name="Google Shape;1425;p33"/>
            <p:cNvGrpSpPr/>
            <p:nvPr/>
          </p:nvGrpSpPr>
          <p:grpSpPr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1426" name="Google Shape;1426;p33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7" name="Google Shape;1427;p33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428" name="Google Shape;1428;p33"/>
            <p:cNvSpPr/>
            <p:nvPr/>
          </p:nvSpPr>
          <p:spPr>
            <a:xfrm>
              <a:off x="2400" y="3744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9" name="Google Shape;1429;p33"/>
            <p:cNvSpPr txBox="1"/>
            <p:nvPr/>
          </p:nvSpPr>
          <p:spPr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30" name="Google Shape;1430;p33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1" name="Google Shape;1431;p33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2" name="Google Shape;1432;p33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3" name="Google Shape;1433;p33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4" name="Google Shape;1434;p33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5" name="Google Shape;1435;p33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6" name="Google Shape;1436;p33"/>
            <p:cNvCxnSpPr/>
            <p:nvPr/>
          </p:nvCxnSpPr>
          <p:spPr>
            <a:xfrm flipH="1">
              <a:off x="1968" y="2928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7" name="Google Shape;1437;p33"/>
            <p:cNvCxnSpPr/>
            <p:nvPr/>
          </p:nvCxnSpPr>
          <p:spPr>
            <a:xfrm>
              <a:off x="2304" y="29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8" name="Google Shape;1438;p33"/>
            <p:cNvCxnSpPr/>
            <p:nvPr/>
          </p:nvCxnSpPr>
          <p:spPr>
            <a:xfrm flipH="1">
              <a:off x="2544" y="3456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439" name="Google Shape;1439;p3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5" name="Google Shape;1445;p3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Depth-Limited Search (DLS)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6" name="Google Shape;1446;p34"/>
          <p:cNvSpPr/>
          <p:nvPr/>
        </p:nvSpPr>
        <p:spPr>
          <a:xfrm>
            <a:off x="914400" y="1676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Application3: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Given the following state space (tree search), give the sequence of visited nodes when using DLS  (Limit = 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7" name="Google Shape;1447;p34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1448" name="Google Shape;1448;p34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1449" name="Google Shape;1449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0" name="Google Shape;1450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51" name="Google Shape;1451;p34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1452" name="Google Shape;1452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3" name="Google Shape;1453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54" name="Google Shape;1454;p34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1455" name="Google Shape;1455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6" name="Google Shape;1456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57" name="Google Shape;1457;p34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1458" name="Google Shape;1458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9" name="Google Shape;1459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60" name="Google Shape;1460;p34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1461" name="Google Shape;1461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2" name="Google Shape;1462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63" name="Google Shape;1463;p34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1464" name="Google Shape;1464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5" name="Google Shape;1465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66" name="Google Shape;1466;p34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1467" name="Google Shape;1467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8" name="Google Shape;1468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69" name="Google Shape;1469;p34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1470" name="Google Shape;1470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71" name="Google Shape;1471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72" name="Google Shape;1472;p34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1473" name="Google Shape;1473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74" name="Google Shape;1474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75" name="Google Shape;1475;p34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1476" name="Google Shape;1476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77" name="Google Shape;1477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78" name="Google Shape;1478;p34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1479" name="Google Shape;1479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80" name="Google Shape;1480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81" name="Google Shape;1481;p34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1482" name="Google Shape;1482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83" name="Google Shape;1483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484" name="Google Shape;1484;p34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5" name="Google Shape;1485;p34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86" name="Google Shape;1486;p34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87" name="Google Shape;1487;p34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88" name="Google Shape;1488;p34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89" name="Google Shape;1489;p34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0" name="Google Shape;1490;p34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1" name="Google Shape;1491;p34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2" name="Google Shape;1492;p34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3" name="Google Shape;1493;p34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4" name="Google Shape;1494;p34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5" name="Google Shape;1495;p34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96" name="Google Shape;1496;p34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497" name="Google Shape;1497;p34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1498" name="Google Shape;1498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99" name="Google Shape;1499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00" name="Google Shape;1500;p34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1501" name="Google Shape;1501;p3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02" name="Google Shape;1502;p3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503" name="Google Shape;1503;p34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04" name="Google Shape;1504;p34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05" name="Google Shape;1505;p34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506" name="Google Shape;1506;p34"/>
          <p:cNvSpPr txBox="1"/>
          <p:nvPr/>
        </p:nvSpPr>
        <p:spPr>
          <a:xfrm>
            <a:off x="1371600" y="28956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34"/>
          <p:cNvSpPr txBox="1"/>
          <p:nvPr/>
        </p:nvSpPr>
        <p:spPr>
          <a:xfrm>
            <a:off x="1371600" y="3519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4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3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4" name="Google Shape;1514;p3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5" name="Google Shape;1515;p35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516" name="Google Shape;1516;p3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7" name="Google Shape;1517;p3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18" name="Google Shape;1518;p35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519" name="Google Shape;1519;p3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0" name="Google Shape;1520;p3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21" name="Google Shape;1521;p35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522" name="Google Shape;1522;p3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3" name="Google Shape;1523;p3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24" name="Google Shape;1524;p35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525" name="Google Shape;1525;p3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6" name="Google Shape;1526;p3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27" name="Google Shape;1527;p35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528" name="Google Shape;1528;p3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9" name="Google Shape;1529;p3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530" name="Google Shape;1530;p35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1" name="Google Shape;1531;p35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2" name="Google Shape;1532;p35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3" name="Google Shape;1533;p35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4" name="Google Shape;1534;p35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3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3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1" name="Google Shape;1541;p3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2" name="Google Shape;1542;p36"/>
          <p:cNvGrpSpPr/>
          <p:nvPr/>
        </p:nvGrpSpPr>
        <p:grpSpPr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1543" name="Google Shape;1543;p36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544" name="Google Shape;1544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5" name="Google Shape;1545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46" name="Google Shape;1546;p36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547" name="Google Shape;1547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8" name="Google Shape;1548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49" name="Google Shape;1549;p36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550" name="Google Shape;1550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1" name="Google Shape;1551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2" name="Google Shape;1552;p36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553" name="Google Shape;1553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4" name="Google Shape;1554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5" name="Google Shape;1555;p36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556" name="Google Shape;1556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7" name="Google Shape;1557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8" name="Google Shape;1558;p36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559" name="Google Shape;1559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0" name="Google Shape;1560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61" name="Google Shape;1561;p36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562" name="Google Shape;1562;p3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3" name="Google Shape;1563;p3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564" name="Google Shape;1564;p36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65" name="Google Shape;1565;p36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66" name="Google Shape;1566;p36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67" name="Google Shape;1567;p36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68" name="Google Shape;1568;p36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69" name="Google Shape;1569;p36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570" name="Google Shape;1570;p36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3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3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7" name="Google Shape;1577;p3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8" name="Google Shape;1578;p37"/>
          <p:cNvGrpSpPr/>
          <p:nvPr/>
        </p:nvGrpSpPr>
        <p:grpSpPr>
          <a:xfrm>
            <a:off x="838200" y="2895600"/>
            <a:ext cx="6705600" cy="1752600"/>
            <a:chOff x="528" y="1824"/>
            <a:chExt cx="4224" cy="1104"/>
          </a:xfrm>
        </p:grpSpPr>
        <p:grpSp>
          <p:nvGrpSpPr>
            <p:cNvPr id="1579" name="Google Shape;1579;p37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580" name="Google Shape;1580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1" name="Google Shape;1581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82" name="Google Shape;1582;p37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583" name="Google Shape;1583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4" name="Google Shape;1584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85" name="Google Shape;1585;p37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586" name="Google Shape;1586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7" name="Google Shape;1587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88" name="Google Shape;1588;p37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589" name="Google Shape;1589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0" name="Google Shape;1590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91" name="Google Shape;1591;p37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592" name="Google Shape;1592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3" name="Google Shape;1593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94" name="Google Shape;1594;p37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595" name="Google Shape;1595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6" name="Google Shape;1596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97" name="Google Shape;1597;p37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598" name="Google Shape;1598;p3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9" name="Google Shape;1599;p3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600" name="Google Shape;1600;p37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01" name="Google Shape;1601;p37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02" name="Google Shape;1602;p37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03" name="Google Shape;1603;p37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04" name="Google Shape;1604;p37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05" name="Google Shape;1605;p37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06" name="Google Shape;1606;p37"/>
            <p:cNvSpPr txBox="1"/>
            <p:nvPr/>
          </p:nvSpPr>
          <p:spPr>
            <a:xfrm>
              <a:off x="528" y="2697"/>
              <a:ext cx="76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Limit = 2</a:t>
              </a:r>
              <a:endPara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7" name="Google Shape;1607;p3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3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3" name="Google Shape;1613;p3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4" name="Google Shape;1614;p38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615" name="Google Shape;1615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6" name="Google Shape;1616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7" name="Google Shape;1617;p38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618" name="Google Shape;1618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9" name="Google Shape;1619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0" name="Google Shape;1620;p38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621" name="Google Shape;1621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2" name="Google Shape;1622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3" name="Google Shape;1623;p38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624" name="Google Shape;1624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5" name="Google Shape;1625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6" name="Google Shape;1626;p38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627" name="Google Shape;1627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8" name="Google Shape;1628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9" name="Google Shape;1629;p38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630" name="Google Shape;1630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1" name="Google Shape;1631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32" name="Google Shape;1632;p38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633" name="Google Shape;1633;p3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4" name="Google Shape;1634;p3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635" name="Google Shape;1635;p38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6" name="Google Shape;1636;p38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7" name="Google Shape;1637;p38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8" name="Google Shape;1638;p38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9" name="Google Shape;1639;p38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0" name="Google Shape;1640;p38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1" name="Google Shape;1641;p38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3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3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8" name="Google Shape;1648;p3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9" name="Google Shape;1649;p39"/>
          <p:cNvGrpSpPr/>
          <p:nvPr/>
        </p:nvGrpSpPr>
        <p:grpSpPr>
          <a:xfrm>
            <a:off x="838200" y="2895600"/>
            <a:ext cx="6705600" cy="1752600"/>
            <a:chOff x="528" y="1824"/>
            <a:chExt cx="4224" cy="1104"/>
          </a:xfrm>
        </p:grpSpPr>
        <p:grpSp>
          <p:nvGrpSpPr>
            <p:cNvPr id="1650" name="Google Shape;1650;p39"/>
            <p:cNvGrpSpPr/>
            <p:nvPr/>
          </p:nvGrpSpPr>
          <p:grpSpPr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1651" name="Google Shape;1651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2" name="Google Shape;1652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53" name="Google Shape;1653;p39"/>
            <p:cNvGrpSpPr/>
            <p:nvPr/>
          </p:nvGrpSpPr>
          <p:grpSpPr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1654" name="Google Shape;1654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5" name="Google Shape;1655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56" name="Google Shape;1656;p39"/>
            <p:cNvGrpSpPr/>
            <p:nvPr/>
          </p:nvGrpSpPr>
          <p:grpSpPr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1657" name="Google Shape;1657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8" name="Google Shape;1658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59" name="Google Shape;1659;p39"/>
            <p:cNvGrpSpPr/>
            <p:nvPr/>
          </p:nvGrpSpPr>
          <p:grpSpPr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1660" name="Google Shape;1660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1" name="Google Shape;1661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62" name="Google Shape;1662;p39"/>
            <p:cNvGrpSpPr/>
            <p:nvPr/>
          </p:nvGrpSpPr>
          <p:grpSpPr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1663" name="Google Shape;1663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4" name="Google Shape;1664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65" name="Google Shape;1665;p39"/>
            <p:cNvGrpSpPr/>
            <p:nvPr/>
          </p:nvGrpSpPr>
          <p:grpSpPr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1666" name="Google Shape;1666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7" name="Google Shape;1667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68" name="Google Shape;1668;p39"/>
            <p:cNvGrpSpPr/>
            <p:nvPr/>
          </p:nvGrpSpPr>
          <p:grpSpPr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1669" name="Google Shape;1669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0" name="Google Shape;1670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71" name="Google Shape;1671;p39"/>
            <p:cNvGrpSpPr/>
            <p:nvPr/>
          </p:nvGrpSpPr>
          <p:grpSpPr>
            <a:xfrm>
              <a:off x="2832" y="2688"/>
              <a:ext cx="336" cy="240"/>
              <a:chOff x="2640" y="1776"/>
              <a:chExt cx="336" cy="240"/>
            </a:xfrm>
          </p:grpSpPr>
          <p:sp>
            <p:nvSpPr>
              <p:cNvPr id="1672" name="Google Shape;1672;p39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3" name="Google Shape;1673;p39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674" name="Google Shape;1674;p39"/>
            <p:cNvCxnSpPr/>
            <p:nvPr/>
          </p:nvCxnSpPr>
          <p:spPr>
            <a:xfrm flipH="1">
              <a:off x="2016" y="2064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5" name="Google Shape;1675;p39"/>
            <p:cNvCxnSpPr/>
            <p:nvPr/>
          </p:nvCxnSpPr>
          <p:spPr>
            <a:xfrm flipH="1">
              <a:off x="2832" y="2064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6" name="Google Shape;1676;p39"/>
            <p:cNvCxnSpPr/>
            <p:nvPr/>
          </p:nvCxnSpPr>
          <p:spPr>
            <a:xfrm>
              <a:off x="3024" y="2064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7" name="Google Shape;1677;p39"/>
            <p:cNvCxnSpPr/>
            <p:nvPr/>
          </p:nvCxnSpPr>
          <p:spPr>
            <a:xfrm>
              <a:off x="3024" y="2064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8" name="Google Shape;1678;p39"/>
            <p:cNvCxnSpPr/>
            <p:nvPr/>
          </p:nvCxnSpPr>
          <p:spPr>
            <a:xfrm flipH="1">
              <a:off x="1536" y="2496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9" name="Google Shape;1679;p39"/>
            <p:cNvCxnSpPr/>
            <p:nvPr/>
          </p:nvCxnSpPr>
          <p:spPr>
            <a:xfrm>
              <a:off x="1920" y="2496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0" name="Google Shape;1680;p39"/>
            <p:cNvCxnSpPr/>
            <p:nvPr/>
          </p:nvCxnSpPr>
          <p:spPr>
            <a:xfrm>
              <a:off x="2832" y="2496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81" name="Google Shape;1681;p39"/>
            <p:cNvSpPr txBox="1"/>
            <p:nvPr/>
          </p:nvSpPr>
          <p:spPr>
            <a:xfrm>
              <a:off x="528" y="2697"/>
              <a:ext cx="76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Limit = 2</a:t>
              </a:r>
              <a:endPara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2" name="Google Shape;1682;p3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4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8" name="Google Shape;1688;p4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9" name="Google Shape;1689;p4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690" name="Google Shape;1690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1" name="Google Shape;1691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2" name="Google Shape;1692;p40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693" name="Google Shape;1693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4" name="Google Shape;1694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5" name="Google Shape;1695;p40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696" name="Google Shape;1696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7" name="Google Shape;1697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8" name="Google Shape;1698;p40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699" name="Google Shape;1699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0" name="Google Shape;1700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01" name="Google Shape;1701;p40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702" name="Google Shape;1702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3" name="Google Shape;1703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04" name="Google Shape;1704;p40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705" name="Google Shape;1705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6" name="Google Shape;1706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07" name="Google Shape;1707;p40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708" name="Google Shape;1708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9" name="Google Shape;1709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10" name="Google Shape;1710;p40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711" name="Google Shape;1711;p4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2" name="Google Shape;1712;p4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713" name="Google Shape;1713;p40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4" name="Google Shape;1714;p40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5" name="Google Shape;1715;p40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6" name="Google Shape;1716;p40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7" name="Google Shape;1717;p40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8" name="Google Shape;1718;p40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9" name="Google Shape;1719;p40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0" name="Google Shape;1720;p40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4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7" name="Google Shape;1727;p4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8" name="Google Shape;1728;p41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729" name="Google Shape;1729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0" name="Google Shape;1730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31" name="Google Shape;1731;p41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732" name="Google Shape;1732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3" name="Google Shape;1733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34" name="Google Shape;1734;p41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735" name="Google Shape;1735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6" name="Google Shape;1736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37" name="Google Shape;1737;p41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738" name="Google Shape;1738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9" name="Google Shape;1739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40" name="Google Shape;1740;p41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741" name="Google Shape;1741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2" name="Google Shape;1742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43" name="Google Shape;1743;p41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744" name="Google Shape;1744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5" name="Google Shape;1745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46" name="Google Shape;1746;p41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747" name="Google Shape;1747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8" name="Google Shape;1748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49" name="Google Shape;1749;p41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750" name="Google Shape;1750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1" name="Google Shape;1751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52" name="Google Shape;1752;p41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1753" name="Google Shape;1753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4" name="Google Shape;1754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55" name="Google Shape;1755;p41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1756" name="Google Shape;1756;p4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7" name="Google Shape;1757;p4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758" name="Google Shape;1758;p41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9" name="Google Shape;1759;p41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0" name="Google Shape;1760;p41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1" name="Google Shape;1761;p41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2" name="Google Shape;1762;p41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3" name="Google Shape;1763;p41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4" name="Google Shape;1764;p41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5" name="Google Shape;1765;p41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6" name="Google Shape;1766;p41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7" name="Google Shape;1767;p41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4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4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4" name="Google Shape;1774;p4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75" name="Google Shape;1775;p4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776" name="Google Shape;1776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7" name="Google Shape;1777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78" name="Google Shape;1778;p4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779" name="Google Shape;1779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0" name="Google Shape;1780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1" name="Google Shape;1781;p4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782" name="Google Shape;1782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3" name="Google Shape;1783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4" name="Google Shape;1784;p4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785" name="Google Shape;1785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6" name="Google Shape;1786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7" name="Google Shape;1787;p4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788" name="Google Shape;1788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9" name="Google Shape;1789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0" name="Google Shape;1790;p42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791" name="Google Shape;1791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2" name="Google Shape;1792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3" name="Google Shape;1793;p42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794" name="Google Shape;1794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5" name="Google Shape;1795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6" name="Google Shape;1796;p42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797" name="Google Shape;1797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8" name="Google Shape;1798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9" name="Google Shape;1799;p42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1800" name="Google Shape;1800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1" name="Google Shape;1801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2" name="Google Shape;1802;p42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1803" name="Google Shape;1803;p4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4" name="Google Shape;1804;p4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805" name="Google Shape;1805;p4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6" name="Google Shape;1806;p4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7" name="Google Shape;1807;p4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8" name="Google Shape;1808;p4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9" name="Google Shape;1809;p42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0" name="Google Shape;1810;p42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1" name="Google Shape;1811;p42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2" name="Google Shape;1812;p42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3" name="Google Shape;1813;p42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4" name="Google Shape;1814;p42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4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4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1" name="Google Shape;1821;p4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2" name="Google Shape;1822;p4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823" name="Google Shape;1823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4" name="Google Shape;1824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25" name="Google Shape;1825;p4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826" name="Google Shape;1826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7" name="Google Shape;1827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28" name="Google Shape;1828;p4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829" name="Google Shape;1829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0" name="Google Shape;1830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31" name="Google Shape;1831;p4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832" name="Google Shape;1832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3" name="Google Shape;1833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34" name="Google Shape;1834;p4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835" name="Google Shape;1835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6" name="Google Shape;1836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37" name="Google Shape;1837;p43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838" name="Google Shape;1838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9" name="Google Shape;1839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0" name="Google Shape;1840;p43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841" name="Google Shape;1841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2" name="Google Shape;1842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3" name="Google Shape;1843;p43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844" name="Google Shape;1844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5" name="Google Shape;1845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6" name="Google Shape;1846;p43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1847" name="Google Shape;1847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8" name="Google Shape;1848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9" name="Google Shape;1849;p43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1850" name="Google Shape;1850;p4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1" name="Google Shape;1851;p4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852" name="Google Shape;1852;p4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3" name="Google Shape;1853;p4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4" name="Google Shape;1854;p4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5" name="Google Shape;1855;p4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6" name="Google Shape;1856;p43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7" name="Google Shape;1857;p43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8" name="Google Shape;1858;p43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9" name="Google Shape;1859;p43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0" name="Google Shape;1860;p43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1" name="Google Shape;1861;p43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4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4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8" name="Google Shape;1868;p4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9" name="Google Shape;1869;p44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870" name="Google Shape;1870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1" name="Google Shape;1871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2" name="Google Shape;1872;p44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873" name="Google Shape;1873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4" name="Google Shape;1874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5" name="Google Shape;1875;p44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876" name="Google Shape;1876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7" name="Google Shape;1877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8" name="Google Shape;1878;p44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879" name="Google Shape;1879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0" name="Google Shape;1880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81" name="Google Shape;1881;p44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882" name="Google Shape;1882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3" name="Google Shape;1883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84" name="Google Shape;1884;p44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885" name="Google Shape;1885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6" name="Google Shape;1886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87" name="Google Shape;1887;p44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888" name="Google Shape;1888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9" name="Google Shape;1889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90" name="Google Shape;1890;p44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891" name="Google Shape;1891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2" name="Google Shape;1892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93" name="Google Shape;1893;p44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1894" name="Google Shape;1894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5" name="Google Shape;1895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96" name="Google Shape;1896;p44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1897" name="Google Shape;1897;p4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8" name="Google Shape;1898;p4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899" name="Google Shape;1899;p44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0" name="Google Shape;1900;p44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1" name="Google Shape;1901;p44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2" name="Google Shape;1902;p44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3" name="Google Shape;1903;p44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4" name="Google Shape;1904;p44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5" name="Google Shape;1905;p44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6" name="Google Shape;1906;p44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7" name="Google Shape;1907;p44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8" name="Google Shape;1908;p44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4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4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5" name="Google Shape;1915;p4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6" name="Google Shape;1916;p45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1917" name="Google Shape;1917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8" name="Google Shape;1918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19" name="Google Shape;1919;p45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1920" name="Google Shape;1920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1" name="Google Shape;1921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22" name="Google Shape;1922;p45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1923" name="Google Shape;1923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4" name="Google Shape;1924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25" name="Google Shape;1925;p45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1926" name="Google Shape;1926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7" name="Google Shape;1927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28" name="Google Shape;1928;p45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1929" name="Google Shape;1929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0" name="Google Shape;1930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31" name="Google Shape;1931;p45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1932" name="Google Shape;1932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3" name="Google Shape;1933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34" name="Google Shape;1934;p45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1935" name="Google Shape;1935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6" name="Google Shape;1936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37" name="Google Shape;1937;p45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1938" name="Google Shape;1938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9" name="Google Shape;1939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40" name="Google Shape;1940;p45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1941" name="Google Shape;1941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2" name="Google Shape;1942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43" name="Google Shape;1943;p45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1944" name="Google Shape;1944;p4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5" name="Google Shape;1945;p4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946" name="Google Shape;1946;p45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7" name="Google Shape;1947;p45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8" name="Google Shape;1948;p45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9" name="Google Shape;1949;p45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0" name="Google Shape;1950;p45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1" name="Google Shape;1951;p45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2" name="Google Shape;1952;p45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3" name="Google Shape;1953;p45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4" name="Google Shape;1954;p45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5" name="Google Shape;1955;p45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4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4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2" name="Google Shape;1962;p4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DLS algorithm returns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(no solution)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reason is that the goal is beyond the limit (Limit =2): the goal depth is (d=4)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3" name="Google Shape;1963;p46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1964" name="Google Shape;1964;p46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1965" name="Google Shape;1965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6" name="Google Shape;1966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67" name="Google Shape;1967;p46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1968" name="Google Shape;1968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9" name="Google Shape;1969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0" name="Google Shape;1970;p46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1971" name="Google Shape;1971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2" name="Google Shape;1972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3" name="Google Shape;1973;p46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1974" name="Google Shape;1974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5" name="Google Shape;1975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6" name="Google Shape;1976;p46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1977" name="Google Shape;1977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8" name="Google Shape;1978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9" name="Google Shape;1979;p46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1980" name="Google Shape;1980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1" name="Google Shape;1981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82" name="Google Shape;1982;p46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1983" name="Google Shape;1983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4" name="Google Shape;1984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85" name="Google Shape;1985;p46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1986" name="Google Shape;1986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7" name="Google Shape;1987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88" name="Google Shape;1988;p46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1989" name="Google Shape;1989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0" name="Google Shape;1990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91" name="Google Shape;1991;p46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1992" name="Google Shape;1992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3" name="Google Shape;1993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94" name="Google Shape;1994;p46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1995" name="Google Shape;1995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6" name="Google Shape;1996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97" name="Google Shape;1997;p46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1998" name="Google Shape;1998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9" name="Google Shape;1999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000" name="Google Shape;2000;p46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1" name="Google Shape;2001;p46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02" name="Google Shape;2002;p46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3" name="Google Shape;2003;p46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4" name="Google Shape;2004;p46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5" name="Google Shape;2005;p46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6" name="Google Shape;2006;p46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7" name="Google Shape;2007;p46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8" name="Google Shape;2008;p46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9" name="Google Shape;2009;p46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10" name="Google Shape;2010;p46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11" name="Google Shape;2011;p46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12" name="Google Shape;2012;p46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013" name="Google Shape;2013;p46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2014" name="Google Shape;2014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5" name="Google Shape;2015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16" name="Google Shape;2016;p46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2017" name="Google Shape;2017;p46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8" name="Google Shape;2018;p46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19" name="Google Shape;2019;p46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20" name="Google Shape;2020;p46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21" name="Google Shape;2021;p46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22" name="Google Shape;2022;p46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3" name="Google Shape;2023;p46"/>
          <p:cNvCxnSpPr/>
          <p:nvPr/>
        </p:nvCxnSpPr>
        <p:spPr>
          <a:xfrm>
            <a:off x="1676400" y="4724400"/>
            <a:ext cx="64770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024" name="Google Shape;2024;p4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 Limited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0" name="Google Shape;2030;p47"/>
          <p:cNvSpPr txBox="1"/>
          <p:nvPr>
            <p:ph type="title"/>
          </p:nvPr>
        </p:nvSpPr>
        <p:spPr>
          <a:xfrm>
            <a:off x="914400" y="5334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 (IDS)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1" name="Google Shape;2031;p47"/>
          <p:cNvSpPr/>
          <p:nvPr/>
        </p:nvSpPr>
        <p:spPr>
          <a:xfrm>
            <a:off x="914400" y="1676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Application4: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Given the following state space (tree search), give the sequence of visited nodes when using IDS: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2" name="Google Shape;2032;p47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2033" name="Google Shape;2033;p47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2034" name="Google Shape;2034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5" name="Google Shape;2035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36" name="Google Shape;2036;p47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2037" name="Google Shape;2037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8" name="Google Shape;2038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39" name="Google Shape;2039;p47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2040" name="Google Shape;2040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1" name="Google Shape;2041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42" name="Google Shape;2042;p47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2043" name="Google Shape;2043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4" name="Google Shape;2044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45" name="Google Shape;2045;p47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2046" name="Google Shape;2046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7" name="Google Shape;2047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48" name="Google Shape;2048;p47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2049" name="Google Shape;2049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0" name="Google Shape;2050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51" name="Google Shape;2051;p47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2052" name="Google Shape;2052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3" name="Google Shape;2053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54" name="Google Shape;2054;p47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2055" name="Google Shape;2055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6" name="Google Shape;2056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57" name="Google Shape;2057;p47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2058" name="Google Shape;2058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9" name="Google Shape;2059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60" name="Google Shape;2060;p47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2061" name="Google Shape;2061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2" name="Google Shape;2062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63" name="Google Shape;2063;p47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2064" name="Google Shape;2064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5" name="Google Shape;2065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66" name="Google Shape;2066;p47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2067" name="Google Shape;2067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8" name="Google Shape;2068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069" name="Google Shape;2069;p47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0" name="Google Shape;2070;p47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71" name="Google Shape;2071;p47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2" name="Google Shape;2072;p47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3" name="Google Shape;2073;p47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4" name="Google Shape;2074;p47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5" name="Google Shape;2075;p47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6" name="Google Shape;2076;p47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7" name="Google Shape;2077;p47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8" name="Google Shape;2078;p47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9" name="Google Shape;2079;p47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0" name="Google Shape;2080;p47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1" name="Google Shape;2081;p47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082" name="Google Shape;2082;p47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2083" name="Google Shape;2083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4" name="Google Shape;2084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85" name="Google Shape;2085;p47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2086" name="Google Shape;2086;p47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7" name="Google Shape;2087;p47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88" name="Google Shape;2088;p47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9" name="Google Shape;2089;p47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0" name="Google Shape;2090;p47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91" name="Google Shape;2091;p47"/>
          <p:cNvSpPr txBox="1"/>
          <p:nvPr/>
        </p:nvSpPr>
        <p:spPr>
          <a:xfrm>
            <a:off x="1371600" y="28956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47"/>
          <p:cNvSpPr txBox="1"/>
          <p:nvPr/>
        </p:nvSpPr>
        <p:spPr>
          <a:xfrm>
            <a:off x="1371600" y="3519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47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47"/>
          <p:cNvSpPr txBox="1"/>
          <p:nvPr/>
        </p:nvSpPr>
        <p:spPr>
          <a:xfrm>
            <a:off x="11430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47"/>
          <p:cNvSpPr txBox="1"/>
          <p:nvPr/>
        </p:nvSpPr>
        <p:spPr>
          <a:xfrm>
            <a:off x="1295400" y="59436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1" name="Google Shape;2101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DLS with bound = 0</a:t>
            </a:r>
            <a:endParaRPr b="1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4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7" name="Google Shape;2107;p4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8" name="Google Shape;2108;p4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9" name="Google Shape;2109;p49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110" name="Google Shape;2110;p4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1" name="Google Shape;2111;p4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12" name="Google Shape;2112;p49"/>
          <p:cNvSpPr txBox="1"/>
          <p:nvPr/>
        </p:nvSpPr>
        <p:spPr>
          <a:xfrm>
            <a:off x="914400" y="2819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0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5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5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9" name="Google Shape;2119;p5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120" name="Google Shape;2120;p5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1" name="Google Shape;2121;p5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22" name="Google Shape;2122;p50"/>
          <p:cNvSpPr txBox="1"/>
          <p:nvPr/>
        </p:nvSpPr>
        <p:spPr>
          <a:xfrm>
            <a:off x="914400" y="2819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0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5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51"/>
          <p:cNvSpPr txBox="1"/>
          <p:nvPr>
            <p:ph type="ctrTitle"/>
          </p:nvPr>
        </p:nvSpPr>
        <p:spPr>
          <a:xfrm>
            <a:off x="400450" y="2130425"/>
            <a:ext cx="8057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 (IDS)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9" name="Google Shape;2129;p5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DLS with bound = 1</a:t>
            </a:r>
            <a:endParaRPr b="1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5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5" name="Google Shape;2135;p5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6" name="Google Shape;2136;p5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137" name="Google Shape;2137;p5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8" name="Google Shape;2138;p5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39" name="Google Shape;2139;p5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140" name="Google Shape;2140;p5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1" name="Google Shape;2141;p5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42" name="Google Shape;2142;p5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143" name="Google Shape;2143;p5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4" name="Google Shape;2144;p5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45" name="Google Shape;2145;p5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146" name="Google Shape;2146;p5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7" name="Google Shape;2147;p5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48" name="Google Shape;2148;p5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149" name="Google Shape;2149;p5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0" name="Google Shape;2150;p5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151" name="Google Shape;2151;p5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2" name="Google Shape;2152;p5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3" name="Google Shape;2153;p5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4" name="Google Shape;2154;p5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5" name="Google Shape;2155;p52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5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5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2" name="Google Shape;2162;p5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3" name="Google Shape;2163;p5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164" name="Google Shape;2164;p5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5" name="Google Shape;2165;p5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66" name="Google Shape;2166;p5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167" name="Google Shape;2167;p5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8" name="Google Shape;2168;p5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69" name="Google Shape;2169;p5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170" name="Google Shape;2170;p5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1" name="Google Shape;2171;p5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72" name="Google Shape;2172;p5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173" name="Google Shape;2173;p5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4" name="Google Shape;2174;p5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75" name="Google Shape;2175;p5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176" name="Google Shape;2176;p5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7" name="Google Shape;2177;p5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178" name="Google Shape;2178;p5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9" name="Google Shape;2179;p5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0" name="Google Shape;2180;p5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1" name="Google Shape;2181;p5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2" name="Google Shape;2182;p53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5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5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9" name="Google Shape;2189;p5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0" name="Google Shape;2190;p54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191" name="Google Shape;2191;p5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2" name="Google Shape;2192;p5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93" name="Google Shape;2193;p54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194" name="Google Shape;2194;p5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5" name="Google Shape;2195;p5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96" name="Google Shape;2196;p54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197" name="Google Shape;2197;p5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8" name="Google Shape;2198;p5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99" name="Google Shape;2199;p54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200" name="Google Shape;2200;p5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1" name="Google Shape;2201;p5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02" name="Google Shape;2202;p54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203" name="Google Shape;2203;p5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4" name="Google Shape;2204;p5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05" name="Google Shape;2205;p54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6" name="Google Shape;2206;p54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7" name="Google Shape;2207;p54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8" name="Google Shape;2208;p54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9" name="Google Shape;2209;p54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5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5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6" name="Google Shape;2216;p5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7" name="Google Shape;2217;p55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218" name="Google Shape;2218;p5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9" name="Google Shape;2219;p5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0" name="Google Shape;2220;p55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221" name="Google Shape;2221;p5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2" name="Google Shape;2222;p5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3" name="Google Shape;2223;p55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224" name="Google Shape;2224;p5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5" name="Google Shape;2225;p5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6" name="Google Shape;2226;p55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227" name="Google Shape;2227;p5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8" name="Google Shape;2228;p5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9" name="Google Shape;2229;p55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230" name="Google Shape;2230;p5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1" name="Google Shape;2231;p5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32" name="Google Shape;2232;p55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3" name="Google Shape;2233;p55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4" name="Google Shape;2234;p55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5" name="Google Shape;2235;p55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6" name="Google Shape;2236;p55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5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5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3" name="Google Shape;2243;p5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4" name="Google Shape;2244;p56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245" name="Google Shape;2245;p5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6" name="Google Shape;2246;p5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47" name="Google Shape;2247;p56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248" name="Google Shape;2248;p5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9" name="Google Shape;2249;p5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50" name="Google Shape;2250;p56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251" name="Google Shape;2251;p5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2" name="Google Shape;2252;p5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53" name="Google Shape;2253;p56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254" name="Google Shape;2254;p5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5" name="Google Shape;2255;p5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56" name="Google Shape;2256;p56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257" name="Google Shape;2257;p5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8" name="Google Shape;2258;p5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59" name="Google Shape;2259;p56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0" name="Google Shape;2260;p56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1" name="Google Shape;2261;p56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2" name="Google Shape;2262;p56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3" name="Google Shape;2263;p56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5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5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0" name="Google Shape;2270;p5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1" name="Google Shape;2271;p57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272" name="Google Shape;2272;p5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3" name="Google Shape;2273;p5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74" name="Google Shape;2274;p57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275" name="Google Shape;2275;p5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6" name="Google Shape;2276;p5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77" name="Google Shape;2277;p57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278" name="Google Shape;2278;p5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9" name="Google Shape;2279;p5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80" name="Google Shape;2280;p57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281" name="Google Shape;2281;p5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2" name="Google Shape;2282;p5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83" name="Google Shape;2283;p57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284" name="Google Shape;2284;p5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5" name="Google Shape;2285;p5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86" name="Google Shape;2286;p57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7" name="Google Shape;2287;p57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8" name="Google Shape;2288;p57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9" name="Google Shape;2289;p57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0" name="Google Shape;2290;p57"/>
          <p:cNvSpPr txBox="1"/>
          <p:nvPr/>
        </p:nvSpPr>
        <p:spPr>
          <a:xfrm>
            <a:off x="838200" y="3581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5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g39af6bf7e58_0_94"/>
          <p:cNvSpPr txBox="1"/>
          <p:nvPr>
            <p:ph type="ctrTitle"/>
          </p:nvPr>
        </p:nvSpPr>
        <p:spPr>
          <a:xfrm>
            <a:off x="400450" y="2130425"/>
            <a:ext cx="8057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 (IDS)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7" name="Google Shape;2297;g39af6bf7e58_0_9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DLS with bound = 2</a:t>
            </a:r>
            <a:endParaRPr b="1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5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3" name="Google Shape;2303;p5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4" name="Google Shape;2304;p58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305" name="Google Shape;2305;p5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6" name="Google Shape;2306;p5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07" name="Google Shape;2307;p58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308" name="Google Shape;2308;p5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9" name="Google Shape;2309;p5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10" name="Google Shape;2310;p58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311" name="Google Shape;2311;p5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2" name="Google Shape;2312;p5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13" name="Google Shape;2313;p58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314" name="Google Shape;2314;p5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5" name="Google Shape;2315;p5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16" name="Google Shape;2316;p58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317" name="Google Shape;2317;p5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8" name="Google Shape;2318;p5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319" name="Google Shape;2319;p58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0" name="Google Shape;2320;p58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1" name="Google Shape;2321;p58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2" name="Google Shape;2322;p58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3" name="Google Shape;2323;p58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5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5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0" name="Google Shape;2330;p5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1" name="Google Shape;2331;p59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332" name="Google Shape;2332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3" name="Google Shape;2333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4" name="Google Shape;2334;p59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335" name="Google Shape;2335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6" name="Google Shape;2336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7" name="Google Shape;2337;p59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338" name="Google Shape;2338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9" name="Google Shape;2339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40" name="Google Shape;2340;p59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341" name="Google Shape;2341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2" name="Google Shape;2342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43" name="Google Shape;2343;p59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344" name="Google Shape;2344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5" name="Google Shape;2345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46" name="Google Shape;2346;p59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347" name="Google Shape;2347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8" name="Google Shape;2348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49" name="Google Shape;2349;p59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350" name="Google Shape;2350;p5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1" name="Google Shape;2351;p5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352" name="Google Shape;2352;p59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3" name="Google Shape;2353;p59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4" name="Google Shape;2354;p59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5" name="Google Shape;2355;p59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6" name="Google Shape;2356;p59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7" name="Google Shape;2357;p59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8" name="Google Shape;2358;p59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5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6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5" name="Google Shape;2365;p6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6" name="Google Shape;2366;p6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367" name="Google Shape;2367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8" name="Google Shape;2368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69" name="Google Shape;2369;p60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370" name="Google Shape;2370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1" name="Google Shape;2371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72" name="Google Shape;2372;p60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373" name="Google Shape;2373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4" name="Google Shape;2374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75" name="Google Shape;2375;p60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376" name="Google Shape;2376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7" name="Google Shape;2377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78" name="Google Shape;2378;p60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379" name="Google Shape;2379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0" name="Google Shape;2380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81" name="Google Shape;2381;p60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382" name="Google Shape;2382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3" name="Google Shape;2383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84" name="Google Shape;2384;p60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385" name="Google Shape;2385;p6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6" name="Google Shape;2386;p6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387" name="Google Shape;2387;p60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8" name="Google Shape;2388;p60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9" name="Google Shape;2389;p60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0" name="Google Shape;2390;p60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1" name="Google Shape;2391;p60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2" name="Google Shape;2392;p60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3" name="Google Shape;2393;p60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6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6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0" name="Google Shape;2400;p6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1" name="Google Shape;2401;p61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402" name="Google Shape;2402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3" name="Google Shape;2403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04" name="Google Shape;2404;p61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405" name="Google Shape;2405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6" name="Google Shape;2406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07" name="Google Shape;2407;p61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408" name="Google Shape;2408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9" name="Google Shape;2409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10" name="Google Shape;2410;p61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411" name="Google Shape;2411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2" name="Google Shape;2412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13" name="Google Shape;2413;p61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414" name="Google Shape;2414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5" name="Google Shape;2415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16" name="Google Shape;2416;p61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417" name="Google Shape;2417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8" name="Google Shape;2418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19" name="Google Shape;2419;p61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420" name="Google Shape;2420;p6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1" name="Google Shape;2421;p6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422" name="Google Shape;2422;p61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3" name="Google Shape;2423;p61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4" name="Google Shape;2424;p61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5" name="Google Shape;2425;p61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6" name="Google Shape;2426;p61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7" name="Google Shape;2427;p61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8" name="Google Shape;2428;p61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6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5" name="Google Shape;2435;p6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6" name="Google Shape;2436;p6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437" name="Google Shape;2437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8" name="Google Shape;2438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39" name="Google Shape;2439;p6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440" name="Google Shape;2440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1" name="Google Shape;2441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42" name="Google Shape;2442;p6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443" name="Google Shape;2443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4" name="Google Shape;2444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45" name="Google Shape;2445;p6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446" name="Google Shape;2446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7" name="Google Shape;2447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48" name="Google Shape;2448;p6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449" name="Google Shape;2449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0" name="Google Shape;2450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51" name="Google Shape;2451;p62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452" name="Google Shape;2452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3" name="Google Shape;2453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54" name="Google Shape;2454;p62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455" name="Google Shape;2455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6" name="Google Shape;2456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57" name="Google Shape;2457;p62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458" name="Google Shape;2458;p6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9" name="Google Shape;2459;p6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460" name="Google Shape;2460;p6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1" name="Google Shape;2461;p6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2" name="Google Shape;2462;p6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3" name="Google Shape;2463;p6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4" name="Google Shape;2464;p62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5" name="Google Shape;2465;p62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6" name="Google Shape;2466;p62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7" name="Google Shape;2467;p62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6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6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4" name="Google Shape;2474;p6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5" name="Google Shape;2475;p6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476" name="Google Shape;2476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7" name="Google Shape;2477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78" name="Google Shape;2478;p6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479" name="Google Shape;2479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0" name="Google Shape;2480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81" name="Google Shape;2481;p6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482" name="Google Shape;2482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3" name="Google Shape;2483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84" name="Google Shape;2484;p6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485" name="Google Shape;2485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6" name="Google Shape;2486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87" name="Google Shape;2487;p6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488" name="Google Shape;2488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9" name="Google Shape;2489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90" name="Google Shape;2490;p63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491" name="Google Shape;2491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2" name="Google Shape;2492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93" name="Google Shape;2493;p63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494" name="Google Shape;2494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5" name="Google Shape;2495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496" name="Google Shape;2496;p63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497" name="Google Shape;2497;p6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8" name="Google Shape;2498;p6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499" name="Google Shape;2499;p6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0" name="Google Shape;2500;p6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1" name="Google Shape;2501;p6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2" name="Google Shape;2502;p6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3" name="Google Shape;2503;p63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4" name="Google Shape;2504;p63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5" name="Google Shape;2505;p63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6" name="Google Shape;2506;p63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6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6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3" name="Google Shape;2513;p6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4" name="Google Shape;2514;p64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515" name="Google Shape;2515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6" name="Google Shape;2516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17" name="Google Shape;2517;p64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518" name="Google Shape;2518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9" name="Google Shape;2519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0" name="Google Shape;2520;p64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521" name="Google Shape;2521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2" name="Google Shape;2522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3" name="Google Shape;2523;p64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524" name="Google Shape;2524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5" name="Google Shape;2525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6" name="Google Shape;2526;p64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527" name="Google Shape;2527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8" name="Google Shape;2528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9" name="Google Shape;2529;p64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530" name="Google Shape;2530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1" name="Google Shape;2531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2" name="Google Shape;2532;p64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533" name="Google Shape;2533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4" name="Google Shape;2534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5" name="Google Shape;2535;p64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536" name="Google Shape;2536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7" name="Google Shape;2537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8" name="Google Shape;2538;p64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2539" name="Google Shape;2539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0" name="Google Shape;2540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41" name="Google Shape;2541;p64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2542" name="Google Shape;2542;p6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3" name="Google Shape;2543;p6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544" name="Google Shape;2544;p64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5" name="Google Shape;2545;p64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6" name="Google Shape;2546;p64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7" name="Google Shape;2547;p64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8" name="Google Shape;2548;p64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9" name="Google Shape;2549;p64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0" name="Google Shape;2550;p64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1" name="Google Shape;2551;p64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2" name="Google Shape;2552;p64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3" name="Google Shape;2553;p64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6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6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0" name="Google Shape;2560;p6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61" name="Google Shape;2561;p65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562" name="Google Shape;2562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3" name="Google Shape;2563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4" name="Google Shape;2564;p65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565" name="Google Shape;2565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6" name="Google Shape;2566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7" name="Google Shape;2567;p65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568" name="Google Shape;2568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9" name="Google Shape;2569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70" name="Google Shape;2570;p65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571" name="Google Shape;2571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2" name="Google Shape;2572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73" name="Google Shape;2573;p65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574" name="Google Shape;2574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5" name="Google Shape;2575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76" name="Google Shape;2576;p65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577" name="Google Shape;2577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8" name="Google Shape;2578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79" name="Google Shape;2579;p65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580" name="Google Shape;2580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1" name="Google Shape;2581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82" name="Google Shape;2582;p65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583" name="Google Shape;2583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4" name="Google Shape;2584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85" name="Google Shape;2585;p65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2586" name="Google Shape;2586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7" name="Google Shape;2587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88" name="Google Shape;2588;p65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2589" name="Google Shape;2589;p6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0" name="Google Shape;2590;p6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591" name="Google Shape;2591;p65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2" name="Google Shape;2592;p65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3" name="Google Shape;2593;p65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4" name="Google Shape;2594;p65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5" name="Google Shape;2595;p65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6" name="Google Shape;2596;p65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7" name="Google Shape;2597;p65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8" name="Google Shape;2598;p65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9" name="Google Shape;2599;p65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0" name="Google Shape;2600;p65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6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6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7" name="Google Shape;2607;p6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8" name="Google Shape;2608;p66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609" name="Google Shape;2609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0" name="Google Shape;2610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11" name="Google Shape;2611;p66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612" name="Google Shape;2612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3" name="Google Shape;2613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14" name="Google Shape;2614;p66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615" name="Google Shape;2615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6" name="Google Shape;2616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17" name="Google Shape;2617;p66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618" name="Google Shape;2618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9" name="Google Shape;2619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0" name="Google Shape;2620;p66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621" name="Google Shape;2621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2" name="Google Shape;2622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3" name="Google Shape;2623;p66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624" name="Google Shape;2624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5" name="Google Shape;2625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6" name="Google Shape;2626;p66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627" name="Google Shape;2627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8" name="Google Shape;2628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9" name="Google Shape;2629;p66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630" name="Google Shape;2630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1" name="Google Shape;2631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32" name="Google Shape;2632;p66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2633" name="Google Shape;2633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4" name="Google Shape;2634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35" name="Google Shape;2635;p66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2636" name="Google Shape;2636;p6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7" name="Google Shape;2637;p6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638" name="Google Shape;2638;p66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9" name="Google Shape;2639;p66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0" name="Google Shape;2640;p66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1" name="Google Shape;2641;p66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2" name="Google Shape;2642;p66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3" name="Google Shape;2643;p66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4" name="Google Shape;2644;p66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5" name="Google Shape;2645;p66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6" name="Google Shape;2646;p66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7" name="Google Shape;2647;p66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6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6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4" name="Google Shape;2654;p6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5" name="Google Shape;2655;p67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656" name="Google Shape;2656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7" name="Google Shape;2657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58" name="Google Shape;2658;p67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659" name="Google Shape;2659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0" name="Google Shape;2660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61" name="Google Shape;2661;p67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662" name="Google Shape;2662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3" name="Google Shape;2663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64" name="Google Shape;2664;p67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665" name="Google Shape;2665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6" name="Google Shape;2666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67" name="Google Shape;2667;p67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668" name="Google Shape;2668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9" name="Google Shape;2669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70" name="Google Shape;2670;p67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671" name="Google Shape;2671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2" name="Google Shape;2672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73" name="Google Shape;2673;p67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674" name="Google Shape;2674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5" name="Google Shape;2675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76" name="Google Shape;2676;p67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2677" name="Google Shape;2677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8" name="Google Shape;2678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79" name="Google Shape;2679;p67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2680" name="Google Shape;2680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1" name="Google Shape;2681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82" name="Google Shape;2682;p67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2683" name="Google Shape;2683;p6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4" name="Google Shape;2684;p6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685" name="Google Shape;2685;p67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6" name="Google Shape;2686;p67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7" name="Google Shape;2687;p67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8" name="Google Shape;2688;p67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9" name="Google Shape;2689;p67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0" name="Google Shape;2690;p67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1" name="Google Shape;2691;p67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2" name="Google Shape;2692;p67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3" name="Google Shape;2693;p67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4" name="Google Shape;2694;p67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6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p6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1" name="Google Shape;2701;p6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2" name="Google Shape;2702;p68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2703" name="Google Shape;2703;p68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2704" name="Google Shape;2704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5" name="Google Shape;2705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06" name="Google Shape;2706;p68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2707" name="Google Shape;2707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8" name="Google Shape;2708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09" name="Google Shape;2709;p68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2710" name="Google Shape;2710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1" name="Google Shape;2711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2" name="Google Shape;2712;p68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2713" name="Google Shape;2713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4" name="Google Shape;2714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5" name="Google Shape;2715;p68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2716" name="Google Shape;2716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7" name="Google Shape;2717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8" name="Google Shape;2718;p68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2719" name="Google Shape;2719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0" name="Google Shape;2720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1" name="Google Shape;2721;p68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2722" name="Google Shape;2722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3" name="Google Shape;2723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4" name="Google Shape;2724;p68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2725" name="Google Shape;2725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6" name="Google Shape;2726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7" name="Google Shape;2727;p68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2728" name="Google Shape;2728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9" name="Google Shape;2729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0" name="Google Shape;2730;p68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2731" name="Google Shape;2731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2" name="Google Shape;2732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3" name="Google Shape;2733;p68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2734" name="Google Shape;2734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5" name="Google Shape;2735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6" name="Google Shape;2736;p68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2737" name="Google Shape;2737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8" name="Google Shape;2738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739" name="Google Shape;2739;p68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0" name="Google Shape;2740;p68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41" name="Google Shape;2741;p68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2" name="Google Shape;2742;p68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3" name="Google Shape;2743;p68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4" name="Google Shape;2744;p68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5" name="Google Shape;2745;p68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6" name="Google Shape;2746;p68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7" name="Google Shape;2747;p68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8" name="Google Shape;2748;p68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9" name="Google Shape;2749;p68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0" name="Google Shape;2750;p68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1" name="Google Shape;2751;p68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752" name="Google Shape;2752;p68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2753" name="Google Shape;2753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4" name="Google Shape;2754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55" name="Google Shape;2755;p68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2756" name="Google Shape;2756;p68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7" name="Google Shape;2757;p68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58" name="Google Shape;2758;p68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9" name="Google Shape;2759;p68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0" name="Google Shape;2760;p68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61" name="Google Shape;2761;p68"/>
          <p:cNvSpPr txBox="1"/>
          <p:nvPr/>
        </p:nvSpPr>
        <p:spPr>
          <a:xfrm>
            <a:off x="838200" y="42814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2" name="Google Shape;2762;p68"/>
          <p:cNvCxnSpPr/>
          <p:nvPr/>
        </p:nvCxnSpPr>
        <p:spPr>
          <a:xfrm>
            <a:off x="1752600" y="4724400"/>
            <a:ext cx="67056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63" name="Google Shape;2763;p6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Google Shape;2768;p69"/>
          <p:cNvSpPr txBox="1"/>
          <p:nvPr>
            <p:ph type="ctrTitle"/>
          </p:nvPr>
        </p:nvSpPr>
        <p:spPr>
          <a:xfrm>
            <a:off x="400450" y="2130425"/>
            <a:ext cx="8057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 (IDS)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9" name="Google Shape;2769;p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DLS with bound = 3</a:t>
            </a:r>
            <a:endParaRPr b="1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7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5" name="Google Shape;2775;p7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6" name="Google Shape;2776;p7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777" name="Google Shape;2777;p7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8" name="Google Shape;2778;p7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79" name="Google Shape;2779;p70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780" name="Google Shape;2780;p7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1" name="Google Shape;2781;p7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82" name="Google Shape;2782;p70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783" name="Google Shape;2783;p7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4" name="Google Shape;2784;p7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85" name="Google Shape;2785;p70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786" name="Google Shape;2786;p7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7" name="Google Shape;2787;p7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88" name="Google Shape;2788;p70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789" name="Google Shape;2789;p7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0" name="Google Shape;2790;p7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791" name="Google Shape;2791;p70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2" name="Google Shape;2792;p70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3" name="Google Shape;2793;p70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4" name="Google Shape;2794;p70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5" name="Google Shape;2795;p70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7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7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2" name="Google Shape;2802;p7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3" name="Google Shape;2803;p71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804" name="Google Shape;2804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5" name="Google Shape;2805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06" name="Google Shape;2806;p71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807" name="Google Shape;2807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8" name="Google Shape;2808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09" name="Google Shape;2809;p71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810" name="Google Shape;2810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1" name="Google Shape;2811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2" name="Google Shape;2812;p71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813" name="Google Shape;2813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4" name="Google Shape;2814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5" name="Google Shape;2815;p71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816" name="Google Shape;2816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7" name="Google Shape;2817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8" name="Google Shape;2818;p71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819" name="Google Shape;2819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0" name="Google Shape;2820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21" name="Google Shape;2821;p71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822" name="Google Shape;2822;p7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3" name="Google Shape;2823;p7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824" name="Google Shape;2824;p71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5" name="Google Shape;2825;p71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6" name="Google Shape;2826;p71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7" name="Google Shape;2827;p71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8" name="Google Shape;2828;p71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9" name="Google Shape;2829;p71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0" name="Google Shape;2830;p71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1" name="Google Shape;2831;p7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5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7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7" name="Google Shape;2837;p7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8" name="Google Shape;2838;p7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839" name="Google Shape;2839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0" name="Google Shape;2840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41" name="Google Shape;2841;p7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842" name="Google Shape;2842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3" name="Google Shape;2843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44" name="Google Shape;2844;p7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845" name="Google Shape;2845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6" name="Google Shape;2846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47" name="Google Shape;2847;p7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848" name="Google Shape;2848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9" name="Google Shape;2849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50" name="Google Shape;2850;p7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851" name="Google Shape;2851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2" name="Google Shape;2852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53" name="Google Shape;2853;p72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854" name="Google Shape;2854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5" name="Google Shape;2855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56" name="Google Shape;2856;p72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857" name="Google Shape;2857;p7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8" name="Google Shape;2858;p7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859" name="Google Shape;2859;p7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0" name="Google Shape;2860;p7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1" name="Google Shape;2861;p7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2" name="Google Shape;2862;p7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3" name="Google Shape;2863;p72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4" name="Google Shape;2864;p72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5" name="Google Shape;2865;p72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7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7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2" name="Google Shape;2872;p7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3" name="Google Shape;2873;p7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874" name="Google Shape;2874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5" name="Google Shape;2875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76" name="Google Shape;2876;p7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877" name="Google Shape;2877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8" name="Google Shape;2878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79" name="Google Shape;2879;p7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880" name="Google Shape;2880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1" name="Google Shape;2881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82" name="Google Shape;2882;p7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883" name="Google Shape;2883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4" name="Google Shape;2884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85" name="Google Shape;2885;p7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886" name="Google Shape;2886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7" name="Google Shape;2887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88" name="Google Shape;2888;p73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889" name="Google Shape;2889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0" name="Google Shape;2890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91" name="Google Shape;2891;p73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892" name="Google Shape;2892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3" name="Google Shape;2893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94" name="Google Shape;2894;p73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2895" name="Google Shape;2895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6" name="Google Shape;2896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97" name="Google Shape;2897;p73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2898" name="Google Shape;2898;p7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9" name="Google Shape;2899;p7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900" name="Google Shape;2900;p7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1" name="Google Shape;2901;p7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2" name="Google Shape;2902;p7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3" name="Google Shape;2903;p7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4" name="Google Shape;2904;p73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5" name="Google Shape;2905;p73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6" name="Google Shape;2906;p73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7" name="Google Shape;2907;p73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8" name="Google Shape;2908;p73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7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7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5" name="Google Shape;2915;p7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6" name="Google Shape;2916;p74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917" name="Google Shape;2917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18" name="Google Shape;2918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19" name="Google Shape;2919;p74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920" name="Google Shape;2920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1" name="Google Shape;2921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22" name="Google Shape;2922;p74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923" name="Google Shape;2923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4" name="Google Shape;2924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25" name="Google Shape;2925;p74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926" name="Google Shape;2926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7" name="Google Shape;2927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28" name="Google Shape;2928;p74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929" name="Google Shape;2929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0" name="Google Shape;2930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31" name="Google Shape;2931;p74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932" name="Google Shape;2932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3" name="Google Shape;2933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34" name="Google Shape;2934;p74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935" name="Google Shape;2935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6" name="Google Shape;2936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37" name="Google Shape;2937;p74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2938" name="Google Shape;2938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9" name="Google Shape;2939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40" name="Google Shape;2940;p74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2941" name="Google Shape;2941;p74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2" name="Google Shape;2942;p74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943" name="Google Shape;2943;p74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4" name="Google Shape;2944;p74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5" name="Google Shape;2945;p74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6" name="Google Shape;2946;p74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7" name="Google Shape;2947;p74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8" name="Google Shape;2948;p74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9" name="Google Shape;2949;p74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0" name="Google Shape;2950;p74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1" name="Google Shape;2951;p74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7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7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8" name="Google Shape;2958;p75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9" name="Google Shape;2959;p75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2960" name="Google Shape;2960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1" name="Google Shape;2961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62" name="Google Shape;2962;p75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2963" name="Google Shape;2963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4" name="Google Shape;2964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65" name="Google Shape;2965;p75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2966" name="Google Shape;2966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7" name="Google Shape;2967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68" name="Google Shape;2968;p75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2969" name="Google Shape;2969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0" name="Google Shape;2970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71" name="Google Shape;2971;p75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2972" name="Google Shape;2972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3" name="Google Shape;2973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74" name="Google Shape;2974;p75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2975" name="Google Shape;2975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6" name="Google Shape;2976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77" name="Google Shape;2977;p75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2978" name="Google Shape;2978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9" name="Google Shape;2979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80" name="Google Shape;2980;p75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2981" name="Google Shape;2981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2" name="Google Shape;2982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83" name="Google Shape;2983;p75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2984" name="Google Shape;2984;p75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5" name="Google Shape;2985;p75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986" name="Google Shape;2986;p75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7" name="Google Shape;2987;p75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8" name="Google Shape;2988;p75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9" name="Google Shape;2989;p75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0" name="Google Shape;2990;p75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1" name="Google Shape;2991;p75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2" name="Google Shape;2992;p75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3" name="Google Shape;2993;p75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4" name="Google Shape;2994;p75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5" name="Google Shape;2995;p75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7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1" name="Google Shape;3001;p7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76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003" name="Google Shape;3003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4" name="Google Shape;3004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05" name="Google Shape;3005;p76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006" name="Google Shape;3006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7" name="Google Shape;3007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08" name="Google Shape;3008;p76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009" name="Google Shape;3009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0" name="Google Shape;3010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11" name="Google Shape;3011;p76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012" name="Google Shape;3012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3" name="Google Shape;3013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14" name="Google Shape;3014;p76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015" name="Google Shape;3015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6" name="Google Shape;3016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17" name="Google Shape;3017;p76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018" name="Google Shape;3018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9" name="Google Shape;3019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20" name="Google Shape;3020;p76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021" name="Google Shape;3021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2" name="Google Shape;3022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23" name="Google Shape;3023;p76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024" name="Google Shape;3024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5" name="Google Shape;3025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26" name="Google Shape;3026;p76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027" name="Google Shape;3027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8" name="Google Shape;3028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29" name="Google Shape;3029;p76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030" name="Google Shape;3030;p7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1" name="Google Shape;3031;p7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032" name="Google Shape;3032;p76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3" name="Google Shape;3033;p76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4" name="Google Shape;3034;p76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5" name="Google Shape;3035;p76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6" name="Google Shape;3036;p76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7" name="Google Shape;3037;p76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8" name="Google Shape;3038;p76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9" name="Google Shape;3039;p76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0" name="Google Shape;3040;p76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1" name="Google Shape;3041;p76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7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7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8" name="Google Shape;3048;p7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9" name="Google Shape;3049;p77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050" name="Google Shape;3050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1" name="Google Shape;3051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52" name="Google Shape;3052;p77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053" name="Google Shape;3053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4" name="Google Shape;3054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55" name="Google Shape;3055;p77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056" name="Google Shape;3056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7" name="Google Shape;3057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58" name="Google Shape;3058;p77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059" name="Google Shape;3059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0" name="Google Shape;3060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61" name="Google Shape;3061;p77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062" name="Google Shape;3062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3" name="Google Shape;3063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64" name="Google Shape;3064;p77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065" name="Google Shape;3065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6" name="Google Shape;3066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67" name="Google Shape;3067;p77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068" name="Google Shape;3068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9" name="Google Shape;3069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70" name="Google Shape;3070;p77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071" name="Google Shape;3071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2" name="Google Shape;3072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73" name="Google Shape;3073;p77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074" name="Google Shape;3074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5" name="Google Shape;3075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76" name="Google Shape;3076;p77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077" name="Google Shape;3077;p7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8" name="Google Shape;3078;p7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079" name="Google Shape;3079;p77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0" name="Google Shape;3080;p77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1" name="Google Shape;3081;p77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2" name="Google Shape;3082;p77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3" name="Google Shape;3083;p77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4" name="Google Shape;3084;p77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5" name="Google Shape;3085;p77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6" name="Google Shape;3086;p77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7" name="Google Shape;3087;p77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8" name="Google Shape;3088;p77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p7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7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5" name="Google Shape;3095;p7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6" name="Google Shape;3096;p78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097" name="Google Shape;3097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8" name="Google Shape;3098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9" name="Google Shape;3099;p78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100" name="Google Shape;3100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1" name="Google Shape;3101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2" name="Google Shape;3102;p78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103" name="Google Shape;3103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4" name="Google Shape;3104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5" name="Google Shape;3105;p78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106" name="Google Shape;3106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7" name="Google Shape;3107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8" name="Google Shape;3108;p78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109" name="Google Shape;3109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0" name="Google Shape;3110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11" name="Google Shape;3111;p78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112" name="Google Shape;3112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3" name="Google Shape;3113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14" name="Google Shape;3114;p78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115" name="Google Shape;3115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6" name="Google Shape;3116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17" name="Google Shape;3117;p78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118" name="Google Shape;3118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9" name="Google Shape;3119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0" name="Google Shape;3120;p78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121" name="Google Shape;3121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2" name="Google Shape;3122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3" name="Google Shape;3123;p78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124" name="Google Shape;3124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5" name="Google Shape;3125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6" name="Google Shape;3126;p78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127" name="Google Shape;3127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8" name="Google Shape;3128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9" name="Google Shape;3129;p78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130" name="Google Shape;3130;p7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1" name="Google Shape;3131;p7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132" name="Google Shape;3132;p78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3" name="Google Shape;3133;p78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4" name="Google Shape;3134;p78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5" name="Google Shape;3135;p78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6" name="Google Shape;3136;p78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7" name="Google Shape;3137;p78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8" name="Google Shape;3138;p78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9" name="Google Shape;3139;p78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0" name="Google Shape;3140;p78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1" name="Google Shape;3141;p78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2" name="Google Shape;3142;p78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3" name="Google Shape;3143;p78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4" name="Google Shape;3144;p7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p7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0" name="Google Shape;3150;p7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1" name="Google Shape;3151;p79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152" name="Google Shape;3152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3" name="Google Shape;3153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54" name="Google Shape;3154;p79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155" name="Google Shape;3155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6" name="Google Shape;3156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57" name="Google Shape;3157;p79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158" name="Google Shape;3158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9" name="Google Shape;3159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60" name="Google Shape;3160;p79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161" name="Google Shape;3161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2" name="Google Shape;3162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63" name="Google Shape;3163;p79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164" name="Google Shape;3164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5" name="Google Shape;3165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66" name="Google Shape;3166;p79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167" name="Google Shape;3167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8" name="Google Shape;3168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69" name="Google Shape;3169;p79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170" name="Google Shape;3170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1" name="Google Shape;3171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2" name="Google Shape;3172;p79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173" name="Google Shape;3173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4" name="Google Shape;3174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5" name="Google Shape;3175;p79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176" name="Google Shape;3176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7" name="Google Shape;3177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8" name="Google Shape;3178;p79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179" name="Google Shape;3179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0" name="Google Shape;3180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81" name="Google Shape;3181;p79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182" name="Google Shape;3182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3" name="Google Shape;3183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84" name="Google Shape;3184;p79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185" name="Google Shape;3185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6" name="Google Shape;3186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187" name="Google Shape;3187;p79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8" name="Google Shape;3188;p79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9" name="Google Shape;3189;p79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0" name="Google Shape;3190;p79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1" name="Google Shape;3191;p79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2" name="Google Shape;3192;p79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3" name="Google Shape;3193;p79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4" name="Google Shape;3194;p79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5" name="Google Shape;3195;p79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6" name="Google Shape;3196;p79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7" name="Google Shape;3197;p79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98" name="Google Shape;3198;p79"/>
          <p:cNvGrpSpPr/>
          <p:nvPr/>
        </p:nvGrpSpPr>
        <p:grpSpPr>
          <a:xfrm>
            <a:off x="5334000" y="5105400"/>
            <a:ext cx="533400" cy="381000"/>
            <a:chOff x="2640" y="1776"/>
            <a:chExt cx="336" cy="240"/>
          </a:xfrm>
        </p:grpSpPr>
        <p:sp>
          <p:nvSpPr>
            <p:cNvPr id="3199" name="Google Shape;3199;p7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0" name="Google Shape;3200;p7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201" name="Google Shape;3201;p79"/>
          <p:cNvCxnSpPr/>
          <p:nvPr/>
        </p:nvCxnSpPr>
        <p:spPr>
          <a:xfrm>
            <a:off x="5562600" y="46482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2" name="Google Shape;3202;p79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3" name="Google Shape;3203;p7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8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9" name="Google Shape;3209;p8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0" name="Google Shape;3210;p8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211" name="Google Shape;3211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2" name="Google Shape;3212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3" name="Google Shape;3213;p80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214" name="Google Shape;3214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5" name="Google Shape;3215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6" name="Google Shape;3216;p80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217" name="Google Shape;3217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8" name="Google Shape;3218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9" name="Google Shape;3219;p80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220" name="Google Shape;3220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1" name="Google Shape;3221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22" name="Google Shape;3222;p80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223" name="Google Shape;3223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4" name="Google Shape;3224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25" name="Google Shape;3225;p80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226" name="Google Shape;3226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7" name="Google Shape;3227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28" name="Google Shape;3228;p80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229" name="Google Shape;3229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0" name="Google Shape;3230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1" name="Google Shape;3231;p80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232" name="Google Shape;3232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3" name="Google Shape;3233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4" name="Google Shape;3234;p80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235" name="Google Shape;3235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6" name="Google Shape;3236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7" name="Google Shape;3237;p80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238" name="Google Shape;3238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9" name="Google Shape;3239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40" name="Google Shape;3240;p80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241" name="Google Shape;3241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2" name="Google Shape;3242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43" name="Google Shape;3243;p80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244" name="Google Shape;3244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5" name="Google Shape;3245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246" name="Google Shape;3246;p80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7" name="Google Shape;3247;p80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8" name="Google Shape;3248;p80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9" name="Google Shape;3249;p80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0" name="Google Shape;3250;p80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1" name="Google Shape;3251;p80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2" name="Google Shape;3252;p80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3" name="Google Shape;3253;p80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4" name="Google Shape;3254;p80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5" name="Google Shape;3255;p80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6" name="Google Shape;3256;p80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257" name="Google Shape;3257;p80"/>
          <p:cNvGrpSpPr/>
          <p:nvPr/>
        </p:nvGrpSpPr>
        <p:grpSpPr>
          <a:xfrm>
            <a:off x="5334000" y="5105400"/>
            <a:ext cx="533400" cy="381000"/>
            <a:chOff x="2640" y="1776"/>
            <a:chExt cx="336" cy="240"/>
          </a:xfrm>
        </p:grpSpPr>
        <p:sp>
          <p:nvSpPr>
            <p:cNvPr id="3258" name="Google Shape;3258;p8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9" name="Google Shape;3259;p8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260" name="Google Shape;3260;p80"/>
          <p:cNvCxnSpPr/>
          <p:nvPr/>
        </p:nvCxnSpPr>
        <p:spPr>
          <a:xfrm>
            <a:off x="5562600" y="46482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1" name="Google Shape;3261;p80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8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8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8" name="Google Shape;3268;p8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9" name="Google Shape;3269;p81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270" name="Google Shape;3270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1" name="Google Shape;3271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72" name="Google Shape;3272;p81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273" name="Google Shape;3273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4" name="Google Shape;3274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75" name="Google Shape;3275;p81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276" name="Google Shape;3276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7" name="Google Shape;3277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78" name="Google Shape;3278;p81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279" name="Google Shape;3279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0" name="Google Shape;3280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81" name="Google Shape;3281;p81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282" name="Google Shape;3282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3" name="Google Shape;3283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84" name="Google Shape;3284;p81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285" name="Google Shape;3285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6" name="Google Shape;3286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87" name="Google Shape;3287;p81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288" name="Google Shape;3288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9" name="Google Shape;3289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0" name="Google Shape;3290;p81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291" name="Google Shape;3291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2" name="Google Shape;3292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3" name="Google Shape;3293;p81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294" name="Google Shape;3294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5" name="Google Shape;3295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6" name="Google Shape;3296;p81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297" name="Google Shape;3297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8" name="Google Shape;3298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9" name="Google Shape;3299;p81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300" name="Google Shape;3300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1" name="Google Shape;3301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02" name="Google Shape;3302;p81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303" name="Google Shape;3303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4" name="Google Shape;3304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305" name="Google Shape;3305;p81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6" name="Google Shape;3306;p81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7" name="Google Shape;3307;p81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8" name="Google Shape;3308;p81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9" name="Google Shape;3309;p81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0" name="Google Shape;3310;p81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1" name="Google Shape;3311;p81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2" name="Google Shape;3312;p81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3" name="Google Shape;3313;p81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4" name="Google Shape;3314;p81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5" name="Google Shape;3315;p81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316" name="Google Shape;3316;p81"/>
          <p:cNvGrpSpPr/>
          <p:nvPr/>
        </p:nvGrpSpPr>
        <p:grpSpPr>
          <a:xfrm>
            <a:off x="5334000" y="5105400"/>
            <a:ext cx="533400" cy="381000"/>
            <a:chOff x="2640" y="1776"/>
            <a:chExt cx="336" cy="240"/>
          </a:xfrm>
        </p:grpSpPr>
        <p:sp>
          <p:nvSpPr>
            <p:cNvPr id="3317" name="Google Shape;3317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8" name="Google Shape;3318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19" name="Google Shape;3319;p81"/>
          <p:cNvGrpSpPr/>
          <p:nvPr/>
        </p:nvGrpSpPr>
        <p:grpSpPr>
          <a:xfrm>
            <a:off x="6477000" y="5029200"/>
            <a:ext cx="533400" cy="381000"/>
            <a:chOff x="2640" y="1776"/>
            <a:chExt cx="336" cy="240"/>
          </a:xfrm>
        </p:grpSpPr>
        <p:sp>
          <p:nvSpPr>
            <p:cNvPr id="3320" name="Google Shape;3320;p8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1" name="Google Shape;3321;p8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322" name="Google Shape;3322;p81"/>
          <p:cNvCxnSpPr/>
          <p:nvPr/>
        </p:nvCxnSpPr>
        <p:spPr>
          <a:xfrm>
            <a:off x="5562600" y="46482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3" name="Google Shape;3323;p81"/>
          <p:cNvCxnSpPr/>
          <p:nvPr/>
        </p:nvCxnSpPr>
        <p:spPr>
          <a:xfrm>
            <a:off x="6629400" y="4648200"/>
            <a:ext cx="76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4" name="Google Shape;3324;p81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p8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1" name="Google Shape;3331;p8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2" name="Google Shape;3332;p8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333" name="Google Shape;3333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4" name="Google Shape;3334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35" name="Google Shape;3335;p8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336" name="Google Shape;3336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7" name="Google Shape;3337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38" name="Google Shape;3338;p8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339" name="Google Shape;3339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0" name="Google Shape;3340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41" name="Google Shape;3341;p8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342" name="Google Shape;3342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3" name="Google Shape;3343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44" name="Google Shape;3344;p8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345" name="Google Shape;3345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6" name="Google Shape;3346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47" name="Google Shape;3347;p82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348" name="Google Shape;3348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9" name="Google Shape;3349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50" name="Google Shape;3350;p82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351" name="Google Shape;3351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2" name="Google Shape;3352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53" name="Google Shape;3353;p82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354" name="Google Shape;3354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5" name="Google Shape;3355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56" name="Google Shape;3356;p82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357" name="Google Shape;3357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8" name="Google Shape;3358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59" name="Google Shape;3359;p82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360" name="Google Shape;3360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1" name="Google Shape;3361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62" name="Google Shape;3362;p82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363" name="Google Shape;3363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4" name="Google Shape;3364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65" name="Google Shape;3365;p82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366" name="Google Shape;3366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7" name="Google Shape;3367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368" name="Google Shape;3368;p8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9" name="Google Shape;3369;p8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0" name="Google Shape;3370;p8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1" name="Google Shape;3371;p8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2" name="Google Shape;3372;p82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3" name="Google Shape;3373;p82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4" name="Google Shape;3374;p82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5" name="Google Shape;3375;p82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6" name="Google Shape;3376;p82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7" name="Google Shape;3377;p82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8" name="Google Shape;3378;p82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379" name="Google Shape;3379;p82"/>
          <p:cNvGrpSpPr/>
          <p:nvPr/>
        </p:nvGrpSpPr>
        <p:grpSpPr>
          <a:xfrm>
            <a:off x="5334000" y="5105400"/>
            <a:ext cx="533400" cy="381000"/>
            <a:chOff x="2640" y="1776"/>
            <a:chExt cx="336" cy="240"/>
          </a:xfrm>
        </p:grpSpPr>
        <p:sp>
          <p:nvSpPr>
            <p:cNvPr id="3380" name="Google Shape;3380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1" name="Google Shape;3381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82" name="Google Shape;3382;p82"/>
          <p:cNvGrpSpPr/>
          <p:nvPr/>
        </p:nvGrpSpPr>
        <p:grpSpPr>
          <a:xfrm>
            <a:off x="6477000" y="5029200"/>
            <a:ext cx="533400" cy="381000"/>
            <a:chOff x="2640" y="1776"/>
            <a:chExt cx="336" cy="240"/>
          </a:xfrm>
        </p:grpSpPr>
        <p:sp>
          <p:nvSpPr>
            <p:cNvPr id="3383" name="Google Shape;3383;p8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4" name="Google Shape;3384;p8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385" name="Google Shape;3385;p82"/>
          <p:cNvCxnSpPr/>
          <p:nvPr/>
        </p:nvCxnSpPr>
        <p:spPr>
          <a:xfrm>
            <a:off x="5562600" y="46482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6" name="Google Shape;3386;p82"/>
          <p:cNvCxnSpPr/>
          <p:nvPr/>
        </p:nvCxnSpPr>
        <p:spPr>
          <a:xfrm>
            <a:off x="6629400" y="4648200"/>
            <a:ext cx="76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7" name="Google Shape;3387;p82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p8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8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4" name="Google Shape;3394;p8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5" name="Google Shape;3395;p8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396" name="Google Shape;3396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7" name="Google Shape;3397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8" name="Google Shape;3398;p8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399" name="Google Shape;3399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0" name="Google Shape;3400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01" name="Google Shape;3401;p8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402" name="Google Shape;3402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3" name="Google Shape;3403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04" name="Google Shape;3404;p8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405" name="Google Shape;3405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6" name="Google Shape;3406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07" name="Google Shape;3407;p8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408" name="Google Shape;3408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9" name="Google Shape;3409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10" name="Google Shape;3410;p83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411" name="Google Shape;3411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2" name="Google Shape;3412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13" name="Google Shape;3413;p83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414" name="Google Shape;3414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5" name="Google Shape;3415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16" name="Google Shape;3416;p83"/>
          <p:cNvGrpSpPr/>
          <p:nvPr/>
        </p:nvGrpSpPr>
        <p:grpSpPr>
          <a:xfrm>
            <a:off x="4495800" y="4267200"/>
            <a:ext cx="533400" cy="381000"/>
            <a:chOff x="2640" y="1776"/>
            <a:chExt cx="336" cy="240"/>
          </a:xfrm>
        </p:grpSpPr>
        <p:sp>
          <p:nvSpPr>
            <p:cNvPr id="3417" name="Google Shape;3417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8" name="Google Shape;3418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19" name="Google Shape;3419;p83"/>
          <p:cNvGrpSpPr/>
          <p:nvPr/>
        </p:nvGrpSpPr>
        <p:grpSpPr>
          <a:xfrm>
            <a:off x="5257800" y="4267200"/>
            <a:ext cx="533400" cy="381000"/>
            <a:chOff x="2640" y="1776"/>
            <a:chExt cx="336" cy="240"/>
          </a:xfrm>
        </p:grpSpPr>
        <p:sp>
          <p:nvSpPr>
            <p:cNvPr id="3420" name="Google Shape;3420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1" name="Google Shape;3421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22" name="Google Shape;3422;p83"/>
          <p:cNvGrpSpPr/>
          <p:nvPr/>
        </p:nvGrpSpPr>
        <p:grpSpPr>
          <a:xfrm>
            <a:off x="6248400" y="4267200"/>
            <a:ext cx="533400" cy="381000"/>
            <a:chOff x="2640" y="1776"/>
            <a:chExt cx="336" cy="240"/>
          </a:xfrm>
        </p:grpSpPr>
        <p:sp>
          <p:nvSpPr>
            <p:cNvPr id="3423" name="Google Shape;3423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4" name="Google Shape;3424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25" name="Google Shape;3425;p83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426" name="Google Shape;3426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7" name="Google Shape;3427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28" name="Google Shape;3428;p83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429" name="Google Shape;3429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0" name="Google Shape;3430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431" name="Google Shape;3431;p8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2" name="Google Shape;3432;p8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3" name="Google Shape;3433;p8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4" name="Google Shape;3434;p8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5" name="Google Shape;3435;p83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6" name="Google Shape;3436;p83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7" name="Google Shape;3437;p83"/>
          <p:cNvCxnSpPr/>
          <p:nvPr/>
        </p:nvCxnSpPr>
        <p:spPr>
          <a:xfrm>
            <a:off x="4495800" y="396240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8" name="Google Shape;3438;p83"/>
          <p:cNvCxnSpPr/>
          <p:nvPr/>
        </p:nvCxnSpPr>
        <p:spPr>
          <a:xfrm flipH="1">
            <a:off x="5486400" y="39624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9" name="Google Shape;3439;p83"/>
          <p:cNvCxnSpPr/>
          <p:nvPr/>
        </p:nvCxnSpPr>
        <p:spPr>
          <a:xfrm>
            <a:off x="5715000" y="39624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0" name="Google Shape;3440;p83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1" name="Google Shape;3441;p83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442" name="Google Shape;3442;p83"/>
          <p:cNvGrpSpPr/>
          <p:nvPr/>
        </p:nvGrpSpPr>
        <p:grpSpPr>
          <a:xfrm>
            <a:off x="5334000" y="5105400"/>
            <a:ext cx="533400" cy="381000"/>
            <a:chOff x="2640" y="1776"/>
            <a:chExt cx="336" cy="240"/>
          </a:xfrm>
        </p:grpSpPr>
        <p:sp>
          <p:nvSpPr>
            <p:cNvPr id="3443" name="Google Shape;3443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4" name="Google Shape;3444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45" name="Google Shape;3445;p83"/>
          <p:cNvGrpSpPr/>
          <p:nvPr/>
        </p:nvGrpSpPr>
        <p:grpSpPr>
          <a:xfrm>
            <a:off x="6477000" y="5029200"/>
            <a:ext cx="533400" cy="381000"/>
            <a:chOff x="2640" y="1776"/>
            <a:chExt cx="336" cy="240"/>
          </a:xfrm>
        </p:grpSpPr>
        <p:sp>
          <p:nvSpPr>
            <p:cNvPr id="3446" name="Google Shape;3446;p8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7" name="Google Shape;3447;p8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448" name="Google Shape;3448;p83"/>
          <p:cNvCxnSpPr/>
          <p:nvPr/>
        </p:nvCxnSpPr>
        <p:spPr>
          <a:xfrm>
            <a:off x="5562600" y="46482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9" name="Google Shape;3449;p83"/>
          <p:cNvCxnSpPr/>
          <p:nvPr/>
        </p:nvCxnSpPr>
        <p:spPr>
          <a:xfrm>
            <a:off x="6629400" y="4648200"/>
            <a:ext cx="76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0" name="Google Shape;3450;p83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1" name="Google Shape;3451;p8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5" name="Shape 3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p8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7" name="Google Shape;3457;p84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C,H,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D,I,M,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 </a:t>
            </a:r>
            <a:r>
              <a:rPr b="0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</a:t>
            </a:r>
            <a:endParaRPr b="0" i="0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58" name="Google Shape;3458;p84"/>
          <p:cNvGrpSpPr/>
          <p:nvPr/>
        </p:nvGrpSpPr>
        <p:grpSpPr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3459" name="Google Shape;3459;p84"/>
            <p:cNvGrpSpPr/>
            <p:nvPr/>
          </p:nvGrpSpPr>
          <p:grpSpPr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3460" name="Google Shape;3460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1" name="Google Shape;3461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62" name="Google Shape;3462;p84"/>
            <p:cNvGrpSpPr/>
            <p:nvPr/>
          </p:nvGrpSpPr>
          <p:grpSpPr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3463" name="Google Shape;3463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4" name="Google Shape;3464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65" name="Google Shape;3465;p84"/>
            <p:cNvGrpSpPr/>
            <p:nvPr/>
          </p:nvGrpSpPr>
          <p:grpSpPr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3466" name="Google Shape;3466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7" name="Google Shape;3467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68" name="Google Shape;3468;p84"/>
            <p:cNvGrpSpPr/>
            <p:nvPr/>
          </p:nvGrpSpPr>
          <p:grpSpPr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3469" name="Google Shape;3469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0" name="Google Shape;3470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71" name="Google Shape;3471;p84"/>
            <p:cNvGrpSpPr/>
            <p:nvPr/>
          </p:nvGrpSpPr>
          <p:grpSpPr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3472" name="Google Shape;3472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3" name="Google Shape;3473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74" name="Google Shape;3474;p84"/>
            <p:cNvGrpSpPr/>
            <p:nvPr/>
          </p:nvGrpSpPr>
          <p:grpSpPr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3475" name="Google Shape;3475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6" name="Google Shape;3476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77" name="Google Shape;3477;p84"/>
            <p:cNvGrpSpPr/>
            <p:nvPr/>
          </p:nvGrpSpPr>
          <p:grpSpPr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3478" name="Google Shape;3478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9" name="Google Shape;3479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0" name="Google Shape;3480;p84"/>
            <p:cNvGrpSpPr/>
            <p:nvPr/>
          </p:nvGrpSpPr>
          <p:grpSpPr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3481" name="Google Shape;3481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2" name="Google Shape;3482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3" name="Google Shape;3483;p84"/>
            <p:cNvGrpSpPr/>
            <p:nvPr/>
          </p:nvGrpSpPr>
          <p:grpSpPr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3484" name="Google Shape;3484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5" name="Google Shape;3485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6" name="Google Shape;3486;p84"/>
            <p:cNvGrpSpPr/>
            <p:nvPr/>
          </p:nvGrpSpPr>
          <p:grpSpPr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3487" name="Google Shape;3487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8" name="Google Shape;3488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9" name="Google Shape;3489;p84"/>
            <p:cNvGrpSpPr/>
            <p:nvPr/>
          </p:nvGrpSpPr>
          <p:grpSpPr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3490" name="Google Shape;3490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91" name="Google Shape;3491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92" name="Google Shape;3492;p84"/>
            <p:cNvGrpSpPr/>
            <p:nvPr/>
          </p:nvGrpSpPr>
          <p:grpSpPr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3493" name="Google Shape;3493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94" name="Google Shape;3494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495" name="Google Shape;3495;p84"/>
            <p:cNvSpPr/>
            <p:nvPr/>
          </p:nvSpPr>
          <p:spPr>
            <a:xfrm>
              <a:off x="2160" y="3696"/>
              <a:ext cx="336" cy="240"/>
            </a:xfrm>
            <a:prstGeom prst="ellipse">
              <a:avLst/>
            </a:prstGeom>
            <a:solidFill>
              <a:schemeClr val="folHlink"/>
            </a:solidFill>
            <a:ln cap="flat" cmpd="dbl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6" name="Google Shape;3496;p84"/>
            <p:cNvSpPr txBox="1"/>
            <p:nvPr/>
          </p:nvSpPr>
          <p:spPr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1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97" name="Google Shape;3497;p84"/>
            <p:cNvCxnSpPr/>
            <p:nvPr/>
          </p:nvCxnSpPr>
          <p:spPr>
            <a:xfrm flipH="1">
              <a:off x="1776" y="2016"/>
              <a:ext cx="100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98" name="Google Shape;3498;p84"/>
            <p:cNvCxnSpPr/>
            <p:nvPr/>
          </p:nvCxnSpPr>
          <p:spPr>
            <a:xfrm flipH="1">
              <a:off x="2592" y="2016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99" name="Google Shape;3499;p84"/>
            <p:cNvCxnSpPr/>
            <p:nvPr/>
          </p:nvCxnSpPr>
          <p:spPr>
            <a:xfrm>
              <a:off x="2784" y="2016"/>
              <a:ext cx="48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0" name="Google Shape;3500;p84"/>
            <p:cNvCxnSpPr/>
            <p:nvPr/>
          </p:nvCxnSpPr>
          <p:spPr>
            <a:xfrm>
              <a:off x="2784" y="2016"/>
              <a:ext cx="15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1" name="Google Shape;3501;p84"/>
            <p:cNvCxnSpPr/>
            <p:nvPr/>
          </p:nvCxnSpPr>
          <p:spPr>
            <a:xfrm flipH="1">
              <a:off x="1296" y="2448"/>
              <a:ext cx="38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2" name="Google Shape;3502;p84"/>
            <p:cNvCxnSpPr/>
            <p:nvPr/>
          </p:nvCxnSpPr>
          <p:spPr>
            <a:xfrm>
              <a:off x="1680" y="2448"/>
              <a:ext cx="33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3" name="Google Shape;3503;p84"/>
            <p:cNvCxnSpPr/>
            <p:nvPr/>
          </p:nvCxnSpPr>
          <p:spPr>
            <a:xfrm>
              <a:off x="2592" y="2448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4" name="Google Shape;3504;p84"/>
            <p:cNvCxnSpPr/>
            <p:nvPr/>
          </p:nvCxnSpPr>
          <p:spPr>
            <a:xfrm flipH="1">
              <a:off x="3216" y="2448"/>
              <a:ext cx="14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5" name="Google Shape;3505;p84"/>
            <p:cNvCxnSpPr/>
            <p:nvPr/>
          </p:nvCxnSpPr>
          <p:spPr>
            <a:xfrm>
              <a:off x="3360" y="2448"/>
              <a:ext cx="43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6" name="Google Shape;3506;p84"/>
            <p:cNvCxnSpPr/>
            <p:nvPr/>
          </p:nvCxnSpPr>
          <p:spPr>
            <a:xfrm flipH="1">
              <a:off x="1728" y="2880"/>
              <a:ext cx="33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7" name="Google Shape;3507;p84"/>
            <p:cNvCxnSpPr/>
            <p:nvPr/>
          </p:nvCxnSpPr>
          <p:spPr>
            <a:xfrm>
              <a:off x="2064" y="288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3508" name="Google Shape;3508;p84"/>
            <p:cNvGrpSpPr/>
            <p:nvPr/>
          </p:nvGrpSpPr>
          <p:grpSpPr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3509" name="Google Shape;3509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0" name="Google Shape;3510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511" name="Google Shape;3511;p84"/>
            <p:cNvGrpSpPr/>
            <p:nvPr/>
          </p:nvGrpSpPr>
          <p:grpSpPr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3512" name="Google Shape;3512;p84"/>
              <p:cNvSpPr/>
              <p:nvPr/>
            </p:nvSpPr>
            <p:spPr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3" name="Google Shape;3513;p84"/>
              <p:cNvSpPr txBox="1"/>
              <p:nvPr/>
            </p:nvSpPr>
            <p:spPr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514" name="Google Shape;3514;p84"/>
            <p:cNvCxnSpPr/>
            <p:nvPr/>
          </p:nvCxnSpPr>
          <p:spPr>
            <a:xfrm>
              <a:off x="3264" y="2880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15" name="Google Shape;3515;p84"/>
            <p:cNvCxnSpPr/>
            <p:nvPr/>
          </p:nvCxnSpPr>
          <p:spPr>
            <a:xfrm>
              <a:off x="3936" y="288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16" name="Google Shape;3516;p84"/>
            <p:cNvCxnSpPr/>
            <p:nvPr/>
          </p:nvCxnSpPr>
          <p:spPr>
            <a:xfrm flipH="1">
              <a:off x="2304" y="340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517" name="Google Shape;3517;p84"/>
          <p:cNvSpPr txBox="1"/>
          <p:nvPr/>
        </p:nvSpPr>
        <p:spPr>
          <a:xfrm>
            <a:off x="838200" y="510540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8" name="Google Shape;3518;p84"/>
          <p:cNvCxnSpPr/>
          <p:nvPr/>
        </p:nvCxnSpPr>
        <p:spPr>
          <a:xfrm>
            <a:off x="1752600" y="5486400"/>
            <a:ext cx="63246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519" name="Google Shape;3519;p84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g39af6bf7e58_0_99"/>
          <p:cNvSpPr txBox="1"/>
          <p:nvPr>
            <p:ph type="ctrTitle"/>
          </p:nvPr>
        </p:nvSpPr>
        <p:spPr>
          <a:xfrm>
            <a:off x="400450" y="2130425"/>
            <a:ext cx="8057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 (IDS)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5" name="Google Shape;3525;g39af6bf7e58_0_9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DLS with bound = 4</a:t>
            </a:r>
            <a:endParaRPr b="1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8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1" name="Google Shape;3531;p86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2" name="Google Shape;3532;p86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533" name="Google Shape;3533;p8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4" name="Google Shape;3534;p8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35" name="Google Shape;3535;p86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536" name="Google Shape;3536;p8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7" name="Google Shape;3537;p8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38" name="Google Shape;3538;p86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539" name="Google Shape;3539;p8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0" name="Google Shape;3540;p8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41" name="Google Shape;3541;p86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542" name="Google Shape;3542;p8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3" name="Google Shape;3543;p8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44" name="Google Shape;3544;p86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545" name="Google Shape;3545;p86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6" name="Google Shape;3546;p86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547" name="Google Shape;3547;p86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8" name="Google Shape;3548;p86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9" name="Google Shape;3549;p86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0" name="Google Shape;3550;p86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1" name="Google Shape;3551;p86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2" name="Google Shape;3552;p86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8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8" name="Google Shape;3558;p87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9" name="Google Shape;3559;p87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560" name="Google Shape;3560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1" name="Google Shape;3561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62" name="Google Shape;3562;p87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563" name="Google Shape;3563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4" name="Google Shape;3564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65" name="Google Shape;3565;p87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566" name="Google Shape;3566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7" name="Google Shape;3567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68" name="Google Shape;3568;p87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569" name="Google Shape;3569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0" name="Google Shape;3570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71" name="Google Shape;3571;p87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572" name="Google Shape;3572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3" name="Google Shape;3573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74" name="Google Shape;3574;p87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575" name="Google Shape;3575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6" name="Google Shape;3576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77" name="Google Shape;3577;p87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578" name="Google Shape;3578;p87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9" name="Google Shape;3579;p87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580" name="Google Shape;3580;p87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1" name="Google Shape;3581;p87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2" name="Google Shape;3582;p87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3" name="Google Shape;3583;p87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4" name="Google Shape;3584;p87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5" name="Google Shape;3585;p87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6" name="Google Shape;3586;p87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7" name="Google Shape;3587;p87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p8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3" name="Google Shape;3593;p88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4" name="Google Shape;3594;p88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595" name="Google Shape;3595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6" name="Google Shape;3596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97" name="Google Shape;3597;p88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598" name="Google Shape;3598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9" name="Google Shape;3599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00" name="Google Shape;3600;p88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601" name="Google Shape;3601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2" name="Google Shape;3602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03" name="Google Shape;3603;p88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604" name="Google Shape;3604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5" name="Google Shape;3605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06" name="Google Shape;3606;p88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607" name="Google Shape;3607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8" name="Google Shape;3608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09" name="Google Shape;3609;p88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610" name="Google Shape;3610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1" name="Google Shape;3611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12" name="Google Shape;3612;p88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613" name="Google Shape;3613;p88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4" name="Google Shape;3614;p88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615" name="Google Shape;3615;p88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6" name="Google Shape;3616;p88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7" name="Google Shape;3617;p88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8" name="Google Shape;3618;p88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9" name="Google Shape;3619;p88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0" name="Google Shape;3620;p88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1" name="Google Shape;3621;p88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2" name="Google Shape;3622;p88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7" name="Google Shape;3627;p8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8" name="Google Shape;3628;p89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9" name="Google Shape;3629;p89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630" name="Google Shape;3630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1" name="Google Shape;3631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32" name="Google Shape;3632;p89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633" name="Google Shape;3633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4" name="Google Shape;3634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35" name="Google Shape;3635;p89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636" name="Google Shape;3636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7" name="Google Shape;3637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38" name="Google Shape;3638;p89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639" name="Google Shape;3639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0" name="Google Shape;3640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41" name="Google Shape;3641;p89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642" name="Google Shape;3642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3" name="Google Shape;3643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44" name="Google Shape;3644;p89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645" name="Google Shape;3645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6" name="Google Shape;3646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47" name="Google Shape;3647;p89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648" name="Google Shape;3648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9" name="Google Shape;3649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50" name="Google Shape;3650;p89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651" name="Google Shape;3651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2" name="Google Shape;3652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53" name="Google Shape;3653;p89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654" name="Google Shape;3654;p89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5" name="Google Shape;3655;p89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656" name="Google Shape;3656;p89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7" name="Google Shape;3657;p89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8" name="Google Shape;3658;p89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9" name="Google Shape;3659;p89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0" name="Google Shape;3660;p89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1" name="Google Shape;3661;p89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2" name="Google Shape;3662;p89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3" name="Google Shape;3663;p89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4" name="Google Shape;3664;p89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5" name="Google Shape;3665;p89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9" name="Shape 3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0" name="Google Shape;3670;p9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1" name="Google Shape;3671;p90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2" name="Google Shape;3672;p90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673" name="Google Shape;3673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4" name="Google Shape;3674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75" name="Google Shape;3675;p90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676" name="Google Shape;3676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7" name="Google Shape;3677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78" name="Google Shape;3678;p90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679" name="Google Shape;3679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0" name="Google Shape;3680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81" name="Google Shape;3681;p90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682" name="Google Shape;3682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3" name="Google Shape;3683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84" name="Google Shape;3684;p90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685" name="Google Shape;3685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6" name="Google Shape;3686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87" name="Google Shape;3687;p90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688" name="Google Shape;3688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9" name="Google Shape;3689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90" name="Google Shape;3690;p90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691" name="Google Shape;3691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2" name="Google Shape;3692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93" name="Google Shape;3693;p90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694" name="Google Shape;3694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5" name="Google Shape;3695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96" name="Google Shape;3696;p90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697" name="Google Shape;3697;p90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8" name="Google Shape;3698;p90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699" name="Google Shape;3699;p90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0" name="Google Shape;3700;p90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1" name="Google Shape;3701;p90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2" name="Google Shape;3702;p90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3" name="Google Shape;3703;p90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4" name="Google Shape;3704;p90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5" name="Google Shape;3705;p90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6" name="Google Shape;3706;p90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7" name="Google Shape;3707;p90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8" name="Google Shape;3708;p90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9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4" name="Google Shape;3714;p91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5" name="Google Shape;3715;p91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716" name="Google Shape;3716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7" name="Google Shape;3717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18" name="Google Shape;3718;p91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719" name="Google Shape;3719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0" name="Google Shape;3720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21" name="Google Shape;3721;p91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722" name="Google Shape;3722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3" name="Google Shape;3723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24" name="Google Shape;3724;p91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725" name="Google Shape;3725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6" name="Google Shape;3726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27" name="Google Shape;3727;p91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728" name="Google Shape;3728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9" name="Google Shape;3729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30" name="Google Shape;3730;p91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731" name="Google Shape;3731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2" name="Google Shape;3732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33" name="Google Shape;3733;p91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734" name="Google Shape;3734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5" name="Google Shape;3735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36" name="Google Shape;3736;p91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737" name="Google Shape;3737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8" name="Google Shape;3738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39" name="Google Shape;3739;p91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740" name="Google Shape;3740;p91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41" name="Google Shape;3741;p91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42" name="Google Shape;3742;p91"/>
          <p:cNvSpPr/>
          <p:nvPr/>
        </p:nvSpPr>
        <p:spPr>
          <a:xfrm>
            <a:off x="3810000" y="5943600"/>
            <a:ext cx="533400" cy="381000"/>
          </a:xfrm>
          <a:prstGeom prst="ellipse">
            <a:avLst/>
          </a:prstGeom>
          <a:solidFill>
            <a:schemeClr val="folHlink"/>
          </a:solidFill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3" name="Google Shape;3743;p91"/>
          <p:cNvSpPr txBox="1"/>
          <p:nvPr/>
        </p:nvSpPr>
        <p:spPr>
          <a:xfrm>
            <a:off x="3962400" y="5943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44" name="Google Shape;3744;p91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5" name="Google Shape;3745;p91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6" name="Google Shape;3746;p91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7" name="Google Shape;3747;p91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8" name="Google Shape;3748;p91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9" name="Google Shape;3749;p91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0" name="Google Shape;3750;p91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1" name="Google Shape;3751;p91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2" name="Google Shape;3752;p91"/>
          <p:cNvCxnSpPr/>
          <p:nvPr/>
        </p:nvCxnSpPr>
        <p:spPr>
          <a:xfrm flipH="1">
            <a:off x="4038600" y="54864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3" name="Google Shape;3753;p91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4" name="Google Shape;3754;p91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8" name="Shape 3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p9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0" name="Google Shape;3760;p92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A,B,F,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O: </a:t>
            </a:r>
            <a:r>
              <a:rPr b="0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State</a:t>
            </a:r>
            <a:endParaRPr b="0" i="0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61" name="Google Shape;3761;p92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762" name="Google Shape;3762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3" name="Google Shape;3763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64" name="Google Shape;3764;p92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765" name="Google Shape;3765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6" name="Google Shape;3766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67" name="Google Shape;3767;p92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768" name="Google Shape;3768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9" name="Google Shape;3769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70" name="Google Shape;3770;p92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771" name="Google Shape;3771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2" name="Google Shape;3772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73" name="Google Shape;3773;p92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774" name="Google Shape;3774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5" name="Google Shape;3775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76" name="Google Shape;3776;p92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777" name="Google Shape;3777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8" name="Google Shape;3778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79" name="Google Shape;3779;p92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780" name="Google Shape;3780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1" name="Google Shape;3781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82" name="Google Shape;3782;p92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783" name="Google Shape;3783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4" name="Google Shape;3784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85" name="Google Shape;3785;p92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786" name="Google Shape;3786;p92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7" name="Google Shape;3787;p92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88" name="Google Shape;3788;p92"/>
          <p:cNvSpPr/>
          <p:nvPr/>
        </p:nvSpPr>
        <p:spPr>
          <a:xfrm>
            <a:off x="3810000" y="5943600"/>
            <a:ext cx="533400" cy="381000"/>
          </a:xfrm>
          <a:prstGeom prst="ellipse">
            <a:avLst/>
          </a:prstGeom>
          <a:solidFill>
            <a:srgbClr val="FF0000"/>
          </a:solidFill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9" name="Google Shape;3789;p92"/>
          <p:cNvSpPr txBox="1"/>
          <p:nvPr/>
        </p:nvSpPr>
        <p:spPr>
          <a:xfrm>
            <a:off x="3962400" y="5943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90" name="Google Shape;3790;p92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1" name="Google Shape;3791;p92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2" name="Google Shape;3792;p92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3" name="Google Shape;3793;p92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4" name="Google Shape;3794;p92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5" name="Google Shape;3795;p92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6" name="Google Shape;3796;p92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7" name="Google Shape;3797;p92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8" name="Google Shape;3798;p92"/>
          <p:cNvCxnSpPr/>
          <p:nvPr/>
        </p:nvCxnSpPr>
        <p:spPr>
          <a:xfrm flipH="1">
            <a:off x="4038600" y="54864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9" name="Google Shape;3799;p92"/>
          <p:cNvSpPr txBox="1"/>
          <p:nvPr/>
        </p:nvSpPr>
        <p:spPr>
          <a:xfrm>
            <a:off x="838200" y="5957888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=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Google Shape;3800;p92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9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6" name="Google Shape;3806;p93"/>
          <p:cNvSpPr/>
          <p:nvPr/>
        </p:nvSpPr>
        <p:spPr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returned solution is the sequence of operators in the path: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A, B, G, L,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07" name="Google Shape;3807;p93"/>
          <p:cNvGrpSpPr/>
          <p:nvPr/>
        </p:nvGrpSpPr>
        <p:grpSpPr>
          <a:xfrm>
            <a:off x="4572000" y="2895600"/>
            <a:ext cx="533400" cy="381000"/>
            <a:chOff x="2640" y="1776"/>
            <a:chExt cx="336" cy="240"/>
          </a:xfrm>
        </p:grpSpPr>
        <p:sp>
          <p:nvSpPr>
            <p:cNvPr id="3808" name="Google Shape;3808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9" name="Google Shape;3809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10" name="Google Shape;3810;p93"/>
          <p:cNvGrpSpPr/>
          <p:nvPr/>
        </p:nvGrpSpPr>
        <p:grpSpPr>
          <a:xfrm>
            <a:off x="2819400" y="3581400"/>
            <a:ext cx="533400" cy="381000"/>
            <a:chOff x="2640" y="1776"/>
            <a:chExt cx="336" cy="240"/>
          </a:xfrm>
        </p:grpSpPr>
        <p:sp>
          <p:nvSpPr>
            <p:cNvPr id="3811" name="Google Shape;3811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2" name="Google Shape;3812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13" name="Google Shape;3813;p93"/>
          <p:cNvGrpSpPr/>
          <p:nvPr/>
        </p:nvGrpSpPr>
        <p:grpSpPr>
          <a:xfrm>
            <a:off x="4114800" y="3581400"/>
            <a:ext cx="533400" cy="381000"/>
            <a:chOff x="2640" y="1776"/>
            <a:chExt cx="336" cy="240"/>
          </a:xfrm>
        </p:grpSpPr>
        <p:sp>
          <p:nvSpPr>
            <p:cNvPr id="3814" name="Google Shape;3814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5" name="Google Shape;3815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16" name="Google Shape;3816;p93"/>
          <p:cNvGrpSpPr/>
          <p:nvPr/>
        </p:nvGrpSpPr>
        <p:grpSpPr>
          <a:xfrm>
            <a:off x="7010400" y="3581400"/>
            <a:ext cx="533400" cy="381000"/>
            <a:chOff x="2640" y="1776"/>
            <a:chExt cx="336" cy="240"/>
          </a:xfrm>
        </p:grpSpPr>
        <p:sp>
          <p:nvSpPr>
            <p:cNvPr id="3817" name="Google Shape;3817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8" name="Google Shape;3818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19" name="Google Shape;3819;p93"/>
          <p:cNvGrpSpPr/>
          <p:nvPr/>
        </p:nvGrpSpPr>
        <p:grpSpPr>
          <a:xfrm>
            <a:off x="5410200" y="3581400"/>
            <a:ext cx="533400" cy="381000"/>
            <a:chOff x="2640" y="1776"/>
            <a:chExt cx="336" cy="240"/>
          </a:xfrm>
        </p:grpSpPr>
        <p:sp>
          <p:nvSpPr>
            <p:cNvPr id="3820" name="Google Shape;3820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1" name="Google Shape;3821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22" name="Google Shape;3822;p93"/>
          <p:cNvGrpSpPr/>
          <p:nvPr/>
        </p:nvGrpSpPr>
        <p:grpSpPr>
          <a:xfrm>
            <a:off x="2133600" y="4267200"/>
            <a:ext cx="533400" cy="381000"/>
            <a:chOff x="2640" y="1776"/>
            <a:chExt cx="336" cy="240"/>
          </a:xfrm>
        </p:grpSpPr>
        <p:sp>
          <p:nvSpPr>
            <p:cNvPr id="3823" name="Google Shape;3823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4" name="Google Shape;3824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25" name="Google Shape;3825;p93"/>
          <p:cNvGrpSpPr/>
          <p:nvPr/>
        </p:nvGrpSpPr>
        <p:grpSpPr>
          <a:xfrm>
            <a:off x="3352800" y="4267200"/>
            <a:ext cx="533400" cy="381000"/>
            <a:chOff x="2640" y="1776"/>
            <a:chExt cx="336" cy="240"/>
          </a:xfrm>
        </p:grpSpPr>
        <p:sp>
          <p:nvSpPr>
            <p:cNvPr id="3826" name="Google Shape;3826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7" name="Google Shape;3827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28" name="Google Shape;3828;p93"/>
          <p:cNvGrpSpPr/>
          <p:nvPr/>
        </p:nvGrpSpPr>
        <p:grpSpPr>
          <a:xfrm>
            <a:off x="2819400" y="5105400"/>
            <a:ext cx="533400" cy="381000"/>
            <a:chOff x="2640" y="1776"/>
            <a:chExt cx="336" cy="240"/>
          </a:xfrm>
        </p:grpSpPr>
        <p:sp>
          <p:nvSpPr>
            <p:cNvPr id="3829" name="Google Shape;3829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0" name="Google Shape;3830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31" name="Google Shape;3831;p93"/>
          <p:cNvGrpSpPr/>
          <p:nvPr/>
        </p:nvGrpSpPr>
        <p:grpSpPr>
          <a:xfrm>
            <a:off x="3810000" y="5105400"/>
            <a:ext cx="533400" cy="381000"/>
            <a:chOff x="2640" y="1776"/>
            <a:chExt cx="336" cy="240"/>
          </a:xfrm>
        </p:grpSpPr>
        <p:sp>
          <p:nvSpPr>
            <p:cNvPr id="3832" name="Google Shape;3832;p93"/>
            <p:cNvSpPr/>
            <p:nvPr/>
          </p:nvSpPr>
          <p:spPr>
            <a:xfrm>
              <a:off x="2640" y="1776"/>
              <a:ext cx="336" cy="240"/>
            </a:xfrm>
            <a:prstGeom prst="ellipse">
              <a:avLst/>
            </a:prstGeom>
            <a:solidFill>
              <a:srgbClr val="F3F1A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3" name="Google Shape;3833;p93"/>
            <p:cNvSpPr txBox="1"/>
            <p:nvPr/>
          </p:nvSpPr>
          <p:spPr>
            <a:xfrm>
              <a:off x="2736" y="177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834" name="Google Shape;3834;p93"/>
          <p:cNvSpPr/>
          <p:nvPr/>
        </p:nvSpPr>
        <p:spPr>
          <a:xfrm>
            <a:off x="3810000" y="5943600"/>
            <a:ext cx="533400" cy="381000"/>
          </a:xfrm>
          <a:prstGeom prst="ellipse">
            <a:avLst/>
          </a:prstGeom>
          <a:solidFill>
            <a:srgbClr val="F3F1AB"/>
          </a:solidFill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5" name="Google Shape;3835;p93"/>
          <p:cNvSpPr txBox="1"/>
          <p:nvPr/>
        </p:nvSpPr>
        <p:spPr>
          <a:xfrm>
            <a:off x="3962400" y="5943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36" name="Google Shape;3836;p93"/>
          <p:cNvCxnSpPr/>
          <p:nvPr/>
        </p:nvCxnSpPr>
        <p:spPr>
          <a:xfrm flipH="1">
            <a:off x="3200400" y="3276600"/>
            <a:ext cx="1600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7" name="Google Shape;3837;p93"/>
          <p:cNvCxnSpPr/>
          <p:nvPr/>
        </p:nvCxnSpPr>
        <p:spPr>
          <a:xfrm flipH="1">
            <a:off x="4495800" y="3276600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8" name="Google Shape;3838;p93"/>
          <p:cNvCxnSpPr/>
          <p:nvPr/>
        </p:nvCxnSpPr>
        <p:spPr>
          <a:xfrm>
            <a:off x="4800600" y="32766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9" name="Google Shape;3839;p93"/>
          <p:cNvCxnSpPr/>
          <p:nvPr/>
        </p:nvCxnSpPr>
        <p:spPr>
          <a:xfrm>
            <a:off x="4800600" y="3276600"/>
            <a:ext cx="2438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0" name="Google Shape;3840;p93"/>
          <p:cNvCxnSpPr/>
          <p:nvPr/>
        </p:nvCxnSpPr>
        <p:spPr>
          <a:xfrm flipH="1">
            <a:off x="2438400" y="39624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1" name="Google Shape;3841;p93"/>
          <p:cNvCxnSpPr/>
          <p:nvPr/>
        </p:nvCxnSpPr>
        <p:spPr>
          <a:xfrm>
            <a:off x="3048000" y="39624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2" name="Google Shape;3842;p93"/>
          <p:cNvCxnSpPr/>
          <p:nvPr/>
        </p:nvCxnSpPr>
        <p:spPr>
          <a:xfrm flipH="1">
            <a:off x="3124200" y="4648200"/>
            <a:ext cx="5334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3" name="Google Shape;3843;p93"/>
          <p:cNvCxnSpPr/>
          <p:nvPr/>
        </p:nvCxnSpPr>
        <p:spPr>
          <a:xfrm>
            <a:off x="3657600" y="4648200"/>
            <a:ext cx="381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4" name="Google Shape;3844;p93"/>
          <p:cNvCxnSpPr/>
          <p:nvPr/>
        </p:nvCxnSpPr>
        <p:spPr>
          <a:xfrm flipH="1">
            <a:off x="4038600" y="54864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45" name="Google Shape;3845;p93"/>
          <p:cNvSpPr txBox="1"/>
          <p:nvPr>
            <p:ph type="title"/>
          </p:nvPr>
        </p:nvSpPr>
        <p:spPr>
          <a:xfrm>
            <a:off x="1066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Deepening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9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1" name="Google Shape;3851;p94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 (UCS)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52" name="Google Shape;3852;p94"/>
          <p:cNvSpPr/>
          <p:nvPr/>
        </p:nvSpPr>
        <p:spPr>
          <a:xfrm>
            <a:off x="304800" y="1219200"/>
            <a:ext cx="8458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idea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Uniform-cost Search: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node with                                             smallest path cost g(n).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1459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Enqueue nodes in order of cost g(n).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QUEUING-FN:- insert in order of increasing path cost.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Enqueue new node at the appropriate position in the queue so that we dequeue the cheapest node.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Complete? Yes.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Optimal? Yes, if path cost is nondecreasing function of depth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Complexity: O(b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Space Complexity: O(b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note that every node in the fringe keep in the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p9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8" name="Google Shape;3858;p95"/>
          <p:cNvSpPr/>
          <p:nvPr/>
        </p:nvSpPr>
        <p:spPr>
          <a:xfrm>
            <a:off x="4081463" y="2209800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9" name="Google Shape;3859;p95"/>
          <p:cNvSpPr txBox="1"/>
          <p:nvPr/>
        </p:nvSpPr>
        <p:spPr>
          <a:xfrm>
            <a:off x="4184650" y="2322513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0" name="Google Shape;3860;p95"/>
          <p:cNvSpPr/>
          <p:nvPr/>
        </p:nvSpPr>
        <p:spPr>
          <a:xfrm>
            <a:off x="2889250" y="3051175"/>
            <a:ext cx="427038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1" name="Google Shape;3861;p95"/>
          <p:cNvSpPr txBox="1"/>
          <p:nvPr/>
        </p:nvSpPr>
        <p:spPr>
          <a:xfrm>
            <a:off x="2990850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2" name="Google Shape;3862;p95"/>
          <p:cNvSpPr/>
          <p:nvPr/>
        </p:nvSpPr>
        <p:spPr>
          <a:xfrm>
            <a:off x="5707063" y="3051175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3" name="Google Shape;3863;p95"/>
          <p:cNvSpPr txBox="1"/>
          <p:nvPr/>
        </p:nvSpPr>
        <p:spPr>
          <a:xfrm>
            <a:off x="5811838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4" name="Google Shape;3864;p95"/>
          <p:cNvSpPr/>
          <p:nvPr/>
        </p:nvSpPr>
        <p:spPr>
          <a:xfrm>
            <a:off x="6424613" y="4191000"/>
            <a:ext cx="427037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5" name="Google Shape;3865;p95"/>
          <p:cNvSpPr txBox="1"/>
          <p:nvPr/>
        </p:nvSpPr>
        <p:spPr>
          <a:xfrm>
            <a:off x="6527800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6" name="Google Shape;3866;p95"/>
          <p:cNvSpPr/>
          <p:nvPr/>
        </p:nvSpPr>
        <p:spPr>
          <a:xfrm>
            <a:off x="4989513" y="4191000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7" name="Google Shape;3867;p95"/>
          <p:cNvSpPr txBox="1"/>
          <p:nvPr/>
        </p:nvSpPr>
        <p:spPr>
          <a:xfrm>
            <a:off x="5094288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68" name="Google Shape;3868;p95"/>
          <p:cNvCxnSpPr/>
          <p:nvPr/>
        </p:nvCxnSpPr>
        <p:spPr>
          <a:xfrm flipH="1">
            <a:off x="3273425" y="2557463"/>
            <a:ext cx="82550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9" name="Google Shape;3869;p95"/>
          <p:cNvCxnSpPr/>
          <p:nvPr/>
        </p:nvCxnSpPr>
        <p:spPr>
          <a:xfrm flipH="1">
            <a:off x="5340350" y="3468688"/>
            <a:ext cx="469900" cy="768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0" name="Google Shape;3870;p95"/>
          <p:cNvCxnSpPr/>
          <p:nvPr/>
        </p:nvCxnSpPr>
        <p:spPr>
          <a:xfrm>
            <a:off x="6018213" y="3489325"/>
            <a:ext cx="442912" cy="8112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1" name="Google Shape;3871;p95"/>
          <p:cNvCxnSpPr/>
          <p:nvPr/>
        </p:nvCxnSpPr>
        <p:spPr>
          <a:xfrm>
            <a:off x="4454525" y="2574925"/>
            <a:ext cx="1249363" cy="701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72" name="Google Shape;3872;p95"/>
          <p:cNvGrpSpPr/>
          <p:nvPr/>
        </p:nvGrpSpPr>
        <p:grpSpPr>
          <a:xfrm>
            <a:off x="5683250" y="5416550"/>
            <a:ext cx="428625" cy="569913"/>
            <a:chOff x="2400" y="864"/>
            <a:chExt cx="432" cy="554"/>
          </a:xfrm>
        </p:grpSpPr>
        <p:sp>
          <p:nvSpPr>
            <p:cNvPr id="3873" name="Google Shape;3873;p95"/>
            <p:cNvSpPr/>
            <p:nvPr/>
          </p:nvSpPr>
          <p:spPr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4" name="Google Shape;3874;p95"/>
            <p:cNvSpPr txBox="1"/>
            <p:nvPr/>
          </p:nvSpPr>
          <p:spPr>
            <a:xfrm>
              <a:off x="2502" y="973"/>
              <a:ext cx="186" cy="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75" name="Google Shape;3875;p95"/>
          <p:cNvGrpSpPr/>
          <p:nvPr/>
        </p:nvGrpSpPr>
        <p:grpSpPr>
          <a:xfrm>
            <a:off x="4252913" y="5416550"/>
            <a:ext cx="428625" cy="569913"/>
            <a:chOff x="2400" y="864"/>
            <a:chExt cx="432" cy="554"/>
          </a:xfrm>
        </p:grpSpPr>
        <p:sp>
          <p:nvSpPr>
            <p:cNvPr id="3876" name="Google Shape;3876;p95"/>
            <p:cNvSpPr/>
            <p:nvPr/>
          </p:nvSpPr>
          <p:spPr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7" name="Google Shape;3877;p95"/>
            <p:cNvSpPr txBox="1"/>
            <p:nvPr/>
          </p:nvSpPr>
          <p:spPr>
            <a:xfrm>
              <a:off x="2504" y="973"/>
              <a:ext cx="186" cy="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78" name="Google Shape;3878;p95"/>
          <p:cNvGrpSpPr/>
          <p:nvPr/>
        </p:nvGrpSpPr>
        <p:grpSpPr>
          <a:xfrm>
            <a:off x="4568825" y="4694238"/>
            <a:ext cx="1150938" cy="801687"/>
            <a:chOff x="896" y="1363"/>
            <a:chExt cx="1156" cy="778"/>
          </a:xfrm>
        </p:grpSpPr>
        <p:cxnSp>
          <p:nvCxnSpPr>
            <p:cNvPr id="3879" name="Google Shape;3879;p95"/>
            <p:cNvCxnSpPr/>
            <p:nvPr/>
          </p:nvCxnSpPr>
          <p:spPr>
            <a:xfrm flipH="1">
              <a:off x="896" y="1363"/>
              <a:ext cx="534" cy="7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0" name="Google Shape;3880;p95"/>
            <p:cNvCxnSpPr/>
            <p:nvPr/>
          </p:nvCxnSpPr>
          <p:spPr>
            <a:xfrm>
              <a:off x="1674" y="1378"/>
              <a:ext cx="378" cy="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81" name="Google Shape;3881;p95"/>
          <p:cNvSpPr txBox="1"/>
          <p:nvPr/>
        </p:nvSpPr>
        <p:spPr>
          <a:xfrm>
            <a:off x="4946650" y="2514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2" name="Google Shape;3882;p95"/>
          <p:cNvSpPr txBox="1"/>
          <p:nvPr/>
        </p:nvSpPr>
        <p:spPr>
          <a:xfrm>
            <a:off x="3390900" y="25146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3" name="Google Shape;3883;p95"/>
          <p:cNvSpPr txBox="1"/>
          <p:nvPr/>
        </p:nvSpPr>
        <p:spPr>
          <a:xfrm>
            <a:off x="5295900" y="3581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4" name="Google Shape;3884;p95"/>
          <p:cNvSpPr txBox="1"/>
          <p:nvPr/>
        </p:nvSpPr>
        <p:spPr>
          <a:xfrm>
            <a:off x="6242050" y="3657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5" name="Google Shape;3885;p95"/>
          <p:cNvSpPr txBox="1"/>
          <p:nvPr/>
        </p:nvSpPr>
        <p:spPr>
          <a:xfrm>
            <a:off x="4532313" y="4724400"/>
            <a:ext cx="338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6" name="Google Shape;3886;p95"/>
          <p:cNvSpPr txBox="1"/>
          <p:nvPr/>
        </p:nvSpPr>
        <p:spPr>
          <a:xfrm>
            <a:off x="5480050" y="4724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7" name="Google Shape;3887;p95"/>
          <p:cNvSpPr txBox="1"/>
          <p:nvPr/>
        </p:nvSpPr>
        <p:spPr>
          <a:xfrm>
            <a:off x="2355850" y="3048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8" name="Google Shape;3888;p95"/>
          <p:cNvSpPr txBox="1"/>
          <p:nvPr/>
        </p:nvSpPr>
        <p:spPr>
          <a:xfrm>
            <a:off x="6318250" y="29718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9" name="Google Shape;3889;p95"/>
          <p:cNvSpPr txBox="1"/>
          <p:nvPr/>
        </p:nvSpPr>
        <p:spPr>
          <a:xfrm>
            <a:off x="7004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0" name="Google Shape;3890;p95"/>
          <p:cNvSpPr txBox="1"/>
          <p:nvPr/>
        </p:nvSpPr>
        <p:spPr>
          <a:xfrm>
            <a:off x="4337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1" name="Google Shape;3891;p95"/>
          <p:cNvSpPr txBox="1"/>
          <p:nvPr/>
        </p:nvSpPr>
        <p:spPr>
          <a:xfrm>
            <a:off x="3575050" y="54102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2" name="Google Shape;3892;p95"/>
          <p:cNvSpPr txBox="1"/>
          <p:nvPr/>
        </p:nvSpPr>
        <p:spPr>
          <a:xfrm>
            <a:off x="6242050" y="54102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93" name="Google Shape;3893;p95"/>
          <p:cNvCxnSpPr/>
          <p:nvPr/>
        </p:nvCxnSpPr>
        <p:spPr>
          <a:xfrm flipH="1">
            <a:off x="2127250" y="3429000"/>
            <a:ext cx="82550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4" name="Google Shape;3894;p95"/>
          <p:cNvCxnSpPr/>
          <p:nvPr/>
        </p:nvCxnSpPr>
        <p:spPr>
          <a:xfrm>
            <a:off x="3194050" y="3505200"/>
            <a:ext cx="442913" cy="8112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5" name="Google Shape;3895;p95"/>
          <p:cNvSpPr/>
          <p:nvPr/>
        </p:nvSpPr>
        <p:spPr>
          <a:xfrm>
            <a:off x="1822450" y="4038600"/>
            <a:ext cx="430213" cy="444500"/>
          </a:xfrm>
          <a:prstGeom prst="ellipse">
            <a:avLst/>
          </a:prstGeom>
          <a:solidFill>
            <a:schemeClr val="hlink">
              <a:alpha val="49411"/>
            </a:scheme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6" name="Google Shape;3896;p95"/>
          <p:cNvSpPr txBox="1"/>
          <p:nvPr/>
        </p:nvSpPr>
        <p:spPr>
          <a:xfrm>
            <a:off x="2127250" y="3505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7" name="Google Shape;3897;p95"/>
          <p:cNvSpPr txBox="1"/>
          <p:nvPr/>
        </p:nvSpPr>
        <p:spPr>
          <a:xfrm>
            <a:off x="3346450" y="3581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8" name="Google Shape;3898;p95"/>
          <p:cNvSpPr/>
          <p:nvPr/>
        </p:nvSpPr>
        <p:spPr>
          <a:xfrm>
            <a:off x="3498850" y="4343400"/>
            <a:ext cx="430213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0C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9" name="Google Shape;3899;p95"/>
          <p:cNvSpPr txBox="1"/>
          <p:nvPr/>
        </p:nvSpPr>
        <p:spPr>
          <a:xfrm>
            <a:off x="2889250" y="43434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0" name="Google Shape;3900;p95"/>
          <p:cNvSpPr txBox="1"/>
          <p:nvPr/>
        </p:nvSpPr>
        <p:spPr>
          <a:xfrm>
            <a:off x="1289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1" name="Google Shape;3901;p95"/>
          <p:cNvSpPr txBox="1"/>
          <p:nvPr/>
        </p:nvSpPr>
        <p:spPr>
          <a:xfrm>
            <a:off x="685800" y="5410200"/>
            <a:ext cx="2514600" cy="7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[x] = g(n)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cost of node n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2" name="Google Shape;3902;p95"/>
          <p:cNvSpPr txBox="1"/>
          <p:nvPr/>
        </p:nvSpPr>
        <p:spPr>
          <a:xfrm>
            <a:off x="1371600" y="4572000"/>
            <a:ext cx="1447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state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3" name="Google Shape;3903;p95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7" name="Shape 3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" name="Google Shape;3908;p96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09" name="Google Shape;3909;p96"/>
          <p:cNvGrpSpPr/>
          <p:nvPr/>
        </p:nvGrpSpPr>
        <p:grpSpPr>
          <a:xfrm>
            <a:off x="2355850" y="2209800"/>
            <a:ext cx="4502150" cy="1411288"/>
            <a:chOff x="1484" y="1392"/>
            <a:chExt cx="2836" cy="889"/>
          </a:xfrm>
        </p:grpSpPr>
        <p:sp>
          <p:nvSpPr>
            <p:cNvPr id="3910" name="Google Shape;3910;p96"/>
            <p:cNvSpPr/>
            <p:nvPr/>
          </p:nvSpPr>
          <p:spPr>
            <a:xfrm>
              <a:off x="2571" y="1392"/>
              <a:ext cx="271" cy="280"/>
            </a:xfrm>
            <a:prstGeom prst="ellipse">
              <a:avLst/>
            </a:prstGeom>
            <a:solidFill>
              <a:schemeClr val="accent2">
                <a:alpha val="49411"/>
              </a:scheme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1" name="Google Shape;3911;p96"/>
            <p:cNvSpPr txBox="1"/>
            <p:nvPr/>
          </p:nvSpPr>
          <p:spPr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2" name="Google Shape;3912;p96"/>
            <p:cNvSpPr/>
            <p:nvPr/>
          </p:nvSpPr>
          <p:spPr>
            <a:xfrm>
              <a:off x="1820" y="1922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3" name="Google Shape;3913;p96"/>
            <p:cNvSpPr txBox="1"/>
            <p:nvPr/>
          </p:nvSpPr>
          <p:spPr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4" name="Google Shape;3914;p96"/>
            <p:cNvSpPr/>
            <p:nvPr/>
          </p:nvSpPr>
          <p:spPr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5" name="Google Shape;3915;p96"/>
            <p:cNvSpPr txBox="1"/>
            <p:nvPr/>
          </p:nvSpPr>
          <p:spPr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16" name="Google Shape;3916;p96"/>
            <p:cNvCxnSpPr/>
            <p:nvPr/>
          </p:nvCxnSpPr>
          <p:spPr>
            <a:xfrm flipH="1">
              <a:off x="2062" y="1611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7" name="Google Shape;3917;p96"/>
            <p:cNvCxnSpPr/>
            <p:nvPr/>
          </p:nvCxnSpPr>
          <p:spPr>
            <a:xfrm>
              <a:off x="2806" y="1622"/>
              <a:ext cx="787" cy="4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8" name="Google Shape;3918;p96"/>
            <p:cNvSpPr txBox="1"/>
            <p:nvPr/>
          </p:nvSpPr>
          <p:spPr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9" name="Google Shape;3919;p96"/>
            <p:cNvSpPr txBox="1"/>
            <p:nvPr/>
          </p:nvSpPr>
          <p:spPr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0" name="Google Shape;3920;p96"/>
            <p:cNvSpPr txBox="1"/>
            <p:nvPr/>
          </p:nvSpPr>
          <p:spPr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1" name="Google Shape;3921;p96"/>
            <p:cNvSpPr txBox="1"/>
            <p:nvPr/>
          </p:nvSpPr>
          <p:spPr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922" name="Google Shape;3922;p96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6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9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8" name="Google Shape;3928;p97"/>
          <p:cNvSpPr/>
          <p:nvPr/>
        </p:nvSpPr>
        <p:spPr>
          <a:xfrm>
            <a:off x="4081463" y="2209800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9" name="Google Shape;3929;p97"/>
          <p:cNvSpPr txBox="1"/>
          <p:nvPr/>
        </p:nvSpPr>
        <p:spPr>
          <a:xfrm>
            <a:off x="4184650" y="2322513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0" name="Google Shape;3930;p97"/>
          <p:cNvSpPr/>
          <p:nvPr/>
        </p:nvSpPr>
        <p:spPr>
          <a:xfrm>
            <a:off x="2889250" y="3051175"/>
            <a:ext cx="427038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1" name="Google Shape;3931;p97"/>
          <p:cNvSpPr txBox="1"/>
          <p:nvPr/>
        </p:nvSpPr>
        <p:spPr>
          <a:xfrm>
            <a:off x="2990850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2" name="Google Shape;3932;p97"/>
          <p:cNvSpPr/>
          <p:nvPr/>
        </p:nvSpPr>
        <p:spPr>
          <a:xfrm>
            <a:off x="5707063" y="3051175"/>
            <a:ext cx="430212" cy="444500"/>
          </a:xfrm>
          <a:prstGeom prst="ellipse">
            <a:avLst/>
          </a:prstGeom>
          <a:solidFill>
            <a:schemeClr val="accent2">
              <a:alpha val="49411"/>
            </a:scheme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3" name="Google Shape;3933;p97"/>
          <p:cNvSpPr txBox="1"/>
          <p:nvPr/>
        </p:nvSpPr>
        <p:spPr>
          <a:xfrm>
            <a:off x="5811838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4" name="Google Shape;3934;p97"/>
          <p:cNvSpPr/>
          <p:nvPr/>
        </p:nvSpPr>
        <p:spPr>
          <a:xfrm>
            <a:off x="6424613" y="4191000"/>
            <a:ext cx="427037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5" name="Google Shape;3935;p97"/>
          <p:cNvSpPr txBox="1"/>
          <p:nvPr/>
        </p:nvSpPr>
        <p:spPr>
          <a:xfrm>
            <a:off x="6527800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6" name="Google Shape;3936;p97"/>
          <p:cNvSpPr/>
          <p:nvPr/>
        </p:nvSpPr>
        <p:spPr>
          <a:xfrm>
            <a:off x="4989513" y="4191000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7" name="Google Shape;3937;p97"/>
          <p:cNvSpPr txBox="1"/>
          <p:nvPr/>
        </p:nvSpPr>
        <p:spPr>
          <a:xfrm>
            <a:off x="5094288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38" name="Google Shape;3938;p97"/>
          <p:cNvCxnSpPr/>
          <p:nvPr/>
        </p:nvCxnSpPr>
        <p:spPr>
          <a:xfrm flipH="1">
            <a:off x="3273425" y="2557463"/>
            <a:ext cx="82550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9" name="Google Shape;3939;p97"/>
          <p:cNvCxnSpPr/>
          <p:nvPr/>
        </p:nvCxnSpPr>
        <p:spPr>
          <a:xfrm flipH="1">
            <a:off x="5340350" y="3468688"/>
            <a:ext cx="469900" cy="768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0" name="Google Shape;3940;p97"/>
          <p:cNvCxnSpPr/>
          <p:nvPr/>
        </p:nvCxnSpPr>
        <p:spPr>
          <a:xfrm>
            <a:off x="6018213" y="3489325"/>
            <a:ext cx="442912" cy="8112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1" name="Google Shape;3941;p97"/>
          <p:cNvCxnSpPr/>
          <p:nvPr/>
        </p:nvCxnSpPr>
        <p:spPr>
          <a:xfrm>
            <a:off x="4454525" y="2574925"/>
            <a:ext cx="1249363" cy="701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2" name="Google Shape;3942;p97"/>
          <p:cNvSpPr txBox="1"/>
          <p:nvPr/>
        </p:nvSpPr>
        <p:spPr>
          <a:xfrm>
            <a:off x="4946650" y="2514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3" name="Google Shape;3943;p97"/>
          <p:cNvSpPr txBox="1"/>
          <p:nvPr/>
        </p:nvSpPr>
        <p:spPr>
          <a:xfrm>
            <a:off x="3390900" y="25146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4" name="Google Shape;3944;p97"/>
          <p:cNvSpPr txBox="1"/>
          <p:nvPr/>
        </p:nvSpPr>
        <p:spPr>
          <a:xfrm>
            <a:off x="5295900" y="3581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5" name="Google Shape;3945;p97"/>
          <p:cNvSpPr txBox="1"/>
          <p:nvPr/>
        </p:nvSpPr>
        <p:spPr>
          <a:xfrm>
            <a:off x="6242050" y="3657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6" name="Google Shape;3946;p97"/>
          <p:cNvSpPr txBox="1"/>
          <p:nvPr/>
        </p:nvSpPr>
        <p:spPr>
          <a:xfrm>
            <a:off x="2355850" y="3048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7" name="Google Shape;3947;p97"/>
          <p:cNvSpPr txBox="1"/>
          <p:nvPr/>
        </p:nvSpPr>
        <p:spPr>
          <a:xfrm>
            <a:off x="6318250" y="29718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8" name="Google Shape;3948;p97"/>
          <p:cNvSpPr txBox="1"/>
          <p:nvPr/>
        </p:nvSpPr>
        <p:spPr>
          <a:xfrm>
            <a:off x="7004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9" name="Google Shape;3949;p97"/>
          <p:cNvSpPr txBox="1"/>
          <p:nvPr/>
        </p:nvSpPr>
        <p:spPr>
          <a:xfrm>
            <a:off x="4337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b="0" i="0" sz="2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0" name="Google Shape;3950;p97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p9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6" name="Google Shape;3956;p98"/>
          <p:cNvSpPr/>
          <p:nvPr/>
        </p:nvSpPr>
        <p:spPr>
          <a:xfrm>
            <a:off x="4081463" y="2209800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7" name="Google Shape;3957;p98"/>
          <p:cNvSpPr txBox="1"/>
          <p:nvPr/>
        </p:nvSpPr>
        <p:spPr>
          <a:xfrm>
            <a:off x="4184650" y="2322513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8" name="Google Shape;3958;p98"/>
          <p:cNvSpPr/>
          <p:nvPr/>
        </p:nvSpPr>
        <p:spPr>
          <a:xfrm>
            <a:off x="2889250" y="3051175"/>
            <a:ext cx="427038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9" name="Google Shape;3959;p98"/>
          <p:cNvSpPr txBox="1"/>
          <p:nvPr/>
        </p:nvSpPr>
        <p:spPr>
          <a:xfrm>
            <a:off x="2990850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0" name="Google Shape;3960;p98"/>
          <p:cNvSpPr/>
          <p:nvPr/>
        </p:nvSpPr>
        <p:spPr>
          <a:xfrm>
            <a:off x="5707063" y="3051175"/>
            <a:ext cx="430212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1" name="Google Shape;3961;p98"/>
          <p:cNvSpPr txBox="1"/>
          <p:nvPr/>
        </p:nvSpPr>
        <p:spPr>
          <a:xfrm>
            <a:off x="5811838" y="316388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2" name="Google Shape;3962;p98"/>
          <p:cNvSpPr/>
          <p:nvPr/>
        </p:nvSpPr>
        <p:spPr>
          <a:xfrm>
            <a:off x="6424613" y="4191000"/>
            <a:ext cx="427037" cy="444500"/>
          </a:xfrm>
          <a:prstGeom prst="ellipse">
            <a:avLst/>
          </a:prstGeom>
          <a:solidFill>
            <a:srgbClr val="C0C0C0">
              <a:alpha val="49411"/>
            </a:srgb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3" name="Google Shape;3963;p98"/>
          <p:cNvSpPr txBox="1"/>
          <p:nvPr/>
        </p:nvSpPr>
        <p:spPr>
          <a:xfrm>
            <a:off x="6527800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4" name="Google Shape;3964;p98"/>
          <p:cNvSpPr/>
          <p:nvPr/>
        </p:nvSpPr>
        <p:spPr>
          <a:xfrm>
            <a:off x="4989513" y="4191000"/>
            <a:ext cx="430212" cy="444500"/>
          </a:xfrm>
          <a:prstGeom prst="ellipse">
            <a:avLst/>
          </a:prstGeom>
          <a:solidFill>
            <a:schemeClr val="accent2">
              <a:alpha val="49411"/>
            </a:schemeClr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5" name="Google Shape;3965;p98"/>
          <p:cNvSpPr txBox="1"/>
          <p:nvPr/>
        </p:nvSpPr>
        <p:spPr>
          <a:xfrm>
            <a:off x="5094288" y="4305300"/>
            <a:ext cx="18415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66" name="Google Shape;3966;p98"/>
          <p:cNvCxnSpPr/>
          <p:nvPr/>
        </p:nvCxnSpPr>
        <p:spPr>
          <a:xfrm flipH="1">
            <a:off x="3273425" y="2557463"/>
            <a:ext cx="82550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7" name="Google Shape;3967;p98"/>
          <p:cNvCxnSpPr/>
          <p:nvPr/>
        </p:nvCxnSpPr>
        <p:spPr>
          <a:xfrm flipH="1">
            <a:off x="5340350" y="3468688"/>
            <a:ext cx="469900" cy="768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8" name="Google Shape;3968;p98"/>
          <p:cNvCxnSpPr/>
          <p:nvPr/>
        </p:nvCxnSpPr>
        <p:spPr>
          <a:xfrm>
            <a:off x="6018213" y="3489325"/>
            <a:ext cx="442912" cy="8112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9" name="Google Shape;3969;p98"/>
          <p:cNvCxnSpPr/>
          <p:nvPr/>
        </p:nvCxnSpPr>
        <p:spPr>
          <a:xfrm>
            <a:off x="4454525" y="2574925"/>
            <a:ext cx="1249363" cy="701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70" name="Google Shape;3970;p98"/>
          <p:cNvGrpSpPr/>
          <p:nvPr/>
        </p:nvGrpSpPr>
        <p:grpSpPr>
          <a:xfrm>
            <a:off x="5683250" y="5416550"/>
            <a:ext cx="428625" cy="569913"/>
            <a:chOff x="2400" y="864"/>
            <a:chExt cx="432" cy="554"/>
          </a:xfrm>
        </p:grpSpPr>
        <p:sp>
          <p:nvSpPr>
            <p:cNvPr id="3971" name="Google Shape;3971;p98"/>
            <p:cNvSpPr/>
            <p:nvPr/>
          </p:nvSpPr>
          <p:spPr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2" name="Google Shape;3972;p98"/>
            <p:cNvSpPr txBox="1"/>
            <p:nvPr/>
          </p:nvSpPr>
          <p:spPr>
            <a:xfrm>
              <a:off x="2502" y="973"/>
              <a:ext cx="186" cy="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73" name="Google Shape;3973;p98"/>
          <p:cNvGrpSpPr/>
          <p:nvPr/>
        </p:nvGrpSpPr>
        <p:grpSpPr>
          <a:xfrm>
            <a:off x="4252913" y="5416550"/>
            <a:ext cx="428625" cy="569913"/>
            <a:chOff x="2400" y="864"/>
            <a:chExt cx="432" cy="554"/>
          </a:xfrm>
        </p:grpSpPr>
        <p:sp>
          <p:nvSpPr>
            <p:cNvPr id="3974" name="Google Shape;3974;p98"/>
            <p:cNvSpPr/>
            <p:nvPr/>
          </p:nvSpPr>
          <p:spPr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5" name="Google Shape;3975;p98"/>
            <p:cNvSpPr txBox="1"/>
            <p:nvPr/>
          </p:nvSpPr>
          <p:spPr>
            <a:xfrm>
              <a:off x="2504" y="973"/>
              <a:ext cx="186" cy="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76" name="Google Shape;3976;p98"/>
          <p:cNvGrpSpPr/>
          <p:nvPr/>
        </p:nvGrpSpPr>
        <p:grpSpPr>
          <a:xfrm>
            <a:off x="4568825" y="4694238"/>
            <a:ext cx="1150938" cy="801687"/>
            <a:chOff x="896" y="1363"/>
            <a:chExt cx="1156" cy="778"/>
          </a:xfrm>
        </p:grpSpPr>
        <p:cxnSp>
          <p:nvCxnSpPr>
            <p:cNvPr id="3977" name="Google Shape;3977;p98"/>
            <p:cNvCxnSpPr/>
            <p:nvPr/>
          </p:nvCxnSpPr>
          <p:spPr>
            <a:xfrm flipH="1">
              <a:off x="896" y="1363"/>
              <a:ext cx="534" cy="7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8" name="Google Shape;3978;p98"/>
            <p:cNvCxnSpPr/>
            <p:nvPr/>
          </p:nvCxnSpPr>
          <p:spPr>
            <a:xfrm>
              <a:off x="1674" y="1378"/>
              <a:ext cx="378" cy="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79" name="Google Shape;3979;p98"/>
          <p:cNvSpPr txBox="1"/>
          <p:nvPr/>
        </p:nvSpPr>
        <p:spPr>
          <a:xfrm>
            <a:off x="4946650" y="2514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0" name="Google Shape;3980;p98"/>
          <p:cNvSpPr txBox="1"/>
          <p:nvPr/>
        </p:nvSpPr>
        <p:spPr>
          <a:xfrm>
            <a:off x="3390900" y="25146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1" name="Google Shape;3981;p98"/>
          <p:cNvSpPr txBox="1"/>
          <p:nvPr/>
        </p:nvSpPr>
        <p:spPr>
          <a:xfrm>
            <a:off x="5295900" y="3581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2" name="Google Shape;3982;p98"/>
          <p:cNvSpPr txBox="1"/>
          <p:nvPr/>
        </p:nvSpPr>
        <p:spPr>
          <a:xfrm>
            <a:off x="6242050" y="3657600"/>
            <a:ext cx="338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3" name="Google Shape;3983;p98"/>
          <p:cNvSpPr txBox="1"/>
          <p:nvPr/>
        </p:nvSpPr>
        <p:spPr>
          <a:xfrm>
            <a:off x="4532313" y="4724400"/>
            <a:ext cx="338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4" name="Google Shape;3984;p98"/>
          <p:cNvSpPr txBox="1"/>
          <p:nvPr/>
        </p:nvSpPr>
        <p:spPr>
          <a:xfrm>
            <a:off x="5480050" y="4724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5" name="Google Shape;3985;p98"/>
          <p:cNvSpPr txBox="1"/>
          <p:nvPr/>
        </p:nvSpPr>
        <p:spPr>
          <a:xfrm>
            <a:off x="2355850" y="3048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endParaRPr b="0" i="0" sz="2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6" name="Google Shape;3986;p98"/>
          <p:cNvSpPr txBox="1"/>
          <p:nvPr/>
        </p:nvSpPr>
        <p:spPr>
          <a:xfrm>
            <a:off x="6318250" y="29718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7" name="Google Shape;3987;p98"/>
          <p:cNvSpPr txBox="1"/>
          <p:nvPr/>
        </p:nvSpPr>
        <p:spPr>
          <a:xfrm>
            <a:off x="7004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8" name="Google Shape;3988;p98"/>
          <p:cNvSpPr txBox="1"/>
          <p:nvPr/>
        </p:nvSpPr>
        <p:spPr>
          <a:xfrm>
            <a:off x="4337050" y="41910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9" name="Google Shape;3989;p98"/>
          <p:cNvSpPr txBox="1"/>
          <p:nvPr/>
        </p:nvSpPr>
        <p:spPr>
          <a:xfrm>
            <a:off x="3575050" y="54102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0" name="Google Shape;3990;p98"/>
          <p:cNvSpPr txBox="1"/>
          <p:nvPr/>
        </p:nvSpPr>
        <p:spPr>
          <a:xfrm>
            <a:off x="6242050" y="5410200"/>
            <a:ext cx="53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1" name="Google Shape;3991;p98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p9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97" name="Google Shape;3997;p99"/>
          <p:cNvGrpSpPr/>
          <p:nvPr/>
        </p:nvGrpSpPr>
        <p:grpSpPr>
          <a:xfrm>
            <a:off x="1289050" y="2209800"/>
            <a:ext cx="6254750" cy="3776663"/>
            <a:chOff x="812" y="1392"/>
            <a:chExt cx="3940" cy="2379"/>
          </a:xfrm>
        </p:grpSpPr>
        <p:sp>
          <p:nvSpPr>
            <p:cNvPr id="3998" name="Google Shape;3998;p99"/>
            <p:cNvSpPr/>
            <p:nvPr/>
          </p:nvSpPr>
          <p:spPr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9" name="Google Shape;3999;p99"/>
            <p:cNvSpPr txBox="1"/>
            <p:nvPr/>
          </p:nvSpPr>
          <p:spPr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0" name="Google Shape;4000;p99"/>
            <p:cNvSpPr/>
            <p:nvPr/>
          </p:nvSpPr>
          <p:spPr>
            <a:xfrm>
              <a:off x="1820" y="1922"/>
              <a:ext cx="269" cy="280"/>
            </a:xfrm>
            <a:prstGeom prst="ellipse">
              <a:avLst/>
            </a:prstGeom>
            <a:solidFill>
              <a:schemeClr val="accent2">
                <a:alpha val="49411"/>
              </a:scheme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1" name="Google Shape;4001;p99"/>
            <p:cNvSpPr txBox="1"/>
            <p:nvPr/>
          </p:nvSpPr>
          <p:spPr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2" name="Google Shape;4002;p99"/>
            <p:cNvSpPr/>
            <p:nvPr/>
          </p:nvSpPr>
          <p:spPr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3" name="Google Shape;4003;p99"/>
            <p:cNvSpPr txBox="1"/>
            <p:nvPr/>
          </p:nvSpPr>
          <p:spPr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4" name="Google Shape;4004;p99"/>
            <p:cNvSpPr/>
            <p:nvPr/>
          </p:nvSpPr>
          <p:spPr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5" name="Google Shape;4005;p99"/>
            <p:cNvSpPr txBox="1"/>
            <p:nvPr/>
          </p:nvSpPr>
          <p:spPr>
            <a:xfrm>
              <a:off x="4112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6" name="Google Shape;4006;p99"/>
            <p:cNvSpPr/>
            <p:nvPr/>
          </p:nvSpPr>
          <p:spPr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7" name="Google Shape;4007;p99"/>
            <p:cNvSpPr txBox="1"/>
            <p:nvPr/>
          </p:nvSpPr>
          <p:spPr>
            <a:xfrm>
              <a:off x="3209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08" name="Google Shape;4008;p99"/>
            <p:cNvCxnSpPr/>
            <p:nvPr/>
          </p:nvCxnSpPr>
          <p:spPr>
            <a:xfrm flipH="1">
              <a:off x="2062" y="1611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9" name="Google Shape;4009;p99"/>
            <p:cNvCxnSpPr/>
            <p:nvPr/>
          </p:nvCxnSpPr>
          <p:spPr>
            <a:xfrm flipH="1">
              <a:off x="3364" y="2185"/>
              <a:ext cx="296" cy="4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0" name="Google Shape;4010;p99"/>
            <p:cNvCxnSpPr/>
            <p:nvPr/>
          </p:nvCxnSpPr>
          <p:spPr>
            <a:xfrm>
              <a:off x="3791" y="219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1" name="Google Shape;4011;p99"/>
            <p:cNvCxnSpPr/>
            <p:nvPr/>
          </p:nvCxnSpPr>
          <p:spPr>
            <a:xfrm>
              <a:off x="2806" y="1622"/>
              <a:ext cx="787" cy="4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12" name="Google Shape;4012;p99"/>
            <p:cNvGrpSpPr/>
            <p:nvPr/>
          </p:nvGrpSpPr>
          <p:grpSpPr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4013" name="Google Shape;4013;p99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14" name="Google Shape;4014;p99"/>
              <p:cNvSpPr txBox="1"/>
              <p:nvPr/>
            </p:nvSpPr>
            <p:spPr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15" name="Google Shape;4015;p99"/>
            <p:cNvGrpSpPr/>
            <p:nvPr/>
          </p:nvGrpSpPr>
          <p:grpSpPr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4016" name="Google Shape;4016;p99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17" name="Google Shape;4017;p99"/>
              <p:cNvSpPr txBox="1"/>
              <p:nvPr/>
            </p:nvSpPr>
            <p:spPr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18" name="Google Shape;4018;p99"/>
            <p:cNvGrpSpPr/>
            <p:nvPr/>
          </p:nvGrpSpPr>
          <p:grpSpPr>
            <a:xfrm>
              <a:off x="2878" y="2957"/>
              <a:ext cx="725" cy="505"/>
              <a:chOff x="896" y="1363"/>
              <a:chExt cx="1156" cy="778"/>
            </a:xfrm>
          </p:grpSpPr>
          <p:cxnSp>
            <p:nvCxnSpPr>
              <p:cNvPr id="4019" name="Google Shape;4019;p99"/>
              <p:cNvCxnSpPr/>
              <p:nvPr/>
            </p:nvCxnSpPr>
            <p:spPr>
              <a:xfrm flipH="1">
                <a:off x="896" y="1363"/>
                <a:ext cx="534" cy="7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0" name="Google Shape;4020;p99"/>
              <p:cNvCxnSpPr/>
              <p:nvPr/>
            </p:nvCxnSpPr>
            <p:spPr>
              <a:xfrm>
                <a:off x="1674" y="1378"/>
                <a:ext cx="378" cy="7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21" name="Google Shape;4021;p99"/>
            <p:cNvSpPr txBox="1"/>
            <p:nvPr/>
          </p:nvSpPr>
          <p:spPr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2" name="Google Shape;4022;p99"/>
            <p:cNvSpPr txBox="1"/>
            <p:nvPr/>
          </p:nvSpPr>
          <p:spPr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3" name="Google Shape;4023;p99"/>
            <p:cNvSpPr txBox="1"/>
            <p:nvPr/>
          </p:nvSpPr>
          <p:spPr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4" name="Google Shape;4024;p99"/>
            <p:cNvSpPr txBox="1"/>
            <p:nvPr/>
          </p:nvSpPr>
          <p:spPr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5" name="Google Shape;4025;p99"/>
            <p:cNvSpPr txBox="1"/>
            <p:nvPr/>
          </p:nvSpPr>
          <p:spPr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6" name="Google Shape;4026;p99"/>
            <p:cNvSpPr txBox="1"/>
            <p:nvPr/>
          </p:nvSpPr>
          <p:spPr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7" name="Google Shape;4027;p99"/>
            <p:cNvSpPr txBox="1"/>
            <p:nvPr/>
          </p:nvSpPr>
          <p:spPr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8" name="Google Shape;4028;p99"/>
            <p:cNvSpPr txBox="1"/>
            <p:nvPr/>
          </p:nvSpPr>
          <p:spPr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9" name="Google Shape;4029;p99"/>
            <p:cNvSpPr txBox="1"/>
            <p:nvPr/>
          </p:nvSpPr>
          <p:spPr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0" name="Google Shape;4030;p99"/>
            <p:cNvSpPr txBox="1"/>
            <p:nvPr/>
          </p:nvSpPr>
          <p:spPr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1" name="Google Shape;4031;p99"/>
            <p:cNvSpPr txBox="1"/>
            <p:nvPr/>
          </p:nvSpPr>
          <p:spPr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2" name="Google Shape;4032;p99"/>
            <p:cNvSpPr txBox="1"/>
            <p:nvPr/>
          </p:nvSpPr>
          <p:spPr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[8]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33" name="Google Shape;4033;p99"/>
            <p:cNvCxnSpPr/>
            <p:nvPr/>
          </p:nvCxnSpPr>
          <p:spPr>
            <a:xfrm flipH="1">
              <a:off x="1340" y="2160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4" name="Google Shape;4034;p99"/>
            <p:cNvCxnSpPr/>
            <p:nvPr/>
          </p:nvCxnSpPr>
          <p:spPr>
            <a:xfrm>
              <a:off x="2012" y="220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35" name="Google Shape;4035;p99"/>
            <p:cNvSpPr/>
            <p:nvPr/>
          </p:nvSpPr>
          <p:spPr>
            <a:xfrm>
              <a:off x="1148" y="2544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6" name="Google Shape;4036;p99"/>
            <p:cNvSpPr txBox="1"/>
            <p:nvPr/>
          </p:nvSpPr>
          <p:spPr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7" name="Google Shape;4037;p99"/>
            <p:cNvSpPr txBox="1"/>
            <p:nvPr/>
          </p:nvSpPr>
          <p:spPr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8" name="Google Shape;4038;p99"/>
            <p:cNvSpPr/>
            <p:nvPr/>
          </p:nvSpPr>
          <p:spPr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9" name="Google Shape;4039;p99"/>
            <p:cNvSpPr txBox="1"/>
            <p:nvPr/>
          </p:nvSpPr>
          <p:spPr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0" name="Google Shape;4040;p99"/>
            <p:cNvSpPr txBox="1"/>
            <p:nvPr/>
          </p:nvSpPr>
          <p:spPr>
            <a:xfrm>
              <a:off x="812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041" name="Google Shape;4041;p99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5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10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47" name="Google Shape;4047;p100"/>
          <p:cNvGrpSpPr/>
          <p:nvPr/>
        </p:nvGrpSpPr>
        <p:grpSpPr>
          <a:xfrm>
            <a:off x="533400" y="2209800"/>
            <a:ext cx="7010400" cy="3776663"/>
            <a:chOff x="336" y="1392"/>
            <a:chExt cx="4416" cy="2379"/>
          </a:xfrm>
        </p:grpSpPr>
        <p:sp>
          <p:nvSpPr>
            <p:cNvPr id="4048" name="Google Shape;4048;p100"/>
            <p:cNvSpPr/>
            <p:nvPr/>
          </p:nvSpPr>
          <p:spPr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9" name="Google Shape;4049;p100"/>
            <p:cNvSpPr txBox="1"/>
            <p:nvPr/>
          </p:nvSpPr>
          <p:spPr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0" name="Google Shape;4050;p100"/>
            <p:cNvSpPr/>
            <p:nvPr/>
          </p:nvSpPr>
          <p:spPr>
            <a:xfrm>
              <a:off x="1820" y="1922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1" name="Google Shape;4051;p100"/>
            <p:cNvSpPr txBox="1"/>
            <p:nvPr/>
          </p:nvSpPr>
          <p:spPr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2" name="Google Shape;4052;p100"/>
            <p:cNvSpPr/>
            <p:nvPr/>
          </p:nvSpPr>
          <p:spPr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3" name="Google Shape;4053;p100"/>
            <p:cNvSpPr txBox="1"/>
            <p:nvPr/>
          </p:nvSpPr>
          <p:spPr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4" name="Google Shape;4054;p100"/>
            <p:cNvSpPr/>
            <p:nvPr/>
          </p:nvSpPr>
          <p:spPr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5" name="Google Shape;4055;p100"/>
            <p:cNvSpPr txBox="1"/>
            <p:nvPr/>
          </p:nvSpPr>
          <p:spPr>
            <a:xfrm>
              <a:off x="4112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6" name="Google Shape;4056;p100"/>
            <p:cNvSpPr/>
            <p:nvPr/>
          </p:nvSpPr>
          <p:spPr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7" name="Google Shape;4057;p100"/>
            <p:cNvSpPr txBox="1"/>
            <p:nvPr/>
          </p:nvSpPr>
          <p:spPr>
            <a:xfrm>
              <a:off x="3209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58" name="Google Shape;4058;p100"/>
            <p:cNvCxnSpPr/>
            <p:nvPr/>
          </p:nvCxnSpPr>
          <p:spPr>
            <a:xfrm flipH="1">
              <a:off x="2062" y="1611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9" name="Google Shape;4059;p100"/>
            <p:cNvCxnSpPr/>
            <p:nvPr/>
          </p:nvCxnSpPr>
          <p:spPr>
            <a:xfrm flipH="1">
              <a:off x="3364" y="2185"/>
              <a:ext cx="296" cy="4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0" name="Google Shape;4060;p100"/>
            <p:cNvCxnSpPr/>
            <p:nvPr/>
          </p:nvCxnSpPr>
          <p:spPr>
            <a:xfrm>
              <a:off x="3791" y="219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1" name="Google Shape;4061;p100"/>
            <p:cNvCxnSpPr/>
            <p:nvPr/>
          </p:nvCxnSpPr>
          <p:spPr>
            <a:xfrm>
              <a:off x="2806" y="1622"/>
              <a:ext cx="787" cy="4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62" name="Google Shape;4062;p100"/>
            <p:cNvGrpSpPr/>
            <p:nvPr/>
          </p:nvGrpSpPr>
          <p:grpSpPr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4063" name="Google Shape;4063;p100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4" name="Google Shape;4064;p100"/>
              <p:cNvSpPr txBox="1"/>
              <p:nvPr/>
            </p:nvSpPr>
            <p:spPr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65" name="Google Shape;4065;p100"/>
            <p:cNvGrpSpPr/>
            <p:nvPr/>
          </p:nvGrpSpPr>
          <p:grpSpPr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4066" name="Google Shape;4066;p100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7" name="Google Shape;4067;p100"/>
              <p:cNvSpPr txBox="1"/>
              <p:nvPr/>
            </p:nvSpPr>
            <p:spPr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068" name="Google Shape;4068;p100"/>
            <p:cNvGrpSpPr/>
            <p:nvPr/>
          </p:nvGrpSpPr>
          <p:grpSpPr>
            <a:xfrm>
              <a:off x="2878" y="2957"/>
              <a:ext cx="725" cy="505"/>
              <a:chOff x="896" y="1363"/>
              <a:chExt cx="1156" cy="778"/>
            </a:xfrm>
          </p:grpSpPr>
          <p:cxnSp>
            <p:nvCxnSpPr>
              <p:cNvPr id="4069" name="Google Shape;4069;p100"/>
              <p:cNvCxnSpPr/>
              <p:nvPr/>
            </p:nvCxnSpPr>
            <p:spPr>
              <a:xfrm flipH="1">
                <a:off x="896" y="1363"/>
                <a:ext cx="534" cy="7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0" name="Google Shape;4070;p100"/>
              <p:cNvCxnSpPr/>
              <p:nvPr/>
            </p:nvCxnSpPr>
            <p:spPr>
              <a:xfrm>
                <a:off x="1674" y="1378"/>
                <a:ext cx="378" cy="7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71" name="Google Shape;4071;p100"/>
            <p:cNvSpPr txBox="1"/>
            <p:nvPr/>
          </p:nvSpPr>
          <p:spPr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2" name="Google Shape;4072;p100"/>
            <p:cNvSpPr txBox="1"/>
            <p:nvPr/>
          </p:nvSpPr>
          <p:spPr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3" name="Google Shape;4073;p100"/>
            <p:cNvSpPr txBox="1"/>
            <p:nvPr/>
          </p:nvSpPr>
          <p:spPr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4" name="Google Shape;4074;p100"/>
            <p:cNvSpPr txBox="1"/>
            <p:nvPr/>
          </p:nvSpPr>
          <p:spPr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5" name="Google Shape;4075;p100"/>
            <p:cNvSpPr txBox="1"/>
            <p:nvPr/>
          </p:nvSpPr>
          <p:spPr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6" name="Google Shape;4076;p100"/>
            <p:cNvSpPr txBox="1"/>
            <p:nvPr/>
          </p:nvSpPr>
          <p:spPr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7" name="Google Shape;4077;p100"/>
            <p:cNvSpPr txBox="1"/>
            <p:nvPr/>
          </p:nvSpPr>
          <p:spPr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8" name="Google Shape;4078;p100"/>
            <p:cNvSpPr txBox="1"/>
            <p:nvPr/>
          </p:nvSpPr>
          <p:spPr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9" name="Google Shape;4079;p100"/>
            <p:cNvSpPr txBox="1"/>
            <p:nvPr/>
          </p:nvSpPr>
          <p:spPr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0" name="Google Shape;4080;p100"/>
            <p:cNvSpPr txBox="1"/>
            <p:nvPr/>
          </p:nvSpPr>
          <p:spPr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1" name="Google Shape;4081;p100"/>
            <p:cNvSpPr txBox="1"/>
            <p:nvPr/>
          </p:nvSpPr>
          <p:spPr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2" name="Google Shape;4082;p100"/>
            <p:cNvSpPr txBox="1"/>
            <p:nvPr/>
          </p:nvSpPr>
          <p:spPr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[8]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83" name="Google Shape;4083;p100"/>
            <p:cNvCxnSpPr/>
            <p:nvPr/>
          </p:nvCxnSpPr>
          <p:spPr>
            <a:xfrm flipH="1">
              <a:off x="1340" y="2160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4" name="Google Shape;4084;p100"/>
            <p:cNvCxnSpPr/>
            <p:nvPr/>
          </p:nvCxnSpPr>
          <p:spPr>
            <a:xfrm>
              <a:off x="2012" y="220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85" name="Google Shape;4085;p100"/>
            <p:cNvSpPr/>
            <p:nvPr/>
          </p:nvSpPr>
          <p:spPr>
            <a:xfrm>
              <a:off x="1148" y="2544"/>
              <a:ext cx="271" cy="280"/>
            </a:xfrm>
            <a:prstGeom prst="ellipse">
              <a:avLst/>
            </a:prstGeom>
            <a:solidFill>
              <a:schemeClr val="hlink">
                <a:alpha val="49411"/>
              </a:scheme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6" name="Google Shape;4086;p100"/>
            <p:cNvSpPr txBox="1"/>
            <p:nvPr/>
          </p:nvSpPr>
          <p:spPr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7" name="Google Shape;4087;p100"/>
            <p:cNvSpPr txBox="1"/>
            <p:nvPr/>
          </p:nvSpPr>
          <p:spPr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8" name="Google Shape;4088;p100"/>
            <p:cNvSpPr/>
            <p:nvPr/>
          </p:nvSpPr>
          <p:spPr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9" name="Google Shape;4089;p100"/>
            <p:cNvSpPr txBox="1"/>
            <p:nvPr/>
          </p:nvSpPr>
          <p:spPr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0" name="Google Shape;4090;p100"/>
            <p:cNvSpPr txBox="1"/>
            <p:nvPr/>
          </p:nvSpPr>
          <p:spPr>
            <a:xfrm>
              <a:off x="336" y="2084"/>
              <a:ext cx="960" cy="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Goal state path cost g(n)=[6]</a:t>
              </a:r>
              <a:endParaRPr b="0" i="0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091" name="Google Shape;4091;p100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5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10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97" name="Google Shape;4097;p101"/>
          <p:cNvGrpSpPr/>
          <p:nvPr/>
        </p:nvGrpSpPr>
        <p:grpSpPr>
          <a:xfrm>
            <a:off x="1289050" y="2209800"/>
            <a:ext cx="6254750" cy="3776663"/>
            <a:chOff x="576" y="1392"/>
            <a:chExt cx="3940" cy="2379"/>
          </a:xfrm>
        </p:grpSpPr>
        <p:sp>
          <p:nvSpPr>
            <p:cNvPr id="4098" name="Google Shape;4098;p101"/>
            <p:cNvSpPr/>
            <p:nvPr/>
          </p:nvSpPr>
          <p:spPr>
            <a:xfrm>
              <a:off x="2335" y="139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9" name="Google Shape;4099;p101"/>
            <p:cNvSpPr txBox="1"/>
            <p:nvPr/>
          </p:nvSpPr>
          <p:spPr>
            <a:xfrm>
              <a:off x="2400" y="146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0" name="Google Shape;4100;p101"/>
            <p:cNvSpPr/>
            <p:nvPr/>
          </p:nvSpPr>
          <p:spPr>
            <a:xfrm>
              <a:off x="1584" y="1922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1" name="Google Shape;4101;p101"/>
            <p:cNvSpPr txBox="1"/>
            <p:nvPr/>
          </p:nvSpPr>
          <p:spPr>
            <a:xfrm>
              <a:off x="1648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2" name="Google Shape;4102;p101"/>
            <p:cNvSpPr/>
            <p:nvPr/>
          </p:nvSpPr>
          <p:spPr>
            <a:xfrm>
              <a:off x="3359" y="1922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3" name="Google Shape;4103;p101"/>
            <p:cNvSpPr txBox="1"/>
            <p:nvPr/>
          </p:nvSpPr>
          <p:spPr>
            <a:xfrm>
              <a:off x="3425" y="199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4" name="Google Shape;4104;p101"/>
            <p:cNvSpPr/>
            <p:nvPr/>
          </p:nvSpPr>
          <p:spPr>
            <a:xfrm>
              <a:off x="3811" y="2640"/>
              <a:ext cx="269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5" name="Google Shape;4105;p101"/>
            <p:cNvSpPr txBox="1"/>
            <p:nvPr/>
          </p:nvSpPr>
          <p:spPr>
            <a:xfrm>
              <a:off x="3876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6" name="Google Shape;4106;p101"/>
            <p:cNvSpPr/>
            <p:nvPr/>
          </p:nvSpPr>
          <p:spPr>
            <a:xfrm>
              <a:off x="2907" y="2640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7" name="Google Shape;4107;p101"/>
            <p:cNvSpPr txBox="1"/>
            <p:nvPr/>
          </p:nvSpPr>
          <p:spPr>
            <a:xfrm>
              <a:off x="2973" y="2712"/>
              <a:ext cx="11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108" name="Google Shape;4108;p101"/>
            <p:cNvCxnSpPr/>
            <p:nvPr/>
          </p:nvCxnSpPr>
          <p:spPr>
            <a:xfrm flipH="1">
              <a:off x="1826" y="1611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9" name="Google Shape;4109;p101"/>
            <p:cNvCxnSpPr/>
            <p:nvPr/>
          </p:nvCxnSpPr>
          <p:spPr>
            <a:xfrm flipH="1">
              <a:off x="3128" y="2185"/>
              <a:ext cx="296" cy="4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0" name="Google Shape;4110;p101"/>
            <p:cNvCxnSpPr/>
            <p:nvPr/>
          </p:nvCxnSpPr>
          <p:spPr>
            <a:xfrm>
              <a:off x="3555" y="219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1" name="Google Shape;4111;p101"/>
            <p:cNvCxnSpPr/>
            <p:nvPr/>
          </p:nvCxnSpPr>
          <p:spPr>
            <a:xfrm>
              <a:off x="2570" y="1622"/>
              <a:ext cx="787" cy="4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112" name="Google Shape;4112;p101"/>
            <p:cNvGrpSpPr/>
            <p:nvPr/>
          </p:nvGrpSpPr>
          <p:grpSpPr>
            <a:xfrm>
              <a:off x="3344" y="3412"/>
              <a:ext cx="270" cy="359"/>
              <a:chOff x="2400" y="864"/>
              <a:chExt cx="432" cy="554"/>
            </a:xfrm>
          </p:grpSpPr>
          <p:sp>
            <p:nvSpPr>
              <p:cNvPr id="4113" name="Google Shape;4113;p101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4" name="Google Shape;4114;p101"/>
              <p:cNvSpPr txBox="1"/>
              <p:nvPr/>
            </p:nvSpPr>
            <p:spPr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15" name="Google Shape;4115;p101"/>
            <p:cNvGrpSpPr/>
            <p:nvPr/>
          </p:nvGrpSpPr>
          <p:grpSpPr>
            <a:xfrm>
              <a:off x="2443" y="3412"/>
              <a:ext cx="270" cy="359"/>
              <a:chOff x="2400" y="864"/>
              <a:chExt cx="432" cy="554"/>
            </a:xfrm>
          </p:grpSpPr>
          <p:sp>
            <p:nvSpPr>
              <p:cNvPr id="4116" name="Google Shape;4116;p101"/>
              <p:cNvSpPr/>
              <p:nvPr/>
            </p:nvSpPr>
            <p:spPr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49411"/>
                </a:srgbClr>
              </a:soli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7" name="Google Shape;4117;p101"/>
              <p:cNvSpPr txBox="1"/>
              <p:nvPr/>
            </p:nvSpPr>
            <p:spPr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118" name="Google Shape;4118;p101"/>
            <p:cNvGrpSpPr/>
            <p:nvPr/>
          </p:nvGrpSpPr>
          <p:grpSpPr>
            <a:xfrm>
              <a:off x="2642" y="2957"/>
              <a:ext cx="725" cy="505"/>
              <a:chOff x="896" y="1363"/>
              <a:chExt cx="1156" cy="778"/>
            </a:xfrm>
          </p:grpSpPr>
          <p:cxnSp>
            <p:nvCxnSpPr>
              <p:cNvPr id="4119" name="Google Shape;4119;p101"/>
              <p:cNvCxnSpPr/>
              <p:nvPr/>
            </p:nvCxnSpPr>
            <p:spPr>
              <a:xfrm flipH="1">
                <a:off x="896" y="1363"/>
                <a:ext cx="534" cy="7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0" name="Google Shape;4120;p101"/>
              <p:cNvCxnSpPr/>
              <p:nvPr/>
            </p:nvCxnSpPr>
            <p:spPr>
              <a:xfrm>
                <a:off x="1674" y="1378"/>
                <a:ext cx="378" cy="7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121" name="Google Shape;4121;p101"/>
            <p:cNvSpPr txBox="1"/>
            <p:nvPr/>
          </p:nvSpPr>
          <p:spPr>
            <a:xfrm>
              <a:off x="2880" y="158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2" name="Google Shape;4122;p101"/>
            <p:cNvSpPr txBox="1"/>
            <p:nvPr/>
          </p:nvSpPr>
          <p:spPr>
            <a:xfrm>
              <a:off x="1900" y="1584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3" name="Google Shape;4123;p101"/>
            <p:cNvSpPr txBox="1"/>
            <p:nvPr/>
          </p:nvSpPr>
          <p:spPr>
            <a:xfrm>
              <a:off x="3100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4" name="Google Shape;4124;p101"/>
            <p:cNvSpPr txBox="1"/>
            <p:nvPr/>
          </p:nvSpPr>
          <p:spPr>
            <a:xfrm>
              <a:off x="3696" y="2304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5" name="Google Shape;4125;p101"/>
            <p:cNvSpPr txBox="1"/>
            <p:nvPr/>
          </p:nvSpPr>
          <p:spPr>
            <a:xfrm>
              <a:off x="2619" y="2976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6" name="Google Shape;4126;p101"/>
            <p:cNvSpPr txBox="1"/>
            <p:nvPr/>
          </p:nvSpPr>
          <p:spPr>
            <a:xfrm>
              <a:off x="3216" y="297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7" name="Google Shape;4127;p101"/>
            <p:cNvSpPr txBox="1"/>
            <p:nvPr/>
          </p:nvSpPr>
          <p:spPr>
            <a:xfrm>
              <a:off x="1248" y="192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8" name="Google Shape;4128;p101"/>
            <p:cNvSpPr txBox="1"/>
            <p:nvPr/>
          </p:nvSpPr>
          <p:spPr>
            <a:xfrm>
              <a:off x="3744" y="1872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9" name="Google Shape;4129;p101"/>
            <p:cNvSpPr txBox="1"/>
            <p:nvPr/>
          </p:nvSpPr>
          <p:spPr>
            <a:xfrm>
              <a:off x="4176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0" name="Google Shape;4130;p101"/>
            <p:cNvSpPr txBox="1"/>
            <p:nvPr/>
          </p:nvSpPr>
          <p:spPr>
            <a:xfrm>
              <a:off x="2496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1" name="Google Shape;4131;p101"/>
            <p:cNvSpPr txBox="1"/>
            <p:nvPr/>
          </p:nvSpPr>
          <p:spPr>
            <a:xfrm>
              <a:off x="2016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2" name="Google Shape;4132;p101"/>
            <p:cNvSpPr txBox="1"/>
            <p:nvPr/>
          </p:nvSpPr>
          <p:spPr>
            <a:xfrm>
              <a:off x="3696" y="3408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[8]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133" name="Google Shape;4133;p101"/>
            <p:cNvCxnSpPr/>
            <p:nvPr/>
          </p:nvCxnSpPr>
          <p:spPr>
            <a:xfrm flipH="1">
              <a:off x="1104" y="2160"/>
              <a:ext cx="520" cy="3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4" name="Google Shape;4134;p101"/>
            <p:cNvCxnSpPr/>
            <p:nvPr/>
          </p:nvCxnSpPr>
          <p:spPr>
            <a:xfrm>
              <a:off x="1776" y="2208"/>
              <a:ext cx="279" cy="5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35" name="Google Shape;4135;p101"/>
            <p:cNvSpPr/>
            <p:nvPr/>
          </p:nvSpPr>
          <p:spPr>
            <a:xfrm>
              <a:off x="912" y="2544"/>
              <a:ext cx="271" cy="280"/>
            </a:xfrm>
            <a:prstGeom prst="ellipse">
              <a:avLst/>
            </a:prstGeom>
            <a:solidFill>
              <a:schemeClr val="hlink">
                <a:alpha val="49411"/>
              </a:scheme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6" name="Google Shape;4136;p101"/>
            <p:cNvSpPr txBox="1"/>
            <p:nvPr/>
          </p:nvSpPr>
          <p:spPr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7" name="Google Shape;4137;p101"/>
            <p:cNvSpPr txBox="1"/>
            <p:nvPr/>
          </p:nvSpPr>
          <p:spPr>
            <a:xfrm>
              <a:off x="1872" y="225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8" name="Google Shape;4138;p101"/>
            <p:cNvSpPr/>
            <p:nvPr/>
          </p:nvSpPr>
          <p:spPr>
            <a:xfrm>
              <a:off x="1968" y="2736"/>
              <a:ext cx="271" cy="280"/>
            </a:xfrm>
            <a:prstGeom prst="ellipse">
              <a:avLst/>
            </a:prstGeom>
            <a:solidFill>
              <a:srgbClr val="C0C0C0">
                <a:alpha val="49411"/>
              </a:srgbClr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9" name="Google Shape;4139;p101"/>
            <p:cNvSpPr txBox="1"/>
            <p:nvPr/>
          </p:nvSpPr>
          <p:spPr>
            <a:xfrm>
              <a:off x="1584" y="2736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[9]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0" name="Google Shape;4140;p101"/>
            <p:cNvSpPr txBox="1"/>
            <p:nvPr/>
          </p:nvSpPr>
          <p:spPr>
            <a:xfrm>
              <a:off x="576" y="2640"/>
              <a:ext cx="34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1" name="Google Shape;4141;p101"/>
            <p:cNvSpPr/>
            <p:nvPr/>
          </p:nvSpPr>
          <p:spPr>
            <a:xfrm>
              <a:off x="1248" y="1768"/>
              <a:ext cx="1952" cy="920"/>
            </a:xfrm>
            <a:custGeom>
              <a:rect b="b" l="l" r="r" t="t"/>
              <a:pathLst>
                <a:path extrusionOk="0" h="920" w="1952">
                  <a:moveTo>
                    <a:pt x="1408" y="0"/>
                  </a:moveTo>
                  <a:cubicBezTo>
                    <a:pt x="1664" y="144"/>
                    <a:pt x="1920" y="288"/>
                    <a:pt x="1936" y="432"/>
                  </a:cubicBezTo>
                  <a:cubicBezTo>
                    <a:pt x="1952" y="576"/>
                    <a:pt x="1744" y="856"/>
                    <a:pt x="1504" y="864"/>
                  </a:cubicBezTo>
                  <a:cubicBezTo>
                    <a:pt x="1264" y="872"/>
                    <a:pt x="736" y="488"/>
                    <a:pt x="496" y="480"/>
                  </a:cubicBezTo>
                  <a:cubicBezTo>
                    <a:pt x="256" y="472"/>
                    <a:pt x="128" y="744"/>
                    <a:pt x="64" y="816"/>
                  </a:cubicBezTo>
                  <a:cubicBezTo>
                    <a:pt x="0" y="888"/>
                    <a:pt x="112" y="904"/>
                    <a:pt x="112" y="912"/>
                  </a:cubicBezTo>
                  <a:cubicBezTo>
                    <a:pt x="112" y="920"/>
                    <a:pt x="64" y="864"/>
                    <a:pt x="64" y="864"/>
                  </a:cubicBezTo>
                  <a:cubicBezTo>
                    <a:pt x="64" y="864"/>
                    <a:pt x="104" y="904"/>
                    <a:pt x="112" y="912"/>
                  </a:cubicBezTo>
                </a:path>
              </a:pathLst>
            </a:cu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42" name="Google Shape;4142;p101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7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p10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9" name="Google Shape;4149;p102"/>
          <p:cNvSpPr txBox="1"/>
          <p:nvPr>
            <p:ph idx="1" type="body"/>
          </p:nvPr>
        </p:nvSpPr>
        <p:spPr>
          <a:xfrm>
            <a:off x="304800" y="1371600"/>
            <a:ext cx="88392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2"/>
                </a:solidFill>
              </a:rPr>
              <a:t>Breadth-first is only optimal if step costs is increasing with depth (e.g. constant). Can we guarantee optimality for any step cost?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150" name="Google Shape;415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0238"/>
            <a:ext cx="5181600" cy="3687762"/>
          </a:xfrm>
          <a:prstGeom prst="rect">
            <a:avLst/>
          </a:prstGeom>
          <a:noFill/>
          <a:ln>
            <a:noFill/>
          </a:ln>
        </p:spPr>
      </p:pic>
      <p:sp>
        <p:nvSpPr>
          <p:cNvPr id="4151" name="Google Shape;4151;p102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5" name="Shape 4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Google Shape;4156;p103"/>
          <p:cNvSpPr txBox="1"/>
          <p:nvPr>
            <p:ph type="title"/>
          </p:nvPr>
        </p:nvSpPr>
        <p:spPr>
          <a:xfrm>
            <a:off x="609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for Illustrating Search Strategies</a:t>
            </a:r>
            <a:endParaRPr sz="44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157" name="Google Shape;4157;p103"/>
          <p:cNvGrpSpPr/>
          <p:nvPr/>
        </p:nvGrpSpPr>
        <p:grpSpPr>
          <a:xfrm>
            <a:off x="1295400" y="2057400"/>
            <a:ext cx="5334000" cy="3429000"/>
            <a:chOff x="816" y="1296"/>
            <a:chExt cx="3360" cy="2160"/>
          </a:xfrm>
        </p:grpSpPr>
        <p:grpSp>
          <p:nvGrpSpPr>
            <p:cNvPr id="4158" name="Google Shape;4158;p103"/>
            <p:cNvGrpSpPr/>
            <p:nvPr/>
          </p:nvGrpSpPr>
          <p:grpSpPr>
            <a:xfrm>
              <a:off x="2544" y="1296"/>
              <a:ext cx="384" cy="384"/>
              <a:chOff x="4752" y="1056"/>
              <a:chExt cx="384" cy="384"/>
            </a:xfrm>
          </p:grpSpPr>
          <p:sp>
            <p:nvSpPr>
              <p:cNvPr id="4159" name="Google Shape;4159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0" name="Google Shape;4160;p103"/>
              <p:cNvSpPr txBox="1"/>
              <p:nvPr/>
            </p:nvSpPr>
            <p:spPr>
              <a:xfrm>
                <a:off x="4800" y="1056"/>
                <a:ext cx="241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1" name="Google Shape;4161;p103"/>
            <p:cNvGrpSpPr/>
            <p:nvPr/>
          </p:nvGrpSpPr>
          <p:grpSpPr>
            <a:xfrm>
              <a:off x="3792" y="2160"/>
              <a:ext cx="384" cy="384"/>
              <a:chOff x="4752" y="1056"/>
              <a:chExt cx="384" cy="384"/>
            </a:xfrm>
          </p:grpSpPr>
          <p:sp>
            <p:nvSpPr>
              <p:cNvPr id="4162" name="Google Shape;4162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3" name="Google Shape;4163;p103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4" name="Google Shape;4164;p103"/>
            <p:cNvGrpSpPr/>
            <p:nvPr/>
          </p:nvGrpSpPr>
          <p:grpSpPr>
            <a:xfrm>
              <a:off x="2688" y="2160"/>
              <a:ext cx="384" cy="384"/>
              <a:chOff x="4752" y="1056"/>
              <a:chExt cx="384" cy="384"/>
            </a:xfrm>
          </p:grpSpPr>
          <p:sp>
            <p:nvSpPr>
              <p:cNvPr id="4165" name="Google Shape;4165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6" name="Google Shape;4166;p103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7" name="Google Shape;4167;p103"/>
            <p:cNvGrpSpPr/>
            <p:nvPr/>
          </p:nvGrpSpPr>
          <p:grpSpPr>
            <a:xfrm>
              <a:off x="1680" y="2160"/>
              <a:ext cx="384" cy="384"/>
              <a:chOff x="4752" y="1056"/>
              <a:chExt cx="384" cy="384"/>
            </a:xfrm>
          </p:grpSpPr>
          <p:sp>
            <p:nvSpPr>
              <p:cNvPr id="4168" name="Google Shape;4168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9" name="Google Shape;4169;p103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0" name="Google Shape;4170;p103"/>
            <p:cNvGrpSpPr/>
            <p:nvPr/>
          </p:nvGrpSpPr>
          <p:grpSpPr>
            <a:xfrm>
              <a:off x="816" y="3024"/>
              <a:ext cx="384" cy="384"/>
              <a:chOff x="4752" y="1056"/>
              <a:chExt cx="384" cy="384"/>
            </a:xfrm>
          </p:grpSpPr>
          <p:sp>
            <p:nvSpPr>
              <p:cNvPr id="4171" name="Google Shape;4171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72" name="Google Shape;4172;p103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3" name="Google Shape;4173;p103"/>
            <p:cNvGrpSpPr/>
            <p:nvPr/>
          </p:nvGrpSpPr>
          <p:grpSpPr>
            <a:xfrm>
              <a:off x="2688" y="3072"/>
              <a:ext cx="384" cy="384"/>
              <a:chOff x="4752" y="1056"/>
              <a:chExt cx="384" cy="384"/>
            </a:xfrm>
          </p:grpSpPr>
          <p:sp>
            <p:nvSpPr>
              <p:cNvPr id="4174" name="Google Shape;4174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75" name="Google Shape;4175;p103"/>
              <p:cNvSpPr txBox="1"/>
              <p:nvPr/>
            </p:nvSpPr>
            <p:spPr>
              <a:xfrm>
                <a:off x="4800" y="1056"/>
                <a:ext cx="29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6" name="Google Shape;4176;p103"/>
            <p:cNvGrpSpPr/>
            <p:nvPr/>
          </p:nvGrpSpPr>
          <p:grpSpPr>
            <a:xfrm>
              <a:off x="1728" y="3024"/>
              <a:ext cx="384" cy="384"/>
              <a:chOff x="4752" y="1056"/>
              <a:chExt cx="384" cy="384"/>
            </a:xfrm>
          </p:grpSpPr>
          <p:sp>
            <p:nvSpPr>
              <p:cNvPr id="4177" name="Google Shape;4177;p103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78" name="Google Shape;4178;p103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79" name="Google Shape;4179;p103"/>
            <p:cNvCxnSpPr/>
            <p:nvPr/>
          </p:nvCxnSpPr>
          <p:spPr>
            <a:xfrm flipH="1">
              <a:off x="2016" y="1632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0" name="Google Shape;4180;p103"/>
            <p:cNvCxnSpPr/>
            <p:nvPr/>
          </p:nvCxnSpPr>
          <p:spPr>
            <a:xfrm>
              <a:off x="1872" y="2592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1" name="Google Shape;4181;p103"/>
            <p:cNvCxnSpPr/>
            <p:nvPr/>
          </p:nvCxnSpPr>
          <p:spPr>
            <a:xfrm>
              <a:off x="2112" y="2544"/>
              <a:ext cx="624" cy="48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2" name="Google Shape;4182;p103"/>
            <p:cNvCxnSpPr/>
            <p:nvPr/>
          </p:nvCxnSpPr>
          <p:spPr>
            <a:xfrm>
              <a:off x="2736" y="1728"/>
              <a:ext cx="96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3" name="Google Shape;4183;p103"/>
            <p:cNvCxnSpPr/>
            <p:nvPr/>
          </p:nvCxnSpPr>
          <p:spPr>
            <a:xfrm>
              <a:off x="2880" y="1584"/>
              <a:ext cx="91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4" name="Google Shape;4184;p103"/>
            <p:cNvCxnSpPr/>
            <p:nvPr/>
          </p:nvCxnSpPr>
          <p:spPr>
            <a:xfrm>
              <a:off x="2880" y="2640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5" name="Google Shape;4185;p103"/>
            <p:cNvCxnSpPr/>
            <p:nvPr/>
          </p:nvCxnSpPr>
          <p:spPr>
            <a:xfrm flipH="1">
              <a:off x="3120" y="2544"/>
              <a:ext cx="67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6" name="Google Shape;4186;p103"/>
            <p:cNvCxnSpPr/>
            <p:nvPr/>
          </p:nvCxnSpPr>
          <p:spPr>
            <a:xfrm flipH="1">
              <a:off x="1152" y="2496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187" name="Google Shape;4187;p103"/>
            <p:cNvSpPr txBox="1"/>
            <p:nvPr/>
          </p:nvSpPr>
          <p:spPr>
            <a:xfrm>
              <a:off x="2112" y="164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103"/>
            <p:cNvSpPr txBox="1"/>
            <p:nvPr/>
          </p:nvSpPr>
          <p:spPr>
            <a:xfrm>
              <a:off x="2784" y="1696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103"/>
            <p:cNvSpPr txBox="1"/>
            <p:nvPr/>
          </p:nvSpPr>
          <p:spPr>
            <a:xfrm>
              <a:off x="3312" y="16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103"/>
            <p:cNvSpPr txBox="1"/>
            <p:nvPr/>
          </p:nvSpPr>
          <p:spPr>
            <a:xfrm>
              <a:off x="2304" y="2464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103"/>
            <p:cNvSpPr txBox="1"/>
            <p:nvPr/>
          </p:nvSpPr>
          <p:spPr>
            <a:xfrm>
              <a:off x="2928" y="2608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103"/>
            <p:cNvSpPr txBox="1"/>
            <p:nvPr/>
          </p:nvSpPr>
          <p:spPr>
            <a:xfrm>
              <a:off x="3504" y="2704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3" name="Google Shape;4193;p103"/>
            <p:cNvSpPr txBox="1"/>
            <p:nvPr/>
          </p:nvSpPr>
          <p:spPr>
            <a:xfrm>
              <a:off x="1296" y="24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p103"/>
            <p:cNvSpPr txBox="1"/>
            <p:nvPr/>
          </p:nvSpPr>
          <p:spPr>
            <a:xfrm>
              <a:off x="1584" y="260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104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Depth-First Search 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00" name="Google Shape;4200;p104"/>
          <p:cNvSpPr txBox="1"/>
          <p:nvPr>
            <p:ph idx="1" type="body"/>
          </p:nvPr>
        </p:nvSpPr>
        <p:spPr>
          <a:xfrm>
            <a:off x="685800" y="17526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22288" lvl="0" marL="5222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/>
              <a:t>		Expanded node  	Nodes list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	{ S</a:t>
            </a:r>
            <a:r>
              <a:rPr baseline="30000" lang="en-US"/>
              <a:t>0</a:t>
            </a:r>
            <a:r>
              <a:rPr lang="en-US"/>
              <a:t> }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S</a:t>
            </a:r>
            <a:r>
              <a:rPr baseline="30000" lang="en-US"/>
              <a:t>0</a:t>
            </a:r>
            <a:r>
              <a:rPr lang="en-US"/>
              <a:t>	{ A</a:t>
            </a:r>
            <a:r>
              <a:rPr baseline="30000" lang="en-US"/>
              <a:t>3</a:t>
            </a:r>
            <a:r>
              <a:rPr lang="en-US"/>
              <a:t>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A</a:t>
            </a:r>
            <a:r>
              <a:rPr baseline="30000" lang="en-US"/>
              <a:t>3</a:t>
            </a:r>
            <a:r>
              <a:rPr lang="en-US"/>
              <a:t>	{ D</a:t>
            </a:r>
            <a:r>
              <a:rPr baseline="30000" lang="en-US"/>
              <a:t>6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 </a:t>
            </a:r>
            <a:r>
              <a:rPr lang="en-US"/>
              <a:t>}    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D</a:t>
            </a:r>
            <a:r>
              <a:rPr baseline="30000" lang="en-US"/>
              <a:t>6</a:t>
            </a:r>
            <a:r>
              <a:rPr lang="en-US"/>
              <a:t>	{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E</a:t>
            </a:r>
            <a:r>
              <a:rPr baseline="30000" lang="en-US"/>
              <a:t>10</a:t>
            </a:r>
            <a:r>
              <a:rPr lang="en-US"/>
              <a:t>	{ G</a:t>
            </a:r>
            <a:r>
              <a:rPr baseline="30000" lang="en-US"/>
              <a:t>18</a:t>
            </a:r>
            <a:r>
              <a:rPr lang="en-US"/>
              <a:t>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               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G</a:t>
            </a:r>
            <a:r>
              <a:rPr baseline="30000" lang="en-US"/>
              <a:t>18</a:t>
            </a:r>
            <a:r>
              <a:rPr lang="en-US"/>
              <a:t>	{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 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Solution path found is S A G, cost 18</a:t>
            </a:r>
            <a:endParaRPr/>
          </a:p>
          <a:p>
            <a:pPr indent="-522288" lvl="0" marL="5222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Number of nodes expanded (including goal node) = 5</a:t>
            </a:r>
            <a:endParaRPr/>
          </a:p>
        </p:txBody>
      </p:sp>
      <p:grpSp>
        <p:nvGrpSpPr>
          <p:cNvPr id="4201" name="Google Shape;4201;p104"/>
          <p:cNvGrpSpPr/>
          <p:nvPr/>
        </p:nvGrpSpPr>
        <p:grpSpPr>
          <a:xfrm>
            <a:off x="6096000" y="190500"/>
            <a:ext cx="2819400" cy="2819400"/>
            <a:chOff x="816" y="1296"/>
            <a:chExt cx="3360" cy="2160"/>
          </a:xfrm>
        </p:grpSpPr>
        <p:grpSp>
          <p:nvGrpSpPr>
            <p:cNvPr id="4202" name="Google Shape;4202;p104"/>
            <p:cNvGrpSpPr/>
            <p:nvPr/>
          </p:nvGrpSpPr>
          <p:grpSpPr>
            <a:xfrm>
              <a:off x="2544" y="1296"/>
              <a:ext cx="384" cy="384"/>
              <a:chOff x="4752" y="1056"/>
              <a:chExt cx="384" cy="384"/>
            </a:xfrm>
          </p:grpSpPr>
          <p:sp>
            <p:nvSpPr>
              <p:cNvPr id="4203" name="Google Shape;4203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04" name="Google Shape;4204;p104"/>
              <p:cNvSpPr txBox="1"/>
              <p:nvPr/>
            </p:nvSpPr>
            <p:spPr>
              <a:xfrm>
                <a:off x="4800" y="1056"/>
                <a:ext cx="241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5" name="Google Shape;4205;p104"/>
            <p:cNvGrpSpPr/>
            <p:nvPr/>
          </p:nvGrpSpPr>
          <p:grpSpPr>
            <a:xfrm>
              <a:off x="3792" y="2160"/>
              <a:ext cx="384" cy="384"/>
              <a:chOff x="4752" y="1056"/>
              <a:chExt cx="384" cy="384"/>
            </a:xfrm>
          </p:grpSpPr>
          <p:sp>
            <p:nvSpPr>
              <p:cNvPr id="4206" name="Google Shape;4206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07" name="Google Shape;4207;p104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8" name="Google Shape;4208;p104"/>
            <p:cNvGrpSpPr/>
            <p:nvPr/>
          </p:nvGrpSpPr>
          <p:grpSpPr>
            <a:xfrm>
              <a:off x="2688" y="2160"/>
              <a:ext cx="384" cy="384"/>
              <a:chOff x="4752" y="1056"/>
              <a:chExt cx="384" cy="384"/>
            </a:xfrm>
          </p:grpSpPr>
          <p:sp>
            <p:nvSpPr>
              <p:cNvPr id="4209" name="Google Shape;4209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0" name="Google Shape;4210;p104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11" name="Google Shape;4211;p104"/>
            <p:cNvGrpSpPr/>
            <p:nvPr/>
          </p:nvGrpSpPr>
          <p:grpSpPr>
            <a:xfrm>
              <a:off x="1680" y="2160"/>
              <a:ext cx="384" cy="384"/>
              <a:chOff x="4752" y="1056"/>
              <a:chExt cx="384" cy="384"/>
            </a:xfrm>
          </p:grpSpPr>
          <p:sp>
            <p:nvSpPr>
              <p:cNvPr id="4212" name="Google Shape;4212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3" name="Google Shape;4213;p104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14" name="Google Shape;4214;p104"/>
            <p:cNvGrpSpPr/>
            <p:nvPr/>
          </p:nvGrpSpPr>
          <p:grpSpPr>
            <a:xfrm>
              <a:off x="816" y="3024"/>
              <a:ext cx="384" cy="384"/>
              <a:chOff x="4752" y="1056"/>
              <a:chExt cx="384" cy="384"/>
            </a:xfrm>
          </p:grpSpPr>
          <p:sp>
            <p:nvSpPr>
              <p:cNvPr id="4215" name="Google Shape;4215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6" name="Google Shape;4216;p104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17" name="Google Shape;4217;p104"/>
            <p:cNvGrpSpPr/>
            <p:nvPr/>
          </p:nvGrpSpPr>
          <p:grpSpPr>
            <a:xfrm>
              <a:off x="2688" y="3072"/>
              <a:ext cx="384" cy="384"/>
              <a:chOff x="4752" y="1056"/>
              <a:chExt cx="384" cy="384"/>
            </a:xfrm>
          </p:grpSpPr>
          <p:sp>
            <p:nvSpPr>
              <p:cNvPr id="4218" name="Google Shape;4218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9" name="Google Shape;4219;p104"/>
              <p:cNvSpPr txBox="1"/>
              <p:nvPr/>
            </p:nvSpPr>
            <p:spPr>
              <a:xfrm>
                <a:off x="4800" y="1056"/>
                <a:ext cx="29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0" name="Google Shape;4220;p104"/>
            <p:cNvGrpSpPr/>
            <p:nvPr/>
          </p:nvGrpSpPr>
          <p:grpSpPr>
            <a:xfrm>
              <a:off x="1728" y="3024"/>
              <a:ext cx="384" cy="384"/>
              <a:chOff x="4752" y="1056"/>
              <a:chExt cx="384" cy="384"/>
            </a:xfrm>
          </p:grpSpPr>
          <p:sp>
            <p:nvSpPr>
              <p:cNvPr id="4221" name="Google Shape;4221;p104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22" name="Google Shape;4222;p104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223" name="Google Shape;4223;p104"/>
            <p:cNvCxnSpPr/>
            <p:nvPr/>
          </p:nvCxnSpPr>
          <p:spPr>
            <a:xfrm flipH="1">
              <a:off x="2016" y="1632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4" name="Google Shape;4224;p104"/>
            <p:cNvCxnSpPr/>
            <p:nvPr/>
          </p:nvCxnSpPr>
          <p:spPr>
            <a:xfrm>
              <a:off x="1872" y="2592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5" name="Google Shape;4225;p104"/>
            <p:cNvCxnSpPr/>
            <p:nvPr/>
          </p:nvCxnSpPr>
          <p:spPr>
            <a:xfrm>
              <a:off x="2112" y="2544"/>
              <a:ext cx="624" cy="48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6" name="Google Shape;4226;p104"/>
            <p:cNvCxnSpPr/>
            <p:nvPr/>
          </p:nvCxnSpPr>
          <p:spPr>
            <a:xfrm>
              <a:off x="2736" y="1728"/>
              <a:ext cx="96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7" name="Google Shape;4227;p104"/>
            <p:cNvCxnSpPr/>
            <p:nvPr/>
          </p:nvCxnSpPr>
          <p:spPr>
            <a:xfrm>
              <a:off x="2880" y="1584"/>
              <a:ext cx="91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8" name="Google Shape;4228;p104"/>
            <p:cNvCxnSpPr/>
            <p:nvPr/>
          </p:nvCxnSpPr>
          <p:spPr>
            <a:xfrm>
              <a:off x="2880" y="2640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9" name="Google Shape;4229;p104"/>
            <p:cNvCxnSpPr/>
            <p:nvPr/>
          </p:nvCxnSpPr>
          <p:spPr>
            <a:xfrm flipH="1">
              <a:off x="3120" y="2544"/>
              <a:ext cx="67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30" name="Google Shape;4230;p104"/>
            <p:cNvCxnSpPr/>
            <p:nvPr/>
          </p:nvCxnSpPr>
          <p:spPr>
            <a:xfrm flipH="1">
              <a:off x="1152" y="2496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31" name="Google Shape;4231;p104"/>
            <p:cNvSpPr txBox="1"/>
            <p:nvPr/>
          </p:nvSpPr>
          <p:spPr>
            <a:xfrm>
              <a:off x="2112" y="164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2" name="Google Shape;4232;p104"/>
            <p:cNvSpPr txBox="1"/>
            <p:nvPr/>
          </p:nvSpPr>
          <p:spPr>
            <a:xfrm>
              <a:off x="2784" y="1696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3" name="Google Shape;4233;p104"/>
            <p:cNvSpPr txBox="1"/>
            <p:nvPr/>
          </p:nvSpPr>
          <p:spPr>
            <a:xfrm>
              <a:off x="3312" y="16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4" name="Google Shape;4234;p104"/>
            <p:cNvSpPr txBox="1"/>
            <p:nvPr/>
          </p:nvSpPr>
          <p:spPr>
            <a:xfrm>
              <a:off x="2304" y="2464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5" name="Google Shape;4235;p104"/>
            <p:cNvSpPr txBox="1"/>
            <p:nvPr/>
          </p:nvSpPr>
          <p:spPr>
            <a:xfrm>
              <a:off x="2928" y="2608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04"/>
            <p:cNvSpPr txBox="1"/>
            <p:nvPr/>
          </p:nvSpPr>
          <p:spPr>
            <a:xfrm>
              <a:off x="3504" y="2704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7" name="Google Shape;4237;p104"/>
            <p:cNvSpPr txBox="1"/>
            <p:nvPr/>
          </p:nvSpPr>
          <p:spPr>
            <a:xfrm>
              <a:off x="1296" y="24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8" name="Google Shape;4238;p104"/>
            <p:cNvSpPr txBox="1"/>
            <p:nvPr/>
          </p:nvSpPr>
          <p:spPr>
            <a:xfrm>
              <a:off x="1584" y="260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2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3" name="Google Shape;4243;p105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Breadth-First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44" name="Google Shape;4244;p105"/>
          <p:cNvSpPr txBox="1"/>
          <p:nvPr>
            <p:ph idx="1" type="body"/>
          </p:nvPr>
        </p:nvSpPr>
        <p:spPr>
          <a:xfrm>
            <a:off x="838200" y="13716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/>
              <a:t>		Expanded node  	Nodes list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	{ S</a:t>
            </a:r>
            <a:r>
              <a:rPr baseline="30000" lang="en-US"/>
              <a:t>0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S</a:t>
            </a:r>
            <a:r>
              <a:rPr baseline="30000" lang="en-US"/>
              <a:t>0</a:t>
            </a:r>
            <a:r>
              <a:rPr lang="en-US"/>
              <a:t>	{ A</a:t>
            </a:r>
            <a:r>
              <a:rPr baseline="30000" lang="en-US"/>
              <a:t>3</a:t>
            </a:r>
            <a:r>
              <a:rPr lang="en-US"/>
              <a:t>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A</a:t>
            </a:r>
            <a:r>
              <a:rPr baseline="30000" lang="en-US"/>
              <a:t>3</a:t>
            </a:r>
            <a:r>
              <a:rPr lang="en-US"/>
              <a:t>	{ B</a:t>
            </a:r>
            <a:r>
              <a:rPr baseline="30000" lang="en-US"/>
              <a:t>1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D</a:t>
            </a:r>
            <a:r>
              <a:rPr baseline="30000" lang="en-US"/>
              <a:t>6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}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B</a:t>
            </a:r>
            <a:r>
              <a:rPr baseline="30000" lang="en-US"/>
              <a:t>1</a:t>
            </a:r>
            <a:r>
              <a:rPr lang="en-US"/>
              <a:t>	{ C</a:t>
            </a:r>
            <a:r>
              <a:rPr baseline="30000" lang="en-US"/>
              <a:t>8</a:t>
            </a:r>
            <a:r>
              <a:rPr lang="en-US"/>
              <a:t> D</a:t>
            </a:r>
            <a:r>
              <a:rPr baseline="30000" lang="en-US"/>
              <a:t>6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G</a:t>
            </a:r>
            <a:r>
              <a:rPr baseline="30000" lang="en-US"/>
              <a:t>21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C</a:t>
            </a:r>
            <a:r>
              <a:rPr baseline="30000" lang="en-US"/>
              <a:t>8</a:t>
            </a:r>
            <a:r>
              <a:rPr lang="en-US"/>
              <a:t>	{ D</a:t>
            </a:r>
            <a:r>
              <a:rPr baseline="30000" lang="en-US"/>
              <a:t>6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G</a:t>
            </a:r>
            <a:r>
              <a:rPr baseline="30000" lang="en-US"/>
              <a:t>21</a:t>
            </a:r>
            <a:r>
              <a:rPr lang="en-US"/>
              <a:t> G</a:t>
            </a:r>
            <a:r>
              <a:rPr baseline="30000" lang="en-US"/>
              <a:t>13</a:t>
            </a:r>
            <a:r>
              <a:rPr lang="en-US"/>
              <a:t> }      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D</a:t>
            </a:r>
            <a:r>
              <a:rPr baseline="30000" lang="en-US"/>
              <a:t>6</a:t>
            </a:r>
            <a:r>
              <a:rPr lang="en-US"/>
              <a:t>	{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G</a:t>
            </a:r>
            <a:r>
              <a:rPr baseline="30000" lang="en-US"/>
              <a:t>21</a:t>
            </a:r>
            <a:r>
              <a:rPr lang="en-US"/>
              <a:t> G</a:t>
            </a:r>
            <a:r>
              <a:rPr baseline="30000" lang="en-US"/>
              <a:t>13</a:t>
            </a:r>
            <a:r>
              <a:rPr lang="en-US"/>
              <a:t> }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E</a:t>
            </a:r>
            <a:r>
              <a:rPr baseline="30000" lang="en-US"/>
              <a:t>10</a:t>
            </a:r>
            <a:r>
              <a:rPr lang="en-US"/>
              <a:t>	{ G</a:t>
            </a:r>
            <a:r>
              <a:rPr baseline="30000" lang="en-US"/>
              <a:t>18</a:t>
            </a:r>
            <a:r>
              <a:rPr lang="en-US"/>
              <a:t> G</a:t>
            </a:r>
            <a:r>
              <a:rPr baseline="30000" lang="en-US"/>
              <a:t>21</a:t>
            </a:r>
            <a:r>
              <a:rPr lang="en-US"/>
              <a:t> G</a:t>
            </a:r>
            <a:r>
              <a:rPr baseline="30000" lang="en-US"/>
              <a:t>13</a:t>
            </a:r>
            <a:r>
              <a:rPr lang="en-US"/>
              <a:t> }  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G</a:t>
            </a:r>
            <a:r>
              <a:rPr baseline="30000" lang="en-US"/>
              <a:t>18</a:t>
            </a:r>
            <a:r>
              <a:rPr lang="en-US"/>
              <a:t>	{ G</a:t>
            </a:r>
            <a:r>
              <a:rPr baseline="30000" lang="en-US"/>
              <a:t>21</a:t>
            </a:r>
            <a:r>
              <a:rPr lang="en-US"/>
              <a:t> G</a:t>
            </a:r>
            <a:r>
              <a:rPr baseline="30000" lang="en-US"/>
              <a:t>13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Solution path found is S A G , cost 18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Number of nodes expanded (including goal node) = 7</a:t>
            </a:r>
            <a:endParaRPr/>
          </a:p>
        </p:txBody>
      </p:sp>
      <p:grpSp>
        <p:nvGrpSpPr>
          <p:cNvPr id="4245" name="Google Shape;4245;p105"/>
          <p:cNvGrpSpPr/>
          <p:nvPr/>
        </p:nvGrpSpPr>
        <p:grpSpPr>
          <a:xfrm>
            <a:off x="6553200" y="223596"/>
            <a:ext cx="2362200" cy="2519604"/>
            <a:chOff x="816" y="1296"/>
            <a:chExt cx="3360" cy="2160"/>
          </a:xfrm>
        </p:grpSpPr>
        <p:grpSp>
          <p:nvGrpSpPr>
            <p:cNvPr id="4246" name="Google Shape;4246;p105"/>
            <p:cNvGrpSpPr/>
            <p:nvPr/>
          </p:nvGrpSpPr>
          <p:grpSpPr>
            <a:xfrm>
              <a:off x="2544" y="1296"/>
              <a:ext cx="384" cy="384"/>
              <a:chOff x="4752" y="1056"/>
              <a:chExt cx="384" cy="384"/>
            </a:xfrm>
          </p:grpSpPr>
          <p:sp>
            <p:nvSpPr>
              <p:cNvPr id="4247" name="Google Shape;4247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48" name="Google Shape;4248;p105"/>
              <p:cNvSpPr txBox="1"/>
              <p:nvPr/>
            </p:nvSpPr>
            <p:spPr>
              <a:xfrm>
                <a:off x="4800" y="1056"/>
                <a:ext cx="241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9" name="Google Shape;4249;p105"/>
            <p:cNvGrpSpPr/>
            <p:nvPr/>
          </p:nvGrpSpPr>
          <p:grpSpPr>
            <a:xfrm>
              <a:off x="3792" y="2160"/>
              <a:ext cx="384" cy="384"/>
              <a:chOff x="4752" y="1056"/>
              <a:chExt cx="384" cy="384"/>
            </a:xfrm>
          </p:grpSpPr>
          <p:sp>
            <p:nvSpPr>
              <p:cNvPr id="4250" name="Google Shape;4250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51" name="Google Shape;4251;p105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2" name="Google Shape;4252;p105"/>
            <p:cNvGrpSpPr/>
            <p:nvPr/>
          </p:nvGrpSpPr>
          <p:grpSpPr>
            <a:xfrm>
              <a:off x="2688" y="2160"/>
              <a:ext cx="384" cy="384"/>
              <a:chOff x="4752" y="1056"/>
              <a:chExt cx="384" cy="384"/>
            </a:xfrm>
          </p:grpSpPr>
          <p:sp>
            <p:nvSpPr>
              <p:cNvPr id="4253" name="Google Shape;4253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54" name="Google Shape;4254;p105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5" name="Google Shape;4255;p105"/>
            <p:cNvGrpSpPr/>
            <p:nvPr/>
          </p:nvGrpSpPr>
          <p:grpSpPr>
            <a:xfrm>
              <a:off x="1680" y="2160"/>
              <a:ext cx="384" cy="384"/>
              <a:chOff x="4752" y="1056"/>
              <a:chExt cx="384" cy="384"/>
            </a:xfrm>
          </p:grpSpPr>
          <p:sp>
            <p:nvSpPr>
              <p:cNvPr id="4256" name="Google Shape;4256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57" name="Google Shape;4257;p105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8" name="Google Shape;4258;p105"/>
            <p:cNvGrpSpPr/>
            <p:nvPr/>
          </p:nvGrpSpPr>
          <p:grpSpPr>
            <a:xfrm>
              <a:off x="816" y="3024"/>
              <a:ext cx="384" cy="384"/>
              <a:chOff x="4752" y="1056"/>
              <a:chExt cx="384" cy="384"/>
            </a:xfrm>
          </p:grpSpPr>
          <p:sp>
            <p:nvSpPr>
              <p:cNvPr id="4259" name="Google Shape;4259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60" name="Google Shape;4260;p105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1" name="Google Shape;4261;p105"/>
            <p:cNvGrpSpPr/>
            <p:nvPr/>
          </p:nvGrpSpPr>
          <p:grpSpPr>
            <a:xfrm>
              <a:off x="2688" y="3072"/>
              <a:ext cx="384" cy="384"/>
              <a:chOff x="4752" y="1056"/>
              <a:chExt cx="384" cy="384"/>
            </a:xfrm>
          </p:grpSpPr>
          <p:sp>
            <p:nvSpPr>
              <p:cNvPr id="4262" name="Google Shape;4262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63" name="Google Shape;4263;p105"/>
              <p:cNvSpPr txBox="1"/>
              <p:nvPr/>
            </p:nvSpPr>
            <p:spPr>
              <a:xfrm>
                <a:off x="4800" y="1056"/>
                <a:ext cx="29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4" name="Google Shape;4264;p105"/>
            <p:cNvGrpSpPr/>
            <p:nvPr/>
          </p:nvGrpSpPr>
          <p:grpSpPr>
            <a:xfrm>
              <a:off x="1728" y="3024"/>
              <a:ext cx="384" cy="384"/>
              <a:chOff x="4752" y="1056"/>
              <a:chExt cx="384" cy="384"/>
            </a:xfrm>
          </p:grpSpPr>
          <p:sp>
            <p:nvSpPr>
              <p:cNvPr id="4265" name="Google Shape;4265;p105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66" name="Google Shape;4266;p105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267" name="Google Shape;4267;p105"/>
            <p:cNvCxnSpPr/>
            <p:nvPr/>
          </p:nvCxnSpPr>
          <p:spPr>
            <a:xfrm flipH="1">
              <a:off x="2016" y="1632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68" name="Google Shape;4268;p105"/>
            <p:cNvCxnSpPr/>
            <p:nvPr/>
          </p:nvCxnSpPr>
          <p:spPr>
            <a:xfrm>
              <a:off x="1872" y="2592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69" name="Google Shape;4269;p105"/>
            <p:cNvCxnSpPr/>
            <p:nvPr/>
          </p:nvCxnSpPr>
          <p:spPr>
            <a:xfrm>
              <a:off x="2112" y="2544"/>
              <a:ext cx="624" cy="48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0" name="Google Shape;4270;p105"/>
            <p:cNvCxnSpPr/>
            <p:nvPr/>
          </p:nvCxnSpPr>
          <p:spPr>
            <a:xfrm>
              <a:off x="2736" y="1728"/>
              <a:ext cx="96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1" name="Google Shape;4271;p105"/>
            <p:cNvCxnSpPr/>
            <p:nvPr/>
          </p:nvCxnSpPr>
          <p:spPr>
            <a:xfrm>
              <a:off x="2880" y="1584"/>
              <a:ext cx="91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2" name="Google Shape;4272;p105"/>
            <p:cNvCxnSpPr/>
            <p:nvPr/>
          </p:nvCxnSpPr>
          <p:spPr>
            <a:xfrm>
              <a:off x="2880" y="2640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3" name="Google Shape;4273;p105"/>
            <p:cNvCxnSpPr/>
            <p:nvPr/>
          </p:nvCxnSpPr>
          <p:spPr>
            <a:xfrm flipH="1">
              <a:off x="3120" y="2544"/>
              <a:ext cx="67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4" name="Google Shape;4274;p105"/>
            <p:cNvCxnSpPr/>
            <p:nvPr/>
          </p:nvCxnSpPr>
          <p:spPr>
            <a:xfrm flipH="1">
              <a:off x="1152" y="2496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75" name="Google Shape;4275;p105"/>
            <p:cNvSpPr txBox="1"/>
            <p:nvPr/>
          </p:nvSpPr>
          <p:spPr>
            <a:xfrm>
              <a:off x="2112" y="164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105"/>
            <p:cNvSpPr txBox="1"/>
            <p:nvPr/>
          </p:nvSpPr>
          <p:spPr>
            <a:xfrm>
              <a:off x="2784" y="1696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105"/>
            <p:cNvSpPr txBox="1"/>
            <p:nvPr/>
          </p:nvSpPr>
          <p:spPr>
            <a:xfrm>
              <a:off x="3312" y="16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105"/>
            <p:cNvSpPr txBox="1"/>
            <p:nvPr/>
          </p:nvSpPr>
          <p:spPr>
            <a:xfrm>
              <a:off x="2304" y="2464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p105"/>
            <p:cNvSpPr txBox="1"/>
            <p:nvPr/>
          </p:nvSpPr>
          <p:spPr>
            <a:xfrm>
              <a:off x="2928" y="2608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p105"/>
            <p:cNvSpPr txBox="1"/>
            <p:nvPr/>
          </p:nvSpPr>
          <p:spPr>
            <a:xfrm>
              <a:off x="3504" y="2704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1" name="Google Shape;4281;p105"/>
            <p:cNvSpPr txBox="1"/>
            <p:nvPr/>
          </p:nvSpPr>
          <p:spPr>
            <a:xfrm>
              <a:off x="1296" y="24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2" name="Google Shape;4282;p105"/>
            <p:cNvSpPr txBox="1"/>
            <p:nvPr/>
          </p:nvSpPr>
          <p:spPr>
            <a:xfrm>
              <a:off x="1584" y="260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06"/>
          <p:cNvSpPr txBox="1"/>
          <p:nvPr>
            <p:ph idx="1" type="body"/>
          </p:nvPr>
        </p:nvSpPr>
        <p:spPr>
          <a:xfrm>
            <a:off x="304800" y="12192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/>
              <a:t>		Expanded node  	Nodes list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	{ S</a:t>
            </a:r>
            <a:r>
              <a:rPr baseline="30000" lang="en-US"/>
              <a:t>0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S</a:t>
            </a:r>
            <a:r>
              <a:rPr baseline="30000" lang="en-US"/>
              <a:t>0</a:t>
            </a:r>
            <a:r>
              <a:rPr lang="en-US"/>
              <a:t>	{ B</a:t>
            </a:r>
            <a:r>
              <a:rPr baseline="30000" lang="en-US"/>
              <a:t>1</a:t>
            </a:r>
            <a:r>
              <a:rPr lang="en-US"/>
              <a:t> A</a:t>
            </a:r>
            <a:r>
              <a:rPr baseline="30000" lang="en-US"/>
              <a:t>3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B</a:t>
            </a:r>
            <a:r>
              <a:rPr baseline="30000" lang="en-US"/>
              <a:t>1</a:t>
            </a:r>
            <a:r>
              <a:rPr lang="en-US"/>
              <a:t>	{ A</a:t>
            </a:r>
            <a:r>
              <a:rPr baseline="30000" lang="en-US"/>
              <a:t>3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G</a:t>
            </a:r>
            <a:r>
              <a:rPr baseline="30000" lang="en-US"/>
              <a:t>21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A</a:t>
            </a:r>
            <a:r>
              <a:rPr baseline="30000" lang="en-US"/>
              <a:t>3</a:t>
            </a:r>
            <a:r>
              <a:rPr lang="en-US"/>
              <a:t>	{ D</a:t>
            </a:r>
            <a:r>
              <a:rPr baseline="30000" lang="en-US"/>
              <a:t>6</a:t>
            </a:r>
            <a:r>
              <a:rPr lang="en-US"/>
              <a:t> C</a:t>
            </a:r>
            <a:r>
              <a:rPr baseline="30000" lang="en-US"/>
              <a:t>8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}	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D</a:t>
            </a:r>
            <a:r>
              <a:rPr baseline="30000" lang="en-US"/>
              <a:t>6</a:t>
            </a:r>
            <a:r>
              <a:rPr lang="en-US"/>
              <a:t>	{ C</a:t>
            </a:r>
            <a:r>
              <a:rPr baseline="30000" lang="en-US"/>
              <a:t>8</a:t>
            </a:r>
            <a:r>
              <a:rPr lang="en-US"/>
              <a:t>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18</a:t>
            </a:r>
            <a:r>
              <a:rPr lang="en-US"/>
              <a:t> 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C</a:t>
            </a:r>
            <a:r>
              <a:rPr baseline="30000" lang="en-US"/>
              <a:t>8</a:t>
            </a:r>
            <a:r>
              <a:rPr lang="en-US"/>
              <a:t>	{ E</a:t>
            </a:r>
            <a:r>
              <a:rPr baseline="30000" lang="en-US"/>
              <a:t>10</a:t>
            </a:r>
            <a:r>
              <a:rPr lang="en-US"/>
              <a:t> G</a:t>
            </a:r>
            <a:r>
              <a:rPr baseline="30000" lang="en-US"/>
              <a:t>13</a:t>
            </a:r>
            <a:r>
              <a:rPr lang="en-US"/>
              <a:t>}    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E</a:t>
            </a:r>
            <a:r>
              <a:rPr baseline="30000" lang="en-US"/>
              <a:t>10</a:t>
            </a:r>
            <a:r>
              <a:rPr lang="en-US"/>
              <a:t>	{ G</a:t>
            </a:r>
            <a:r>
              <a:rPr baseline="30000" lang="en-US"/>
              <a:t>13</a:t>
            </a:r>
            <a:r>
              <a:rPr lang="en-US"/>
              <a:t>}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			G</a:t>
            </a:r>
            <a:r>
              <a:rPr baseline="30000" lang="en-US"/>
              <a:t>13</a:t>
            </a:r>
            <a:r>
              <a:rPr lang="en-US"/>
              <a:t>	{}                            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Solution path found is S C G, cost 13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/>
              <a:t>    Number of nodes expanded (including goal node) = 7</a:t>
            </a:r>
            <a:endParaRPr/>
          </a:p>
        </p:txBody>
      </p:sp>
      <p:grpSp>
        <p:nvGrpSpPr>
          <p:cNvPr id="4288" name="Google Shape;4288;p106"/>
          <p:cNvGrpSpPr/>
          <p:nvPr/>
        </p:nvGrpSpPr>
        <p:grpSpPr>
          <a:xfrm>
            <a:off x="6553200" y="223596"/>
            <a:ext cx="2362200" cy="2519604"/>
            <a:chOff x="816" y="1296"/>
            <a:chExt cx="3360" cy="2160"/>
          </a:xfrm>
        </p:grpSpPr>
        <p:grpSp>
          <p:nvGrpSpPr>
            <p:cNvPr id="4289" name="Google Shape;4289;p106"/>
            <p:cNvGrpSpPr/>
            <p:nvPr/>
          </p:nvGrpSpPr>
          <p:grpSpPr>
            <a:xfrm>
              <a:off x="2544" y="1296"/>
              <a:ext cx="384" cy="384"/>
              <a:chOff x="4752" y="1056"/>
              <a:chExt cx="384" cy="384"/>
            </a:xfrm>
          </p:grpSpPr>
          <p:sp>
            <p:nvSpPr>
              <p:cNvPr id="4290" name="Google Shape;4290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1" name="Google Shape;4291;p106"/>
              <p:cNvSpPr txBox="1"/>
              <p:nvPr/>
            </p:nvSpPr>
            <p:spPr>
              <a:xfrm>
                <a:off x="4800" y="1056"/>
                <a:ext cx="241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2" name="Google Shape;4292;p106"/>
            <p:cNvGrpSpPr/>
            <p:nvPr/>
          </p:nvGrpSpPr>
          <p:grpSpPr>
            <a:xfrm>
              <a:off x="3792" y="2160"/>
              <a:ext cx="384" cy="384"/>
              <a:chOff x="4752" y="1056"/>
              <a:chExt cx="384" cy="384"/>
            </a:xfrm>
          </p:grpSpPr>
          <p:sp>
            <p:nvSpPr>
              <p:cNvPr id="4293" name="Google Shape;4293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4" name="Google Shape;4294;p106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5" name="Google Shape;4295;p106"/>
            <p:cNvGrpSpPr/>
            <p:nvPr/>
          </p:nvGrpSpPr>
          <p:grpSpPr>
            <a:xfrm>
              <a:off x="2688" y="2160"/>
              <a:ext cx="384" cy="384"/>
              <a:chOff x="4752" y="1056"/>
              <a:chExt cx="384" cy="384"/>
            </a:xfrm>
          </p:grpSpPr>
          <p:sp>
            <p:nvSpPr>
              <p:cNvPr id="4296" name="Google Shape;4296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7" name="Google Shape;4297;p106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8" name="Google Shape;4298;p106"/>
            <p:cNvGrpSpPr/>
            <p:nvPr/>
          </p:nvGrpSpPr>
          <p:grpSpPr>
            <a:xfrm>
              <a:off x="1680" y="2160"/>
              <a:ext cx="384" cy="384"/>
              <a:chOff x="4752" y="1056"/>
              <a:chExt cx="384" cy="384"/>
            </a:xfrm>
          </p:grpSpPr>
          <p:sp>
            <p:nvSpPr>
              <p:cNvPr id="4299" name="Google Shape;4299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0" name="Google Shape;4300;p106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1" name="Google Shape;4301;p106"/>
            <p:cNvGrpSpPr/>
            <p:nvPr/>
          </p:nvGrpSpPr>
          <p:grpSpPr>
            <a:xfrm>
              <a:off x="816" y="3024"/>
              <a:ext cx="384" cy="384"/>
              <a:chOff x="4752" y="1056"/>
              <a:chExt cx="384" cy="384"/>
            </a:xfrm>
          </p:grpSpPr>
          <p:sp>
            <p:nvSpPr>
              <p:cNvPr id="4302" name="Google Shape;4302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3" name="Google Shape;4303;p106"/>
              <p:cNvSpPr txBox="1"/>
              <p:nvPr/>
            </p:nvSpPr>
            <p:spPr>
              <a:xfrm>
                <a:off x="4800" y="1056"/>
                <a:ext cx="278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4" name="Google Shape;4304;p106"/>
            <p:cNvGrpSpPr/>
            <p:nvPr/>
          </p:nvGrpSpPr>
          <p:grpSpPr>
            <a:xfrm>
              <a:off x="2688" y="3072"/>
              <a:ext cx="384" cy="384"/>
              <a:chOff x="4752" y="1056"/>
              <a:chExt cx="384" cy="384"/>
            </a:xfrm>
          </p:grpSpPr>
          <p:sp>
            <p:nvSpPr>
              <p:cNvPr id="4305" name="Google Shape;4305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6" name="Google Shape;4306;p106"/>
              <p:cNvSpPr txBox="1"/>
              <p:nvPr/>
            </p:nvSpPr>
            <p:spPr>
              <a:xfrm>
                <a:off x="4800" y="1056"/>
                <a:ext cx="29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7" name="Google Shape;4307;p106"/>
            <p:cNvGrpSpPr/>
            <p:nvPr/>
          </p:nvGrpSpPr>
          <p:grpSpPr>
            <a:xfrm>
              <a:off x="1728" y="3024"/>
              <a:ext cx="384" cy="384"/>
              <a:chOff x="4752" y="1056"/>
              <a:chExt cx="384" cy="384"/>
            </a:xfrm>
          </p:grpSpPr>
          <p:sp>
            <p:nvSpPr>
              <p:cNvPr id="4308" name="Google Shape;4308;p106"/>
              <p:cNvSpPr/>
              <p:nvPr/>
            </p:nvSpPr>
            <p:spPr>
              <a:xfrm>
                <a:off x="4752" y="1056"/>
                <a:ext cx="384" cy="384"/>
              </a:xfrm>
              <a:prstGeom prst="ellipse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9" name="Google Shape;4309;p106"/>
              <p:cNvSpPr txBox="1"/>
              <p:nvPr/>
            </p:nvSpPr>
            <p:spPr>
              <a:xfrm>
                <a:off x="4800" y="1056"/>
                <a:ext cx="26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1" i="0" lang="en-US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10" name="Google Shape;4310;p106"/>
            <p:cNvCxnSpPr/>
            <p:nvPr/>
          </p:nvCxnSpPr>
          <p:spPr>
            <a:xfrm flipH="1">
              <a:off x="2016" y="1632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1" name="Google Shape;4311;p106"/>
            <p:cNvCxnSpPr/>
            <p:nvPr/>
          </p:nvCxnSpPr>
          <p:spPr>
            <a:xfrm>
              <a:off x="1872" y="2592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2" name="Google Shape;4312;p106"/>
            <p:cNvCxnSpPr/>
            <p:nvPr/>
          </p:nvCxnSpPr>
          <p:spPr>
            <a:xfrm>
              <a:off x="2112" y="2544"/>
              <a:ext cx="624" cy="48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3" name="Google Shape;4313;p106"/>
            <p:cNvCxnSpPr/>
            <p:nvPr/>
          </p:nvCxnSpPr>
          <p:spPr>
            <a:xfrm>
              <a:off x="2736" y="1728"/>
              <a:ext cx="96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4" name="Google Shape;4314;p106"/>
            <p:cNvCxnSpPr/>
            <p:nvPr/>
          </p:nvCxnSpPr>
          <p:spPr>
            <a:xfrm>
              <a:off x="2880" y="1584"/>
              <a:ext cx="91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5" name="Google Shape;4315;p106"/>
            <p:cNvCxnSpPr/>
            <p:nvPr/>
          </p:nvCxnSpPr>
          <p:spPr>
            <a:xfrm>
              <a:off x="2880" y="2640"/>
              <a:ext cx="0" cy="43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6" name="Google Shape;4316;p106"/>
            <p:cNvCxnSpPr/>
            <p:nvPr/>
          </p:nvCxnSpPr>
          <p:spPr>
            <a:xfrm flipH="1">
              <a:off x="3120" y="2544"/>
              <a:ext cx="672" cy="57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7" name="Google Shape;4317;p106"/>
            <p:cNvCxnSpPr/>
            <p:nvPr/>
          </p:nvCxnSpPr>
          <p:spPr>
            <a:xfrm flipH="1">
              <a:off x="1152" y="2496"/>
              <a:ext cx="528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18" name="Google Shape;4318;p106"/>
            <p:cNvSpPr txBox="1"/>
            <p:nvPr/>
          </p:nvSpPr>
          <p:spPr>
            <a:xfrm>
              <a:off x="2112" y="164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p106"/>
            <p:cNvSpPr txBox="1"/>
            <p:nvPr/>
          </p:nvSpPr>
          <p:spPr>
            <a:xfrm>
              <a:off x="2784" y="1696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106"/>
            <p:cNvSpPr txBox="1"/>
            <p:nvPr/>
          </p:nvSpPr>
          <p:spPr>
            <a:xfrm>
              <a:off x="3312" y="16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1" name="Google Shape;4321;p106"/>
            <p:cNvSpPr txBox="1"/>
            <p:nvPr/>
          </p:nvSpPr>
          <p:spPr>
            <a:xfrm>
              <a:off x="2304" y="2464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2" name="Google Shape;4322;p106"/>
            <p:cNvSpPr txBox="1"/>
            <p:nvPr/>
          </p:nvSpPr>
          <p:spPr>
            <a:xfrm>
              <a:off x="2928" y="2608"/>
              <a:ext cx="3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3" name="Google Shape;4323;p106"/>
            <p:cNvSpPr txBox="1"/>
            <p:nvPr/>
          </p:nvSpPr>
          <p:spPr>
            <a:xfrm>
              <a:off x="3504" y="2704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4" name="Google Shape;4324;p106"/>
            <p:cNvSpPr txBox="1"/>
            <p:nvPr/>
          </p:nvSpPr>
          <p:spPr>
            <a:xfrm>
              <a:off x="1296" y="2400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5" name="Google Shape;4325;p106"/>
            <p:cNvSpPr txBox="1"/>
            <p:nvPr/>
          </p:nvSpPr>
          <p:spPr>
            <a:xfrm>
              <a:off x="1584" y="2608"/>
              <a:ext cx="22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6" name="Google Shape;4326;p106"/>
          <p:cNvSpPr txBox="1"/>
          <p:nvPr>
            <p:ph type="title"/>
          </p:nvPr>
        </p:nvSpPr>
        <p:spPr>
          <a:xfrm>
            <a:off x="990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Uniform Cost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1" name="Shape 4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Google Shape;4332;p107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3" name="Google Shape;4333;p107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Bidirectional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34" name="Google Shape;4334;p107"/>
          <p:cNvSpPr txBox="1"/>
          <p:nvPr>
            <p:ph idx="1" type="body"/>
          </p:nvPr>
        </p:nvSpPr>
        <p:spPr>
          <a:xfrm>
            <a:off x="685800" y="1143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5425" lvl="0" marL="225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/>
              <a:t>Idea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simultaneously search forward from S and backwards from G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stop when both “meet in the middle”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need to keep track of the intersection of 2 open sets of nodes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/>
              <a:t>What does searching backwards from G mean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need a way to specify the predecessors of G</a:t>
            </a:r>
            <a:endParaRPr/>
          </a:p>
          <a:p>
            <a:pPr indent="-233362" lvl="2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this can be difficult, </a:t>
            </a:r>
            <a:endParaRPr/>
          </a:p>
          <a:p>
            <a:pPr indent="-233362" lvl="2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e.g., predecessors of checkmate in chess?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what if there are multiple goal states?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what if there is only a goal test, no explicit list?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8" name="Shape 4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9" name="Google Shape;4339;p108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0" name="Google Shape;4340;p10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What Criteria are used to Compare different search techniques ?</a:t>
            </a:r>
            <a:endParaRPr sz="36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1" name="Google Shape;4341;p108"/>
          <p:cNvSpPr txBox="1"/>
          <p:nvPr>
            <p:ph idx="1" type="body"/>
          </p:nvPr>
        </p:nvSpPr>
        <p:spPr>
          <a:xfrm>
            <a:off x="762000" y="1676400"/>
            <a:ext cx="7772400" cy="461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</a:t>
            </a:r>
            <a:endParaRPr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As we are going to consider different techniques to search the problem space, we need to consider what criteria we will use to compare them.</a:t>
            </a:r>
            <a:endParaRPr/>
          </a:p>
          <a:p>
            <a:pPr indent="-98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US" sz="2000"/>
              <a:t>Completeness</a:t>
            </a:r>
            <a:r>
              <a:rPr lang="en-US" sz="2000"/>
              <a:t>: Is the technique guaranteed to find an answer (if there is one). </a:t>
            </a:r>
            <a:endParaRPr/>
          </a:p>
          <a:p>
            <a:pPr indent="-98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US" sz="2000"/>
              <a:t>Optimality/Admissibility </a:t>
            </a:r>
            <a:r>
              <a:rPr lang="en-US" sz="2000"/>
              <a:t>: does it always find a least-cost solution?</a:t>
            </a:r>
            <a:endParaRPr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- an admissible algorithm will find a solution with minimum cost</a:t>
            </a:r>
            <a:endParaRPr/>
          </a:p>
          <a:p>
            <a:pPr indent="-98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 </a:t>
            </a:r>
            <a:r>
              <a:rPr b="1" lang="en-US" sz="2000"/>
              <a:t>Time Complexity</a:t>
            </a:r>
            <a:r>
              <a:rPr lang="en-US" sz="2000"/>
              <a:t>: How long does it take to find a solution.</a:t>
            </a:r>
            <a:endParaRPr/>
          </a:p>
          <a:p>
            <a:pPr indent="-98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225425" lvl="0" marL="2254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 </a:t>
            </a:r>
            <a:r>
              <a:rPr b="1" lang="en-US" sz="2000"/>
              <a:t>Space Complexity</a:t>
            </a:r>
            <a:r>
              <a:rPr lang="en-US" sz="2000"/>
              <a:t>: How much memory does it take to find a solution. </a:t>
            </a:r>
            <a:endParaRPr sz="20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5" name="Shape 4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6" name="Google Shape;4346;p109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7" name="Google Shape;4347;p10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Time and Space Complexity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8" name="Google Shape;4348;p10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81000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Time and space complexity are measured in terms of:</a:t>
            </a: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The average number of new nodes we create when expanding a new node is the (effective) branching factor </a:t>
            </a:r>
            <a:r>
              <a:rPr b="1" lang="en-US" sz="2000"/>
              <a:t>b</a:t>
            </a:r>
            <a:r>
              <a:rPr lang="en-US" sz="2000"/>
              <a:t>.</a:t>
            </a:r>
            <a:endParaRPr/>
          </a:p>
          <a:p>
            <a:pPr indent="-254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The (maximum) branching factor </a:t>
            </a:r>
            <a:r>
              <a:rPr b="1" lang="en-US" sz="2000"/>
              <a:t>b</a:t>
            </a:r>
            <a:r>
              <a:rPr lang="en-US" sz="2000"/>
              <a:t> is defined as the maximum nodes created when a new node is expanded.</a:t>
            </a:r>
            <a:endParaRPr/>
          </a:p>
          <a:p>
            <a:pPr indent="-254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The length of a path to a goal is the depth </a:t>
            </a:r>
            <a:r>
              <a:rPr b="1" lang="en-US" sz="2000"/>
              <a:t>d</a:t>
            </a:r>
            <a:r>
              <a:rPr lang="en-US" sz="2000"/>
              <a:t>.</a:t>
            </a:r>
            <a:endParaRPr/>
          </a:p>
          <a:p>
            <a:pPr indent="-254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The maximum length of any path in the state space </a:t>
            </a:r>
            <a:r>
              <a:rPr b="1" lang="en-US" sz="2000"/>
              <a:t>m</a:t>
            </a:r>
            <a:r>
              <a:rPr lang="en-US" sz="2000"/>
              <a:t>.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54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3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p110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5" name="Google Shape;4355;p11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Properties of breadth-first search</a:t>
            </a:r>
            <a:endParaRPr sz="36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6" name="Google Shape;4356;p11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Complete?</a:t>
            </a:r>
            <a:r>
              <a:rPr lang="en-US" sz="2800">
                <a:solidFill>
                  <a:srgbClr val="CC0099"/>
                </a:solidFill>
              </a:rPr>
              <a:t> </a:t>
            </a:r>
            <a:r>
              <a:rPr lang="en-US" sz="2800"/>
              <a:t>Yes it always reaches goal (if </a:t>
            </a:r>
            <a:r>
              <a:rPr i="1" lang="en-US" sz="2800"/>
              <a:t>b</a:t>
            </a:r>
            <a:r>
              <a:rPr lang="en-US" sz="2800"/>
              <a:t> is finite)</a:t>
            </a:r>
            <a:endParaRPr/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Time?</a:t>
            </a:r>
            <a:r>
              <a:rPr lang="en-US" sz="2800"/>
              <a:t> </a:t>
            </a:r>
            <a:r>
              <a:rPr i="1" lang="en-US" sz="2800"/>
              <a:t>1+b+b</a:t>
            </a:r>
            <a:r>
              <a:rPr baseline="30000" i="1" lang="en-US" sz="2800"/>
              <a:t>2</a:t>
            </a:r>
            <a:r>
              <a:rPr i="1" lang="en-US" sz="2800"/>
              <a:t>+b</a:t>
            </a:r>
            <a:r>
              <a:rPr baseline="30000" i="1" lang="en-US" sz="2800"/>
              <a:t>3</a:t>
            </a:r>
            <a:r>
              <a:rPr lang="en-US" sz="2800"/>
              <a:t>+… +</a:t>
            </a:r>
            <a:r>
              <a:rPr i="1" lang="en-US" sz="2800"/>
              <a:t>b</a:t>
            </a:r>
            <a:r>
              <a:rPr baseline="30000" i="1" lang="en-US" sz="2800"/>
              <a:t>d</a:t>
            </a:r>
            <a:r>
              <a:rPr lang="en-US" sz="2800"/>
              <a:t> + (</a:t>
            </a:r>
            <a:r>
              <a:rPr i="1" lang="en-US" sz="2800"/>
              <a:t>b</a:t>
            </a:r>
            <a:r>
              <a:rPr baseline="30000" i="1" lang="en-US" sz="2800"/>
              <a:t>d+1</a:t>
            </a:r>
            <a:r>
              <a:rPr i="1" lang="en-US" sz="2800"/>
              <a:t>-b)</a:t>
            </a:r>
            <a:r>
              <a:rPr lang="en-US" sz="2800"/>
              <a:t>) = O(b</a:t>
            </a:r>
            <a:r>
              <a:rPr baseline="30000" lang="en-US" sz="2800"/>
              <a:t>d+1</a:t>
            </a:r>
            <a:r>
              <a:rPr lang="en-US" sz="2800"/>
              <a:t>)</a:t>
            </a:r>
            <a:endParaRPr/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         (this is the number of nodes we generate)</a:t>
            </a:r>
            <a:endParaRPr/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Space?</a:t>
            </a:r>
            <a:r>
              <a:rPr lang="en-US" sz="2800"/>
              <a:t> </a:t>
            </a:r>
            <a:r>
              <a:rPr i="1" lang="en-US" sz="2800"/>
              <a:t>O(b</a:t>
            </a:r>
            <a:r>
              <a:rPr baseline="30000" i="1" lang="en-US" sz="2800"/>
              <a:t>d+1</a:t>
            </a:r>
            <a:r>
              <a:rPr i="1" lang="en-US" sz="2800"/>
              <a:t>)</a:t>
            </a:r>
            <a:r>
              <a:rPr lang="en-US" sz="2800"/>
              <a:t> (keeps every node in memory,</a:t>
            </a:r>
            <a:endParaRPr/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           either in fringe or on a path to fringe).</a:t>
            </a:r>
            <a:endParaRPr/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Optimal?</a:t>
            </a:r>
            <a:r>
              <a:rPr lang="en-US" sz="2800"/>
              <a:t> Yes (if we guarantee that deeper solutions are less optimal, e.g. step-cost=1).</a:t>
            </a:r>
            <a:endParaRPr/>
          </a:p>
          <a:p>
            <a:pPr indent="-476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-225425" lvl="0" marL="22542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</a:pPr>
            <a:r>
              <a:rPr lang="en-US" sz="2800">
                <a:solidFill>
                  <a:srgbClr val="FF0000"/>
                </a:solidFill>
              </a:rPr>
              <a:t>Space</a:t>
            </a:r>
            <a:r>
              <a:rPr lang="en-US" sz="2800"/>
              <a:t> is the bigger problem (more than time)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1" name="Shape 4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" name="Google Shape;4362;p111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3" name="Google Shape;4363;p11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Complete?</a:t>
            </a:r>
            <a:r>
              <a:rPr lang="en-US" sz="2800"/>
              <a:t> No: fails in infinite-depth spaces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</a:t>
            </a:r>
            <a:r>
              <a:rPr lang="en-US" sz="2400"/>
              <a:t>Can modify to avoid repeated states along path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Time?</a:t>
            </a:r>
            <a:r>
              <a:rPr lang="en-US" sz="2800"/>
              <a:t> </a:t>
            </a:r>
            <a:r>
              <a:rPr i="1" lang="en-US" sz="2800"/>
              <a:t>O(b</a:t>
            </a:r>
            <a:r>
              <a:rPr baseline="30000" i="1" lang="en-US" sz="2800"/>
              <a:t>m</a:t>
            </a:r>
            <a:r>
              <a:rPr i="1" lang="en-US" sz="2800"/>
              <a:t>)</a:t>
            </a:r>
            <a:r>
              <a:rPr lang="en-US" sz="2800"/>
              <a:t> with m=maximum depth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/>
              <a:t>terrible if </a:t>
            </a:r>
            <a:r>
              <a:rPr i="1" lang="en-US" sz="2800"/>
              <a:t>m</a:t>
            </a:r>
            <a:r>
              <a:rPr lang="en-US" sz="2800"/>
              <a:t> is much larger than </a:t>
            </a:r>
            <a:r>
              <a:rPr i="1" lang="en-US" sz="2800"/>
              <a:t>d</a:t>
            </a:r>
            <a:endParaRPr/>
          </a:p>
          <a:p>
            <a:pPr indent="-227012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/>
              <a:t> but if solutions are dense, may be much faster than      </a:t>
            </a:r>
            <a:endParaRPr/>
          </a:p>
          <a:p>
            <a:pPr indent="-227011" lvl="1" marL="5667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    breadth-first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Space?</a:t>
            </a:r>
            <a:r>
              <a:rPr lang="en-US" sz="2800"/>
              <a:t> </a:t>
            </a:r>
            <a:r>
              <a:rPr i="1" lang="en-US" sz="2800"/>
              <a:t>O(bm), </a:t>
            </a:r>
            <a:r>
              <a:rPr lang="en-US" sz="2800"/>
              <a:t>i.e., linear space! </a:t>
            </a:r>
            <a:r>
              <a:rPr lang="en-US" sz="2400"/>
              <a:t>(we only need to 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   remember a single path + expanded unexplored nodes)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99"/>
              </a:buClr>
              <a:buSzPts val="2800"/>
              <a:buFont typeface="Times New Roman"/>
              <a:buChar char="•"/>
            </a:pPr>
            <a:r>
              <a:rPr lang="en-US" sz="2800" u="sng">
                <a:solidFill>
                  <a:srgbClr val="CC0099"/>
                </a:solidFill>
              </a:rPr>
              <a:t>Optimal?</a:t>
            </a:r>
            <a:r>
              <a:rPr lang="en-US" sz="2800"/>
              <a:t> No </a:t>
            </a:r>
            <a:r>
              <a:rPr lang="en-US" sz="2400"/>
              <a:t>(It may find a non-optimal goal first)</a:t>
            </a:r>
            <a:endParaRPr/>
          </a:p>
        </p:txBody>
      </p:sp>
      <p:sp>
        <p:nvSpPr>
          <p:cNvPr id="4364" name="Google Shape;4364;p1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Properties of depth-first search</a:t>
            </a:r>
            <a:endParaRPr sz="36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9" name="Shape 4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0" name="Google Shape;4370;p112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1" name="Google Shape;4371;p112"/>
          <p:cNvSpPr txBox="1"/>
          <p:nvPr>
            <p:ph idx="1" type="body"/>
          </p:nvPr>
        </p:nvSpPr>
        <p:spPr>
          <a:xfrm>
            <a:off x="228600" y="1905000"/>
            <a:ext cx="8650288" cy="4608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5425" lvl="0" marL="225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2400"/>
              <a:buFont typeface="Times New Roman"/>
              <a:buChar char="•"/>
            </a:pPr>
            <a:r>
              <a:rPr lang="en-US" u="sng">
                <a:solidFill>
                  <a:srgbClr val="CC0099"/>
                </a:solidFill>
              </a:rPr>
              <a:t>Complete?</a:t>
            </a:r>
            <a:r>
              <a:rPr lang="en-US"/>
              <a:t> Yes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99"/>
              </a:buClr>
              <a:buSzPts val="2400"/>
              <a:buFont typeface="Times New Roman"/>
              <a:buChar char="•"/>
            </a:pPr>
            <a:r>
              <a:rPr lang="en-US" u="sng">
                <a:solidFill>
                  <a:srgbClr val="CC0099"/>
                </a:solidFill>
              </a:rPr>
              <a:t>Time?</a:t>
            </a:r>
            <a:r>
              <a:rPr lang="en-US">
                <a:solidFill>
                  <a:srgbClr val="CC0099"/>
                </a:solidFill>
              </a:rPr>
              <a:t> </a:t>
            </a:r>
            <a:r>
              <a:rPr i="1" lang="en-US"/>
              <a:t>(d+1)b</a:t>
            </a:r>
            <a:r>
              <a:rPr baseline="30000" i="1" lang="en-US"/>
              <a:t>0</a:t>
            </a:r>
            <a:r>
              <a:rPr i="1" lang="en-US"/>
              <a:t> + d b</a:t>
            </a:r>
            <a:r>
              <a:rPr baseline="30000" i="1" lang="en-US"/>
              <a:t>1</a:t>
            </a:r>
            <a:r>
              <a:rPr i="1" lang="en-US"/>
              <a:t> + (d-1)b</a:t>
            </a:r>
            <a:r>
              <a:rPr baseline="30000" i="1" lang="en-US"/>
              <a:t>2</a:t>
            </a:r>
            <a:r>
              <a:rPr i="1" lang="en-US"/>
              <a:t> + … + b</a:t>
            </a:r>
            <a:r>
              <a:rPr baseline="30000" i="1" lang="en-US"/>
              <a:t>d</a:t>
            </a:r>
            <a:r>
              <a:rPr i="1" lang="en-US"/>
              <a:t> = O(b</a:t>
            </a:r>
            <a:r>
              <a:rPr baseline="30000" i="1" lang="en-US"/>
              <a:t>d</a:t>
            </a:r>
            <a:r>
              <a:rPr i="1" lang="en-US"/>
              <a:t>)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99"/>
              </a:buClr>
              <a:buSzPts val="2400"/>
              <a:buFont typeface="Times New Roman"/>
              <a:buChar char="•"/>
            </a:pPr>
            <a:r>
              <a:rPr lang="en-US" u="sng">
                <a:solidFill>
                  <a:srgbClr val="CC0099"/>
                </a:solidFill>
              </a:rPr>
              <a:t>Space?</a:t>
            </a:r>
            <a:r>
              <a:rPr lang="en-US"/>
              <a:t> </a:t>
            </a:r>
            <a:r>
              <a:rPr i="1" lang="en-US"/>
              <a:t>O(bd)</a:t>
            </a:r>
            <a:endParaRPr/>
          </a:p>
          <a:p>
            <a:pPr indent="-225425" lvl="0" marL="2254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99"/>
              </a:buClr>
              <a:buSzPts val="2400"/>
              <a:buFont typeface="Times New Roman"/>
              <a:buChar char="•"/>
            </a:pPr>
            <a:r>
              <a:rPr lang="en-US" u="sng">
                <a:solidFill>
                  <a:srgbClr val="CC0099"/>
                </a:solidFill>
              </a:rPr>
              <a:t>Optimal?</a:t>
            </a:r>
            <a:r>
              <a:rPr lang="en-US"/>
              <a:t> Yes, if step cost = 1 or increasing function of depth.</a:t>
            </a:r>
            <a:endParaRPr sz="2800"/>
          </a:p>
        </p:txBody>
      </p:sp>
      <p:sp>
        <p:nvSpPr>
          <p:cNvPr id="4372" name="Google Shape;4372;p11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Properties of Iterative Deepening Search</a:t>
            </a:r>
            <a:endParaRPr sz="36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7" name="Shape 4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8" name="Google Shape;4378;p113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9" name="Google Shape;4379;p113"/>
          <p:cNvSpPr/>
          <p:nvPr/>
        </p:nvSpPr>
        <p:spPr>
          <a:xfrm>
            <a:off x="0" y="1905000"/>
            <a:ext cx="8991600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fringe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queue ordered by path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 to breadth-first if all step costs all equal.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CC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Complete?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Yes, if step cost ≥ 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(otherwise it can get stuck in infinite loops)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CC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Time?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# of nodes with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cost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cost of optimal solution.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CC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Space?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# of nodes on paths with path cost ≤ cost of optimal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solution.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CC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Optimal?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Yes, for any step cost.</a:t>
            </a:r>
            <a:endParaRPr b="0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0" name="Google Shape;4380;p11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Properties of uniform-cost search</a:t>
            </a:r>
            <a:endParaRPr sz="3600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5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p114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7" name="Google Shape;4387;p11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Bi-Directional Search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88" name="Google Shape;438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438400"/>
            <a:ext cx="5186363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9" name="Google Shape;4389;p114"/>
          <p:cNvSpPr/>
          <p:nvPr/>
        </p:nvSpPr>
        <p:spPr>
          <a:xfrm>
            <a:off x="1143000" y="1600200"/>
            <a:ext cx="678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Complexity: time and space complexity are: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0" name="Google Shape;4390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600200"/>
            <a:ext cx="114300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5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6" name="Google Shape;4396;p115"/>
          <p:cNvSpPr txBox="1"/>
          <p:nvPr>
            <p:ph idx="4294967295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7" name="Google Shape;4397;p1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search algorithms</a:t>
            </a:r>
            <a:endParaRPr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98" name="Google Shape;4398;p115"/>
          <p:cNvPicPr preferRelativeResize="0"/>
          <p:nvPr/>
        </p:nvPicPr>
        <p:blipFill rotWithShape="1">
          <a:blip r:embed="rId3">
            <a:alphaModFix/>
          </a:blip>
          <a:srcRect b="51042" l="14062" r="17967" t="22917"/>
          <a:stretch/>
        </p:blipFill>
        <p:spPr>
          <a:xfrm>
            <a:off x="1143000" y="2438400"/>
            <a:ext cx="66294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2014-02-04T08:58:30Z</dcterms:created>
  <dc:creator>Marie desJardins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>finin@umbc.edu</vt:lpwstr>
  </property>
  <property fmtid="{D5CDD505-2E9C-101B-9397-08002B2CF9AE}" pid="8" name="HomePage">
    <vt:lpwstr>http://umbc.edu/~finin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C:\Users\finin\teaching\AI\RN</vt:lpwstr>
  </property>
</Properties>
</file>
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Lexen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exend-regular.fntdata"/><Relationship Id="rId14" Type="http://schemas.openxmlformats.org/officeDocument/2006/relationships/slide" Target="slides/slide10.xml"/><Relationship Id="rId16" Type="http://schemas.openxmlformats.org/officeDocument/2006/relationships/font" Target="fonts/Lexen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4a4e36de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4a4e36d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4a4e36de6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4a4e36de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4a4e36de6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4a4e36de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4a4e36de6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4a4e36de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4a4e36de6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4a4e36de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4a4e36de6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4a4e36de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4a4e36de6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4a4e36de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4a4e36de6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4a4e36de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4a4e36de6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4a4e36de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300"/>
              <a:t>Layered Architecture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Monolithic Software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The end product come at end of the process model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There is no separation of concern (code) of different software components.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All code may be written in a single file with html, sql queries, logic checking etc.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Problems of </a:t>
            </a: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Monolithic Software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No separation between components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Changing a component affects other components.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For example – What if I want to change the UI from JavaScript to Angular 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What is Layered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Organises the system into a set of layers (or abstract machines) each of which provide a set of services.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Supports the incremental development of sub-systems in different layers. When a layer interface changes, only the adjacent layer is affected.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Layered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body"/>
          </p:nvPr>
        </p:nvSpPr>
        <p:spPr>
          <a:xfrm>
            <a:off x="838200" y="1825625"/>
            <a:ext cx="4817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93065" lvl="0" marL="457200" rtl="0" algn="l">
              <a:spcBef>
                <a:spcPts val="1000"/>
              </a:spcBef>
              <a:spcAft>
                <a:spcPts val="0"/>
              </a:spcAft>
              <a:buSzPct val="100000"/>
              <a:buFont typeface="Calibri"/>
              <a:buChar char="•"/>
            </a:pPr>
            <a:r>
              <a:rPr lang="en-US"/>
              <a:t>Organises the system into a set of layers (or abstract machines) each of which provide a set of services.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065" lvl="0" marL="457200" rtl="0" algn="l">
              <a:spcBef>
                <a:spcPts val="1000"/>
              </a:spcBef>
              <a:spcAft>
                <a:spcPts val="0"/>
              </a:spcAft>
              <a:buSzPct val="100000"/>
              <a:buFont typeface="Calibri"/>
              <a:buChar char="•"/>
            </a:pPr>
            <a:r>
              <a:rPr lang="en-US"/>
              <a:t>Supports the incremental development of sub-systems in different layers. When a layer interface changes, only the adjacent layer is affected.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1175" y="1385400"/>
            <a:ext cx="5506421" cy="503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Layered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838200" y="1825625"/>
            <a:ext cx="4817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Layers can be open or closed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A closed layer can only be accessed by the layer above.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A change in one layer does not affect others. It provides isolation.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However,  what if we want to add a new layer where shared utilities will be provided to be used by the Business Layer.  But, we need to use it sometimes.</a:t>
            </a:r>
            <a:endParaRPr sz="2500"/>
          </a:p>
        </p:txBody>
      </p:sp>
      <p:pic>
        <p:nvPicPr>
          <p:cNvPr descr="lay1.PNG" id="150" name="Google Shape;150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5575" y="1454350"/>
            <a:ext cx="6172200" cy="4572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Layered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9"/>
          <p:cNvSpPr txBox="1"/>
          <p:nvPr>
            <p:ph idx="1" type="body"/>
          </p:nvPr>
        </p:nvSpPr>
        <p:spPr>
          <a:xfrm>
            <a:off x="838200" y="1825625"/>
            <a:ext cx="4817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Here comes the concept of open layers.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An open can be bypassed by upper layers.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Too many open layers may affect the actual essence of layered architecture.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pic>
        <p:nvPicPr>
          <p:cNvPr descr="lay2.PNG" id="157" name="Google Shape;157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100" y="1299425"/>
            <a:ext cx="5954100" cy="4877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lay3.PNG" id="163" name="Google Shape;163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6900" y="1229050"/>
            <a:ext cx="5458200" cy="5131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When Used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Used when building new facilities on top of existing systems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When the development is spread across several teams with each team responsible for a layer of functionality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When there is a requirement for multi-level security (for instance, any secured transaction based system)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Advantages-Disadvantages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500"/>
              <a:t>Advantages</a:t>
            </a:r>
            <a:endParaRPr b="1" sz="25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Allows  easy replacement or addition of entire layers so long as the interface is maintained.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Testing is easy as components are isolated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Parallel team work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500"/>
              <a:t>Disadvantages</a:t>
            </a:r>
            <a:endParaRPr b="1" sz="25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 practice, providing a clean separation between layers is often difficult and a high-level layer may have to interact directly with lower-level layers rather than through the layer immediately below it.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Performance can be a problem because of multiple levels of interpretation of a service request as it is processed at each layer.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Parallel processing is not possible (Sequential structure)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Example: OSI model (7 layers)</a:t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
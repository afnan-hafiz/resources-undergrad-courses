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Lexen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Lexend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Lexen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4a710a4e6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4a710a4e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4a710a4e6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4a710a4e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4a710a4e6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4a710a4e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4a710a4e6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4a710a4e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4a710a4e6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4a710a4e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4a710a4e6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4a710a4e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4a710a4e6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4a710a4e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4a710a4e6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4a710a4e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4a710a4e6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94a710a4e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4a710a4e6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94a710a4e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4a710a4e6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94a710a4e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300"/>
              <a:t>Repository, Client Server </a:t>
            </a:r>
            <a:r>
              <a:rPr lang="en-US" sz="3300"/>
              <a:t>Architecture</a:t>
            </a:r>
            <a:endParaRPr sz="3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What is a Repository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Before going into repository design pattern let's first understand what is repository:</a:t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In generic terms repository simply means a place where things are or can be stored.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This term has wide array of use in computer science for example code repository.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We are all familiar with GITHUB. it’s a code repository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What is a Repository Architecture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/>
              <a:t>It will have multiple sub systems.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/>
              <a:t>Sub-systems must exchange data. This may be done in two ways:</a:t>
            </a:r>
            <a:endParaRPr sz="24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Font typeface="Calibri"/>
              <a:buChar char="○"/>
            </a:pPr>
            <a:r>
              <a:rPr lang="en-US" sz="2300"/>
              <a:t>Shared data is held in a central database or repository and may be accessed by all sub-systems;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Font typeface="Calibri"/>
              <a:buChar char="○"/>
            </a:pPr>
            <a:r>
              <a:rPr lang="en-US" sz="2300"/>
              <a:t>Each sub-system maintains its own database and passes data explicitly to other sub-systems.</a:t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When large amounts of data are to be shared, the repository model of sharing is most commonly used as this is an efficient data sharing mechanism.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/>
              <a:t> 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Formal </a:t>
            </a: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Definition</a:t>
            </a: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 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/>
              <a:t>A Repository mediates between the domain and data mapping layers, acting like an in-memory domain object collection. </a:t>
            </a:r>
            <a:r>
              <a:rPr lang="en-US" sz="2400"/>
              <a:t>Client objects construct query specifications declaratively and submit them to Repository for satisfaction. Objects can be added to and removed from the Repository, as they can from a simple collection of objects, and the mapping code encapsulated by the Repository will carry out the appropriate operations behind the scenes.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body"/>
          </p:nvPr>
        </p:nvSpPr>
        <p:spPr>
          <a:xfrm>
            <a:off x="838200" y="1825625"/>
            <a:ext cx="65814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Let's think you are developing an IDE like ’eclipse’.What will you have there: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editor for different language like java,c++.python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code generator, auto complete system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UML editor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Translator to compile the code etc.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So here in the IDE where the components use a repository of system design information.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Each software tool generates information which is then available for use by other tools.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And, sub-components do not communicate with each other, means they are independent.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Have a look at the figure for the example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descr="6.9 RepositoryIDE.eps" id="143" name="Google Shape;143;p17"/>
          <p:cNvPicPr preferRelativeResize="0"/>
          <p:nvPr/>
        </p:nvPicPr>
        <p:blipFill rotWithShape="1">
          <a:blip r:embed="rId3">
            <a:alphaModFix/>
          </a:blip>
          <a:srcRect b="-12282" l="0" r="0" t="-12282"/>
          <a:stretch/>
        </p:blipFill>
        <p:spPr>
          <a:xfrm>
            <a:off x="7419600" y="2629488"/>
            <a:ext cx="4310824" cy="274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When Used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>
            <p:ph idx="1" type="body"/>
          </p:nvPr>
        </p:nvSpPr>
        <p:spPr>
          <a:xfrm>
            <a:off x="838200" y="18391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You should use this pattern when you have a system in which large volumes of information are generated that has to be stored for a long time. You may also use it in </a:t>
            </a:r>
            <a:r>
              <a:rPr b="1" lang="en-US"/>
              <a:t>data-driven systems</a:t>
            </a:r>
            <a:r>
              <a:rPr lang="en-US"/>
              <a:t> where the inclusion of data in the repository triggers an action or tool.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Advantages-Disadvantages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Advantages</a:t>
            </a:r>
            <a:endParaRPr b="1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Components can be independent—they do not need to know of the existence of other components.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Changes made by one component can be propagated to all components.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All data can be managed consistently (e.g., backups done at the same time) as it is all in one place.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Data security is of higher importance.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Disadvantages</a:t>
            </a:r>
            <a:endParaRPr b="1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The repository is a single point of failure so problems in the repository affect the whole system.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May be inefficiencies in organizing all communication through the repository – latency and processing overhead.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Distributing the repository across several computers may be difficult. (Scalability issue, can be solved by synchronizing tools, but, complex and costly.)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What is Client-Server Architecture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This pattern consists of two parties; </a:t>
            </a:r>
            <a:r>
              <a:rPr b="1" lang="en-US" sz="2500"/>
              <a:t>a server and multiple clients</a:t>
            </a:r>
            <a:r>
              <a:rPr lang="en-US" sz="2500"/>
              <a:t>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The server component will provide services to multiple client components. 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Clients request services from the server and the server provides relevant services to those clients.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 Furthermore, the server continues to listen to client requests.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Set of stand-alone servers which provide specific services such as printing, data management, etc.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Set of clients which call on these services.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Network which allows clients to access servers.</a:t>
            </a:r>
            <a:endParaRPr sz="2500"/>
          </a:p>
        </p:txBody>
      </p:sp>
      <p:pic>
        <p:nvPicPr>
          <p:cNvPr id="162" name="Google Shape;16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3150" y="4174501"/>
            <a:ext cx="3505525" cy="23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/>
          <p:cNvPicPr preferRelativeResize="0"/>
          <p:nvPr/>
        </p:nvPicPr>
        <p:blipFill rotWithShape="1">
          <a:blip r:embed="rId4">
            <a:alphaModFix/>
          </a:blip>
          <a:srcRect b="-2630" l="0" r="0" t="2630"/>
          <a:stretch/>
        </p:blipFill>
        <p:spPr>
          <a:xfrm>
            <a:off x="4844673" y="4981200"/>
            <a:ext cx="1616950" cy="182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1"/>
          <p:cNvSpPr txBox="1"/>
          <p:nvPr>
            <p:ph idx="1" type="body"/>
          </p:nvPr>
        </p:nvSpPr>
        <p:spPr>
          <a:xfrm>
            <a:off x="838200" y="1825625"/>
            <a:ext cx="10515600" cy="1161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Online applications such as email, document sharing and banking.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Figure  is an example of a film and video/DVD library organized as a client–server system.</a:t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pic>
        <p:nvPicPr>
          <p:cNvPr descr="6.11 ClientServerFilmPhoto.eps" id="170" name="Google Shape;170;p21"/>
          <p:cNvPicPr preferRelativeResize="0"/>
          <p:nvPr/>
        </p:nvPicPr>
        <p:blipFill rotWithShape="1">
          <a:blip r:embed="rId3">
            <a:alphaModFix/>
          </a:blip>
          <a:srcRect b="0" l="-1062" r="-1062" t="0"/>
          <a:stretch/>
        </p:blipFill>
        <p:spPr>
          <a:xfrm>
            <a:off x="3076888" y="2922350"/>
            <a:ext cx="6038226" cy="3585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When Used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It is used when data in a shared database has to be accessed from a range of locations. Because servers can be replicated, may also be used when the load on a system is variable and can be resolved by a load balancer.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Advantages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The principal advantage of this model is that servers can be distributed across a network.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Data recovery is possible.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Can be deployed to the cloud, hosted and managed by third-parties (AWS, Azure) which offloads physical infrastructure burden and easy to manage.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Disadvantages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4"/>
          <p:cNvSpPr txBox="1"/>
          <p:nvPr>
            <p:ph idx="1" type="body"/>
          </p:nvPr>
        </p:nvSpPr>
        <p:spPr>
          <a:xfrm>
            <a:off x="838200" y="1825625"/>
            <a:ext cx="10968000" cy="481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Each service is a single point of failure so susceptible to denial of service (DoS) attacks or server failure.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Performance may be unpredictable because it depends on the network as well as the system.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Cost inefficient as requires maintenance cost.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May be management problems if servers are owned by different organizations.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
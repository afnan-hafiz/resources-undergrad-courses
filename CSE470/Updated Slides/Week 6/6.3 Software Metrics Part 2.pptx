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exend Light"/>
      <p:regular r:id="rId13"/>
      <p:bold r:id="rId14"/>
    </p:embeddedFont>
    <p:embeddedFont>
      <p:font typeface="Lexend"/>
      <p:regular r:id="rId15"/>
      <p:bold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2.xml"/><Relationship Id="rId18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674885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67488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674885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674885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6748853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674885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6748853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674885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6748853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674885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6748853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6748853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6748853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674885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edium.com/@kapoorjasdeep/fan-out-and-fan-in-the-unsung-heroes-of-system-design-2f8a4693351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2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measurement and metrics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Software measurement is concerned with deriving a numeric value for an attribute of a software product or process.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allows for objective comparisons between techniques and processes.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Although some companies have introduced measurement programmes, most organisations still don’t make systematic use of software measurement.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There are few established standards in this area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Fan-in/Fan-out, Length of code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Fan-in/Fan-out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Read: </a:t>
            </a:r>
            <a:r>
              <a:rPr lang="en-US" sz="505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3"/>
              </a:rPr>
              <a:t>Medium article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Length of code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This is a measure of the size of a program. Generally, the larger the size of the code of a component, the more complex and error-prone that component is likely to be. Length of code has been shown to be one of the most reliable metrics for predicting error-proneness in components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Specialization Index metric measures the extent to which subclasses override their ancestors classes.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index is the ratio between the number of overridden methods and total number of methods in a Class, weighted by the depth of inheritance for this class.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metric provides a percentage, where the class contains at least one operation. For a root class, the specialization indicator is 0. Nominal range is between 0 % and 120 %.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746000" y="18141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X DIT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											* 100%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NMO+NMA+NMI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Where,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DIT = 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Depth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Inheritance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 =  Number of Overridden Methods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NMA = Number of Methods added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NMI = Number of Inherited methods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 flipH="1" rot="10800000">
            <a:off x="2253600" y="2511925"/>
            <a:ext cx="4455000" cy="270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Question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17175" y="1690825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Person: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581125" y="1667700"/>
            <a:ext cx="411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GradStudent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workStatus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49150" y="1667700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getAvg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37325" y="5392700"/>
            <a:ext cx="1063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SIX value for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GradStudent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Solution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For GradStudent Class,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DIT = 2 ( GradStudent -&gt; Student -&gt; Person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NMI = 1 ( getAvg()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NMA = 1 ( workStatus()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= 2 ( read(), display()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( 2*2 )/( 1+1+2 ) = 1 * 100% = 100%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Defect Removal Efficiency (DRE)</a:t>
            </a:r>
            <a:endParaRPr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14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defect is found when the application does not conform to the requirement specification.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mistake in coding is called Error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An average DRE score is usually around 85% across a full testing program.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E / (E + D) where: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 is the number of errors found before delivery of the software to the end-user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 is the number of defects found after delivery.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We found 100 defects during the testing phase and then later, say within 90 days after software release (in production), found 5 defects,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100/(100+5) = 95.2%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
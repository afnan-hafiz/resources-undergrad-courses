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Proxima Nova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ProximaNova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roximaNova-bold.fntdata"/><Relationship Id="rId6" Type="http://schemas.openxmlformats.org/officeDocument/2006/relationships/slide" Target="slides/slide1.xml"/><Relationship Id="rId18" Type="http://schemas.openxmlformats.org/officeDocument/2006/relationships/font" Target="fonts/ProximaNova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0df155c9bb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0df155c9b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0df155c9bb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0df155c9bb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404ee2b1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404ee2b1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0df155c9bb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0df155c9bb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404ee2b19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404ee2b19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404ee2b19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404ee2b19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404ee2b19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404ee2b19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404ee2b19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404ee2b19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404ee2b19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404ee2b19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404ee2b19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1404ee2b19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404ee2b19e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404ee2b19e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altexsoft.com/blog/business/technical-documentation-in-software-development-types-best-practices-and-tools" TargetMode="External"/><Relationship Id="rId4" Type="http://schemas.openxmlformats.org/officeDocument/2006/relationships/hyperlink" Target="https://www.altexsoft.com/blog/business/technical-documentation-in-software-development-types-best-practices-and-tools" TargetMode="External"/><Relationship Id="rId5" Type="http://schemas.openxmlformats.org/officeDocument/2006/relationships/hyperlink" Target="https://www.altexsoft.com/blog/business/technical-documentation-in-software-development-types-best-practices-and-tool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Documentation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</a:t>
            </a:r>
            <a:endParaRPr/>
          </a:p>
        </p:txBody>
      </p:sp>
      <p:sp>
        <p:nvSpPr>
          <p:cNvPr id="66" name="Google Shape;66;p1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Materials providing information regarding a particular software</a:t>
            </a:r>
            <a:endParaRPr sz="1600"/>
          </a:p>
        </p:txBody>
      </p:sp>
      <p:sp>
        <p:nvSpPr>
          <p:cNvPr id="67" name="Google Shape;67;p14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noun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</a:t>
            </a:r>
            <a:endParaRPr/>
          </a:p>
        </p:txBody>
      </p:sp>
      <p:sp>
        <p:nvSpPr>
          <p:cNvPr id="73" name="Google Shape;73;p1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Product Documentation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Process Documentation</a:t>
            </a:r>
            <a:endParaRPr sz="1600"/>
          </a:p>
        </p:txBody>
      </p:sp>
      <p:sp>
        <p:nvSpPr>
          <p:cNvPr id="74" name="Google Shape;74;p15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Categories</a:t>
            </a:r>
            <a:endParaRPr/>
          </a:p>
        </p:txBody>
      </p:sp>
      <p:sp>
        <p:nvSpPr>
          <p:cNvPr id="80" name="Google Shape;80;p1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System Documentation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User Documentation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Our focus would be on system documentation</a:t>
            </a:r>
            <a:endParaRPr sz="1600"/>
          </a:p>
        </p:txBody>
      </p:sp>
      <p:sp>
        <p:nvSpPr>
          <p:cNvPr id="81" name="Google Shape;81;p16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Flavours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Subcategories</a:t>
            </a:r>
            <a:endParaRPr/>
          </a:p>
        </p:txBody>
      </p:sp>
      <p:sp>
        <p:nvSpPr>
          <p:cNvPr id="87" name="Google Shape;87;p1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UX Documentation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Software Architecture Design Documentation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Source Code Documentation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QA Documentation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Maintenance/Help Guide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API Documentation</a:t>
            </a:r>
            <a:endParaRPr sz="1600"/>
          </a:p>
        </p:txBody>
      </p:sp>
      <p:sp>
        <p:nvSpPr>
          <p:cNvPr id="88" name="Google Shape;88;p17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Sub-f</a:t>
            </a:r>
            <a:r>
              <a:rPr lang="en"/>
              <a:t>lavours?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UX Doc</a:t>
            </a:r>
            <a:endParaRPr/>
          </a:p>
        </p:txBody>
      </p:sp>
      <p:sp>
        <p:nvSpPr>
          <p:cNvPr id="94" name="Google Shape;94;p1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User personas</a:t>
            </a:r>
            <a:endParaRPr sz="16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User preferences</a:t>
            </a:r>
            <a:endParaRPr sz="12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User scenario</a:t>
            </a:r>
            <a:endParaRPr sz="16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User tasks/options</a:t>
            </a:r>
            <a:endParaRPr sz="12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Scenario map</a:t>
            </a:r>
            <a:endParaRPr sz="16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Connect tasks/options</a:t>
            </a:r>
            <a:endParaRPr sz="12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User story map</a:t>
            </a:r>
            <a:endParaRPr sz="16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Same old same old</a:t>
            </a:r>
            <a:endParaRPr sz="12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UX style guide</a:t>
            </a:r>
            <a:endParaRPr sz="16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How to design</a:t>
            </a:r>
            <a:endParaRPr sz="1200"/>
          </a:p>
        </p:txBody>
      </p:sp>
      <p:sp>
        <p:nvSpPr>
          <p:cNvPr id="95" name="Google Shape;95;p18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SAD</a:t>
            </a:r>
            <a:r>
              <a:rPr lang="en"/>
              <a:t> Doc</a:t>
            </a:r>
            <a:endParaRPr/>
          </a:p>
        </p:txBody>
      </p:sp>
      <p:sp>
        <p:nvSpPr>
          <p:cNvPr id="101" name="Google Shape;101;p1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Overview</a:t>
            </a:r>
            <a:endParaRPr sz="16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Background, problem and goals</a:t>
            </a:r>
            <a:endParaRPr sz="12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Architecture &amp; Design Principles</a:t>
            </a:r>
            <a:endParaRPr sz="16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Decisions, decisions, decisions…</a:t>
            </a:r>
            <a:endParaRPr sz="12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User Story Description</a:t>
            </a:r>
            <a:endParaRPr sz="16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Connect user stories to processes</a:t>
            </a:r>
            <a:endParaRPr sz="12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Solution Details</a:t>
            </a:r>
            <a:endParaRPr sz="16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Self explanatory?</a:t>
            </a:r>
            <a:endParaRPr sz="12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Pictorial Representation</a:t>
            </a:r>
            <a:endParaRPr sz="16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This is where UML diagrams comes in :p</a:t>
            </a:r>
            <a:endParaRPr sz="12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Milestones</a:t>
            </a:r>
            <a:endParaRPr sz="16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Deadline management</a:t>
            </a:r>
            <a:endParaRPr sz="1200"/>
          </a:p>
        </p:txBody>
      </p:sp>
      <p:sp>
        <p:nvSpPr>
          <p:cNvPr id="102" name="Google Shape;102;p1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 Code Doc</a:t>
            </a:r>
            <a:endParaRPr/>
          </a:p>
        </p:txBody>
      </p:sp>
      <p:sp>
        <p:nvSpPr>
          <p:cNvPr id="108" name="Google Shape;108;p2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Overview</a:t>
            </a:r>
            <a:endParaRPr sz="16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Just a README.md please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Project Structure</a:t>
            </a:r>
            <a:endParaRPr sz="16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Where, what, why?</a:t>
            </a:r>
            <a:endParaRPr sz="12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Data structures</a:t>
            </a:r>
            <a:endParaRPr sz="16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I think I heard of this before</a:t>
            </a:r>
            <a:endParaRPr sz="12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Principles and patterns</a:t>
            </a:r>
            <a:endParaRPr sz="16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I’m not studying geometry again</a:t>
            </a:r>
            <a:endParaRPr sz="12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Class Definitions</a:t>
            </a:r>
            <a:endParaRPr sz="16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But I’m a uni student now…</a:t>
            </a:r>
            <a:endParaRPr sz="1200"/>
          </a:p>
        </p:txBody>
      </p:sp>
      <p:sp>
        <p:nvSpPr>
          <p:cNvPr id="109" name="Google Shape;109;p20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QA</a:t>
            </a:r>
            <a:r>
              <a:rPr lang="en"/>
              <a:t> Doc</a:t>
            </a:r>
            <a:endParaRPr/>
          </a:p>
        </p:txBody>
      </p:sp>
      <p:sp>
        <p:nvSpPr>
          <p:cNvPr id="115" name="Google Shape;115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Quality Management Plan</a:t>
            </a:r>
            <a:endParaRPr sz="16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How best to annoy a developer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Test Strategy</a:t>
            </a:r>
            <a:endParaRPr sz="16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Muwahaha</a:t>
            </a:r>
            <a:endParaRPr sz="12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Test Plan</a:t>
            </a:r>
            <a:endParaRPr sz="16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Testing a developer’s patience</a:t>
            </a:r>
            <a:endParaRPr sz="12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Test Case Specification</a:t>
            </a:r>
            <a:endParaRPr sz="16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Just to tell developers they are wrong</a:t>
            </a:r>
            <a:endParaRPr sz="12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Test Checklists</a:t>
            </a:r>
            <a:endParaRPr sz="16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Things to do to make a developer hate their life</a:t>
            </a:r>
            <a:endParaRPr sz="1200"/>
          </a:p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Maintenance /Help Guide</a:t>
            </a:r>
            <a:endParaRPr/>
          </a:p>
        </p:txBody>
      </p:sp>
      <p:sp>
        <p:nvSpPr>
          <p:cNvPr id="122" name="Google Shape;122;p2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For the IT people…</a:t>
            </a:r>
            <a:endParaRPr sz="1200"/>
          </a:p>
        </p:txBody>
      </p:sp>
      <p:sp>
        <p:nvSpPr>
          <p:cNvPr id="123" name="Google Shape;123;p22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 Doc</a:t>
            </a:r>
            <a:endParaRPr/>
          </a:p>
        </p:txBody>
      </p:sp>
      <p:sp>
        <p:nvSpPr>
          <p:cNvPr id="129" name="Google Shape;129;p23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End Points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Parameter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Request method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Expected outputs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OpenAPI Specification</a:t>
            </a:r>
            <a:endParaRPr sz="1600"/>
          </a:p>
        </p:txBody>
      </p:sp>
      <p:sp>
        <p:nvSpPr>
          <p:cNvPr id="130" name="Google Shape;130;p23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</a:t>
            </a:r>
            <a:endParaRPr/>
          </a:p>
        </p:txBody>
      </p:sp>
      <p:sp>
        <p:nvSpPr>
          <p:cNvPr id="136" name="Google Shape;136;p2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 u="sng">
                <a:solidFill>
                  <a:srgbClr val="9FC5E8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Altexsoft Blog:</a:t>
            </a:r>
            <a:r>
              <a:rPr lang="en" sz="1600" u="sng">
                <a:solidFill>
                  <a:srgbClr val="9FC5E8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200" u="sng">
                <a:solidFill>
                  <a:srgbClr val="9FC5E8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https://www.altexsoft.com/blog/business/technical-documentation-in-software-development-types-best-practices-and-tools</a:t>
            </a:r>
            <a:endParaRPr sz="1200">
              <a:solidFill>
                <a:srgbClr val="9FC5E8"/>
              </a:solidFill>
            </a:endParaRPr>
          </a:p>
        </p:txBody>
      </p:sp>
      <p:sp>
        <p:nvSpPr>
          <p:cNvPr id="137" name="Google Shape;137;p24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
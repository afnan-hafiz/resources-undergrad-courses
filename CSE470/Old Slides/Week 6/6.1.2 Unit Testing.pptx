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Gill San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g6ZCdu8fIGYveRRMc+GaAhEbot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ill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9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9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11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11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8" name="Google Shape;68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6" name="Google Shape;76;p1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7" name="Google Shape;87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2" name="Google Shape;102;p1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1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19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8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jp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GB"/>
              <a:t>CSE 470 – Unit Testing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GB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860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grpSp>
        <p:nvGrpSpPr>
          <p:cNvPr id="118" name="Google Shape;118;p2"/>
          <p:cNvGrpSpPr/>
          <p:nvPr/>
        </p:nvGrpSpPr>
        <p:grpSpPr>
          <a:xfrm>
            <a:off x="2133599" y="686081"/>
            <a:ext cx="5334001" cy="4936562"/>
            <a:chOff x="1447799" y="281"/>
            <a:chExt cx="5334001" cy="4936562"/>
          </a:xfrm>
        </p:grpSpPr>
        <p:sp>
          <p:nvSpPr>
            <p:cNvPr id="119" name="Google Shape;119;p2"/>
            <p:cNvSpPr/>
            <p:nvPr/>
          </p:nvSpPr>
          <p:spPr>
            <a:xfrm>
              <a:off x="1447799" y="281"/>
              <a:ext cx="3399532" cy="687147"/>
            </a:xfrm>
            <a:prstGeom prst="roundRect">
              <a:avLst>
                <a:gd fmla="val 10000" name="adj"/>
              </a:avLst>
            </a:prstGeom>
            <a:solidFill>
              <a:srgbClr val="A5B49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447799" y="281"/>
              <a:ext cx="3399532" cy="687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76200" spcFirstLastPara="1" rIns="762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40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Testing</a:t>
              </a:r>
              <a:endParaRPr b="0" i="0" sz="4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787752" y="687428"/>
              <a:ext cx="339953" cy="127482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9050">
              <a:solidFill>
                <a:srgbClr val="828F7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2" name="Google Shape;122;p2"/>
            <p:cNvSpPr/>
            <p:nvPr/>
          </p:nvSpPr>
          <p:spPr>
            <a:xfrm>
              <a:off x="2127705" y="1112370"/>
              <a:ext cx="4501687" cy="169976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A5B4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2127705" y="1112370"/>
              <a:ext cx="4501687" cy="1699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40000" spcFirstLastPara="1" rIns="4000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1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Manual Testing</a:t>
              </a:r>
              <a:endParaRPr b="0" i="0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•"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Done by Users</a:t>
              </a:r>
              <a:endPara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•"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Refers to using the software and identifying problems</a:t>
              </a:r>
              <a:endPara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•"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Generally uses excel sheet or similar tools to keep track of traces</a:t>
              </a:r>
              <a:endPara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787752" y="687428"/>
              <a:ext cx="339953" cy="339953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9050">
              <a:solidFill>
                <a:srgbClr val="828F7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5" name="Google Shape;125;p2"/>
            <p:cNvSpPr/>
            <p:nvPr/>
          </p:nvSpPr>
          <p:spPr>
            <a:xfrm>
              <a:off x="2127705" y="3237077"/>
              <a:ext cx="4654095" cy="169976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A5B4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2127705" y="3237077"/>
              <a:ext cx="4654095" cy="16997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6650" lIns="40000" spcFirstLastPara="1" rIns="40000" wrap="square" tIns="266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1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Automated Testing</a:t>
              </a:r>
              <a:endParaRPr b="0" i="0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•"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Done by Development team – developers, testers</a:t>
              </a:r>
              <a:endPara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•"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Refers to writing and running test cases and to identify problems</a:t>
              </a:r>
              <a:endPara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Gill Sans"/>
                <a:buChar char="•"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Can be done in many ways – testing libraries, automated testing tools </a:t>
              </a:r>
              <a:endPara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brac.png" id="127" name="Google Shape;1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GB"/>
              <a:t>Manual Testing Example</a:t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828799"/>
            <a:ext cx="9144001" cy="3486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860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GB"/>
              <a:t>Unit Testing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GB"/>
              <a:t>Unit testing is a type of automated testing to check if the small piece of code is doing what it is suppose to do.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GB"/>
              <a:t>Unit testing checks a single component of an application. The components are methods / functions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GB"/>
              <a:t>The scope of Unit testing is narrow, it covers the Unit or small piece of code under test. Therefore while writing a unit test shorter codes are used that target just a single class.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GB"/>
              <a:t>Unit testing comes under White box testing type.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457200" y="1524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GB"/>
              <a:t>Example – Math Test</a:t>
            </a:r>
            <a:endParaRPr/>
          </a:p>
        </p:txBody>
      </p:sp>
      <p:pic>
        <p:nvPicPr>
          <p:cNvPr id="149" name="Google Shape;14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90600"/>
            <a:ext cx="25146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799066"/>
            <a:ext cx="21082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3200400" y="1143000"/>
            <a:ext cx="23622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Teacher prepares the question set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Give each question to students who appear under the test.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Students do the math and return the calculated result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teacher knows the right result and compares it with the student’s calculated result.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b="0" i="0" lang="en-GB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Mark the student pass / fail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5562600" y="894185"/>
            <a:ext cx="3581400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Developers prepares some prearrangements known as ,</a:t>
            </a: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SETUP</a:t>
            </a: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For each unit, create a </a:t>
            </a: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METHOD/CASE</a:t>
            </a: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 Then, write the </a:t>
            </a: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TEST STATEMENTS </a:t>
            </a: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the method which will call the unit under test.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unit under test will execute and return a result known as, </a:t>
            </a: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ACTUAL RESULT</a:t>
            </a: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test method have the right result known as, </a:t>
            </a: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EXPECTED RESULT </a:t>
            </a: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 compares it with the previous actual result,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ookman Old Style"/>
              <a:buAutoNum type="arabicPeriod"/>
            </a:pPr>
            <a:r>
              <a:rPr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comparison identifies whether the unit passed or failed.</a:t>
            </a:r>
            <a:endParaRPr/>
          </a:p>
        </p:txBody>
      </p:sp>
      <p:pic>
        <p:nvPicPr>
          <p:cNvPr descr="brac.png" id="153" name="Google Shape;15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GB"/>
              <a:t>How to write unit tests</a:t>
            </a:r>
            <a:endParaRPr/>
          </a:p>
        </p:txBody>
      </p:sp>
      <p:sp>
        <p:nvSpPr>
          <p:cNvPr id="159" name="Google Shape;159;p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824"/>
              <a:buChar char="🞂"/>
            </a:pPr>
            <a:r>
              <a:rPr i="1" lang="en-GB" sz="2400"/>
              <a:t>A TEST CASE is a set of conditions or variables or instructions under which a tester will determine whether a system under test satisfies requirements or works correctly. </a:t>
            </a:r>
            <a:endParaRPr i="1" sz="2400"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GB" sz="2400"/>
              <a:t>Setup / pre-conditions are usually defined as a separate property of the test case. Are generally written under the setup method.</a:t>
            </a:r>
            <a:endParaRPr i="1" sz="2400"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GB" sz="2400"/>
              <a:t>test steps: instructions / statements written with in the test method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824"/>
              <a:buChar char="🞂"/>
            </a:pPr>
            <a:r>
              <a:rPr lang="en-GB" sz="2400"/>
              <a:t>a predefined expected result is required for invoking the unit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GB"/>
              <a:t>Please watch the next video on writing unit tests for detailed understanding</a:t>
            </a:r>
            <a:endParaRPr/>
          </a:p>
        </p:txBody>
      </p:sp>
      <p:pic>
        <p:nvPicPr>
          <p:cNvPr descr="1474612861_giphy (1).gif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2819400"/>
            <a:ext cx="27432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8600" y="5791200"/>
            <a:ext cx="12954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
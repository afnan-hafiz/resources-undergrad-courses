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2000"/>
  <p:notesSz cx="6858000" cy="9144000"/>
  <p:embeddedFontLst>
    <p:embeddedFont>
      <p:font typeface="Century Gothic"/>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28" roundtripDataSignature="AMtx7mihDarsM2YIH9X0diRLPvUmRyheN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CenturyGothic-regular.fntdata"/><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CenturyGothic-italic.fntdata"/><Relationship Id="rId25" Type="http://schemas.openxmlformats.org/officeDocument/2006/relationships/font" Target="fonts/CenturyGothic-bold.fntdata"/><Relationship Id="rId28" Type="http://customschemas.google.com/relationships/presentationmetadata" Target="metadata"/><Relationship Id="rId27" Type="http://schemas.openxmlformats.org/officeDocument/2006/relationships/font" Target="fonts/CenturyGothic-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51" name="Google Shape;25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59" name="Google Shape;25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67" name="Google Shape;26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75" name="Google Shape;27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83" name="Google Shape;28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91" name="Google Shape;29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99" name="Google Shape;29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07" name="Google Shape;30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15" name="Google Shape;31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23" name="Google Shape;32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31" name="Google Shape;33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39" name="Google Shape;33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48" name="Google Shape;34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 name="Google Shape;356;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57" name="Google Shape;357;p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64" name="Google Shape;36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72" name="Google Shape;37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80" name="Google Shape;38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8" name="Google Shape;38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89" name="Google Shape;389;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6" name="Shape 26"/>
        <p:cNvGrpSpPr/>
        <p:nvPr/>
      </p:nvGrpSpPr>
      <p:grpSpPr>
        <a:xfrm>
          <a:off x="0" y="0"/>
          <a:ext cx="0" cy="0"/>
          <a:chOff x="0" y="0"/>
          <a:chExt cx="0" cy="0"/>
        </a:xfrm>
      </p:grpSpPr>
      <p:grpSp>
        <p:nvGrpSpPr>
          <p:cNvPr id="27" name="Google Shape;27;p20"/>
          <p:cNvGrpSpPr/>
          <p:nvPr/>
        </p:nvGrpSpPr>
        <p:grpSpPr>
          <a:xfrm>
            <a:off x="0" y="0"/>
            <a:ext cx="12192000" cy="6858000"/>
            <a:chOff x="0" y="0"/>
            <a:chExt cx="12192000" cy="6858000"/>
          </a:xfrm>
        </p:grpSpPr>
        <p:sp>
          <p:nvSpPr>
            <p:cNvPr id="28" name="Google Shape;28;p20"/>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20"/>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30" name="Google Shape;30;p20"/>
          <p:cNvSpPr txBox="1"/>
          <p:nvPr>
            <p:ph type="ctrTitle"/>
          </p:nvPr>
        </p:nvSpPr>
        <p:spPr>
          <a:xfrm>
            <a:off x="1154955" y="2099733"/>
            <a:ext cx="8825658" cy="267764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2"/>
              </a:buClr>
              <a:buSzPts val="5400"/>
              <a:buFont typeface="Century Gothic"/>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0"/>
          <p:cNvSpPr txBox="1"/>
          <p:nvPr>
            <p:ph idx="1" type="subTitle"/>
          </p:nvPr>
        </p:nvSpPr>
        <p:spPr>
          <a:xfrm>
            <a:off x="1154955" y="4777380"/>
            <a:ext cx="8825658" cy="86142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1000"/>
              </a:spcBef>
              <a:spcAft>
                <a:spcPts val="0"/>
              </a:spcAft>
              <a:buSzPts val="1440"/>
              <a:buNone/>
              <a:defRPr cap="none">
                <a:solidFill>
                  <a:srgbClr val="EE52A4"/>
                </a:solidFill>
              </a:defRPr>
            </a:lvl1pPr>
            <a:lvl2pPr lvl="1" algn="ctr">
              <a:lnSpc>
                <a:spcPct val="100000"/>
              </a:lnSpc>
              <a:spcBef>
                <a:spcPts val="1000"/>
              </a:spcBef>
              <a:spcAft>
                <a:spcPts val="0"/>
              </a:spcAft>
              <a:buSzPts val="1280"/>
              <a:buNone/>
              <a:defRPr>
                <a:solidFill>
                  <a:srgbClr val="888888"/>
                </a:solidFill>
              </a:defRPr>
            </a:lvl2pPr>
            <a:lvl3pPr lvl="2" algn="ctr">
              <a:lnSpc>
                <a:spcPct val="100000"/>
              </a:lnSpc>
              <a:spcBef>
                <a:spcPts val="1000"/>
              </a:spcBef>
              <a:spcAft>
                <a:spcPts val="0"/>
              </a:spcAft>
              <a:buSzPts val="1120"/>
              <a:buNone/>
              <a:defRPr>
                <a:solidFill>
                  <a:srgbClr val="888888"/>
                </a:solidFill>
              </a:defRPr>
            </a:lvl3pPr>
            <a:lvl4pPr lvl="3" algn="ctr">
              <a:lnSpc>
                <a:spcPct val="100000"/>
              </a:lnSpc>
              <a:spcBef>
                <a:spcPts val="1000"/>
              </a:spcBef>
              <a:spcAft>
                <a:spcPts val="0"/>
              </a:spcAft>
              <a:buSzPts val="960"/>
              <a:buNone/>
              <a:defRPr>
                <a:solidFill>
                  <a:srgbClr val="888888"/>
                </a:solidFill>
              </a:defRPr>
            </a:lvl4pPr>
            <a:lvl5pPr lvl="4" algn="ctr">
              <a:lnSpc>
                <a:spcPct val="100000"/>
              </a:lnSpc>
              <a:spcBef>
                <a:spcPts val="1000"/>
              </a:spcBef>
              <a:spcAft>
                <a:spcPts val="0"/>
              </a:spcAft>
              <a:buSzPts val="960"/>
              <a:buNone/>
              <a:defRPr>
                <a:solidFill>
                  <a:srgbClr val="888888"/>
                </a:solidFill>
              </a:defRPr>
            </a:lvl5pPr>
            <a:lvl6pPr lvl="5" algn="ctr">
              <a:lnSpc>
                <a:spcPct val="100000"/>
              </a:lnSpc>
              <a:spcBef>
                <a:spcPts val="1000"/>
              </a:spcBef>
              <a:spcAft>
                <a:spcPts val="0"/>
              </a:spcAft>
              <a:buSzPts val="960"/>
              <a:buNone/>
              <a:defRPr>
                <a:solidFill>
                  <a:srgbClr val="888888"/>
                </a:solidFill>
              </a:defRPr>
            </a:lvl6pPr>
            <a:lvl7pPr lvl="6" algn="ctr">
              <a:lnSpc>
                <a:spcPct val="100000"/>
              </a:lnSpc>
              <a:spcBef>
                <a:spcPts val="1000"/>
              </a:spcBef>
              <a:spcAft>
                <a:spcPts val="0"/>
              </a:spcAft>
              <a:buSzPts val="960"/>
              <a:buNone/>
              <a:defRPr>
                <a:solidFill>
                  <a:srgbClr val="888888"/>
                </a:solidFill>
              </a:defRPr>
            </a:lvl7pPr>
            <a:lvl8pPr lvl="7" algn="ctr">
              <a:lnSpc>
                <a:spcPct val="100000"/>
              </a:lnSpc>
              <a:spcBef>
                <a:spcPts val="1000"/>
              </a:spcBef>
              <a:spcAft>
                <a:spcPts val="0"/>
              </a:spcAft>
              <a:buSzPts val="960"/>
              <a:buNone/>
              <a:defRPr>
                <a:solidFill>
                  <a:srgbClr val="888888"/>
                </a:solidFill>
              </a:defRPr>
            </a:lvl8pPr>
            <a:lvl9pPr lvl="8" algn="ctr">
              <a:lnSpc>
                <a:spcPct val="100000"/>
              </a:lnSpc>
              <a:spcBef>
                <a:spcPts val="1000"/>
              </a:spcBef>
              <a:spcAft>
                <a:spcPts val="0"/>
              </a:spcAft>
              <a:buSzPts val="960"/>
              <a:buNone/>
              <a:defRPr>
                <a:solidFill>
                  <a:srgbClr val="888888"/>
                </a:solidFill>
              </a:defRPr>
            </a:lvl9pPr>
          </a:lstStyle>
          <a:p/>
        </p:txBody>
      </p:sp>
      <p:sp>
        <p:nvSpPr>
          <p:cNvPr id="32" name="Google Shape;32;p20"/>
          <p:cNvSpPr txBox="1"/>
          <p:nvPr>
            <p:ph idx="10" type="dt"/>
          </p:nvPr>
        </p:nvSpPr>
        <p:spPr>
          <a:xfrm rot="5400000">
            <a:off x="10158984" y="1792224"/>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0" i="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0"/>
          <p:cNvSpPr txBox="1"/>
          <p:nvPr>
            <p:ph idx="11" type="ftr"/>
          </p:nvPr>
        </p:nvSpPr>
        <p:spPr>
          <a:xfrm rot="5400000">
            <a:off x="8951976" y="3227832"/>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b="0" i="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0"/>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3921"/>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2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6" name="Shape 36"/>
        <p:cNvGrpSpPr/>
        <p:nvPr/>
      </p:nvGrpSpPr>
      <p:grpSpPr>
        <a:xfrm>
          <a:off x="0" y="0"/>
          <a:ext cx="0" cy="0"/>
          <a:chOff x="0" y="0"/>
          <a:chExt cx="0" cy="0"/>
        </a:xfrm>
      </p:grpSpPr>
      <p:sp>
        <p:nvSpPr>
          <p:cNvPr id="37" name="Google Shape;37;p21"/>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1"/>
          <p:cNvSpPr txBox="1"/>
          <p:nvPr>
            <p:ph idx="1" type="body"/>
          </p:nvPr>
        </p:nvSpPr>
        <p:spPr>
          <a:xfrm>
            <a:off x="1154954" y="2603500"/>
            <a:ext cx="8825659" cy="341630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20039" lvl="5" marL="2743200" algn="l">
              <a:lnSpc>
                <a:spcPct val="100000"/>
              </a:lnSpc>
              <a:spcBef>
                <a:spcPts val="1000"/>
              </a:spcBef>
              <a:spcAft>
                <a:spcPts val="0"/>
              </a:spcAft>
              <a:buSzPts val="1440"/>
              <a:buChar char="►"/>
              <a:defRPr/>
            </a:lvl6pPr>
            <a:lvl7pPr indent="-320039"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39" name="Google Shape;39;p21"/>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1"/>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42" name="Shape 42"/>
        <p:cNvGrpSpPr/>
        <p:nvPr/>
      </p:nvGrpSpPr>
      <p:grpSpPr>
        <a:xfrm>
          <a:off x="0" y="0"/>
          <a:ext cx="0" cy="0"/>
          <a:chOff x="0" y="0"/>
          <a:chExt cx="0" cy="0"/>
        </a:xfrm>
      </p:grpSpPr>
      <p:grpSp>
        <p:nvGrpSpPr>
          <p:cNvPr id="43" name="Google Shape;43;p22"/>
          <p:cNvGrpSpPr/>
          <p:nvPr/>
        </p:nvGrpSpPr>
        <p:grpSpPr>
          <a:xfrm>
            <a:off x="0" y="0"/>
            <a:ext cx="12192000" cy="6858000"/>
            <a:chOff x="0" y="0"/>
            <a:chExt cx="12192000" cy="6858000"/>
          </a:xfrm>
        </p:grpSpPr>
        <p:sp>
          <p:nvSpPr>
            <p:cNvPr id="44" name="Google Shape;44;p22"/>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22"/>
            <p:cNvSpPr/>
            <p:nvPr/>
          </p:nvSpPr>
          <p:spPr>
            <a:xfrm>
              <a:off x="0" y="2667000"/>
              <a:ext cx="4191000" cy="4191000"/>
            </a:xfrm>
            <a:prstGeom prst="ellipse">
              <a:avLst/>
            </a:prstGeom>
            <a:gradFill>
              <a:gsLst>
                <a:gs pos="0">
                  <a:srgbClr val="9B6BF2">
                    <a:alpha val="10196"/>
                  </a:srgbClr>
                </a:gs>
                <a:gs pos="36000">
                  <a:srgbClr val="9B6BF2">
                    <a:alpha val="9019"/>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22"/>
            <p:cNvSpPr/>
            <p:nvPr/>
          </p:nvSpPr>
          <p:spPr>
            <a:xfrm>
              <a:off x="0" y="2895600"/>
              <a:ext cx="2362200" cy="2362200"/>
            </a:xfrm>
            <a:prstGeom prst="ellipse">
              <a:avLst/>
            </a:prstGeom>
            <a:gradFill>
              <a:gsLst>
                <a:gs pos="0">
                  <a:srgbClr val="9B6BF2">
                    <a:alpha val="7058"/>
                  </a:srgbClr>
                </a:gs>
                <a:gs pos="36000">
                  <a:srgbClr val="9B6BF2">
                    <a:alpha val="7058"/>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22"/>
            <p:cNvSpPr/>
            <p:nvPr/>
          </p:nvSpPr>
          <p:spPr>
            <a:xfrm>
              <a:off x="8609012" y="5867400"/>
              <a:ext cx="990600" cy="990600"/>
            </a:xfrm>
            <a:prstGeom prst="ellipse">
              <a:avLst/>
            </a:prstGeom>
            <a:gradFill>
              <a:gsLst>
                <a:gs pos="0">
                  <a:srgbClr val="9B6BF2">
                    <a:alpha val="12941"/>
                  </a:srgbClr>
                </a:gs>
                <a:gs pos="36000">
                  <a:srgbClr val="9B6BF2">
                    <a:alpha val="5882"/>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22"/>
            <p:cNvSpPr/>
            <p:nvPr/>
          </p:nvSpPr>
          <p:spPr>
            <a:xfrm>
              <a:off x="8609012" y="1676400"/>
              <a:ext cx="2819400" cy="2819400"/>
            </a:xfrm>
            <a:prstGeom prst="ellipse">
              <a:avLst/>
            </a:prstGeom>
            <a:gradFill>
              <a:gsLst>
                <a:gs pos="0">
                  <a:srgbClr val="9B6BF2">
                    <a:alpha val="5882"/>
                  </a:srgbClr>
                </a:gs>
                <a:gs pos="36000">
                  <a:srgbClr val="9B6BF2">
                    <a:alpha val="5098"/>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22"/>
            <p:cNvSpPr/>
            <p:nvPr/>
          </p:nvSpPr>
          <p:spPr>
            <a:xfrm>
              <a:off x="7999412" y="8464"/>
              <a:ext cx="1600200" cy="1600200"/>
            </a:xfrm>
            <a:prstGeom prst="ellipse">
              <a:avLst/>
            </a:prstGeom>
            <a:gradFill>
              <a:gsLst>
                <a:gs pos="0">
                  <a:srgbClr val="9B6BF2">
                    <a:alpha val="12941"/>
                  </a:srgbClr>
                </a:gs>
                <a:gs pos="36000">
                  <a:srgbClr val="9B6BF2">
                    <a:alpha val="5882"/>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22"/>
            <p:cNvSpPr/>
            <p:nvPr/>
          </p:nvSpPr>
          <p:spPr>
            <a:xfrm>
              <a:off x="7289800" y="402165"/>
              <a:ext cx="4478865" cy="605367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22"/>
            <p:cNvSpPr/>
            <p:nvPr/>
          </p:nvSpPr>
          <p:spPr>
            <a:xfrm rot="-5400000">
              <a:off x="3787244" y="2801721"/>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52" name="Google Shape;52;p22"/>
            <p:cNvSpPr/>
            <p:nvPr/>
          </p:nvSpPr>
          <p:spPr>
            <a:xfrm rot="-5677511">
              <a:off x="4698352" y="1826078"/>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22"/>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54" name="Google Shape;54;p22"/>
          <p:cNvSpPr txBox="1"/>
          <p:nvPr>
            <p:ph type="title"/>
          </p:nvPr>
        </p:nvSpPr>
        <p:spPr>
          <a:xfrm>
            <a:off x="1154954" y="2677645"/>
            <a:ext cx="4351025" cy="228382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2"/>
              </a:buClr>
              <a:buSzPts val="4000"/>
              <a:buFont typeface="Century Gothic"/>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2"/>
          <p:cNvSpPr txBox="1"/>
          <p:nvPr>
            <p:ph idx="1" type="body"/>
          </p:nvPr>
        </p:nvSpPr>
        <p:spPr>
          <a:xfrm>
            <a:off x="6895559" y="2677644"/>
            <a:ext cx="3757545" cy="2283824"/>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1000"/>
              </a:spcBef>
              <a:spcAft>
                <a:spcPts val="0"/>
              </a:spcAft>
              <a:buSzPts val="1600"/>
              <a:buNone/>
              <a:defRPr sz="2000" cap="none">
                <a:solidFill>
                  <a:srgbClr val="EE52A4"/>
                </a:solidFill>
              </a:defRPr>
            </a:lvl1pPr>
            <a:lvl2pPr indent="-228600" lvl="1" marL="914400" algn="l">
              <a:lnSpc>
                <a:spcPct val="100000"/>
              </a:lnSpc>
              <a:spcBef>
                <a:spcPts val="1000"/>
              </a:spcBef>
              <a:spcAft>
                <a:spcPts val="0"/>
              </a:spcAft>
              <a:buSzPts val="1440"/>
              <a:buNone/>
              <a:defRPr sz="1800">
                <a:solidFill>
                  <a:srgbClr val="888888"/>
                </a:solidFill>
              </a:defRPr>
            </a:lvl2pPr>
            <a:lvl3pPr indent="-228600" lvl="2" marL="1371600" algn="l">
              <a:lnSpc>
                <a:spcPct val="100000"/>
              </a:lnSpc>
              <a:spcBef>
                <a:spcPts val="1000"/>
              </a:spcBef>
              <a:spcAft>
                <a:spcPts val="0"/>
              </a:spcAft>
              <a:buSzPts val="1280"/>
              <a:buNone/>
              <a:defRPr sz="1600">
                <a:solidFill>
                  <a:srgbClr val="888888"/>
                </a:solidFill>
              </a:defRPr>
            </a:lvl3pPr>
            <a:lvl4pPr indent="-228600" lvl="3" marL="1828800" algn="l">
              <a:lnSpc>
                <a:spcPct val="100000"/>
              </a:lnSpc>
              <a:spcBef>
                <a:spcPts val="1000"/>
              </a:spcBef>
              <a:spcAft>
                <a:spcPts val="0"/>
              </a:spcAft>
              <a:buSzPts val="1120"/>
              <a:buNone/>
              <a:defRPr sz="1400">
                <a:solidFill>
                  <a:srgbClr val="888888"/>
                </a:solidFill>
              </a:defRPr>
            </a:lvl4pPr>
            <a:lvl5pPr indent="-228600" lvl="4" marL="2286000" algn="l">
              <a:lnSpc>
                <a:spcPct val="100000"/>
              </a:lnSpc>
              <a:spcBef>
                <a:spcPts val="1000"/>
              </a:spcBef>
              <a:spcAft>
                <a:spcPts val="0"/>
              </a:spcAft>
              <a:buSzPts val="1120"/>
              <a:buNone/>
              <a:defRPr sz="1400">
                <a:solidFill>
                  <a:srgbClr val="888888"/>
                </a:solidFill>
              </a:defRPr>
            </a:lvl5pPr>
            <a:lvl6pPr indent="-228600" lvl="5" marL="2743200" algn="l">
              <a:lnSpc>
                <a:spcPct val="100000"/>
              </a:lnSpc>
              <a:spcBef>
                <a:spcPts val="1000"/>
              </a:spcBef>
              <a:spcAft>
                <a:spcPts val="0"/>
              </a:spcAft>
              <a:buSzPts val="1120"/>
              <a:buNone/>
              <a:defRPr sz="1400">
                <a:solidFill>
                  <a:srgbClr val="888888"/>
                </a:solidFill>
              </a:defRPr>
            </a:lvl6pPr>
            <a:lvl7pPr indent="-228600" lvl="6" marL="3200400" algn="l">
              <a:lnSpc>
                <a:spcPct val="100000"/>
              </a:lnSpc>
              <a:spcBef>
                <a:spcPts val="1000"/>
              </a:spcBef>
              <a:spcAft>
                <a:spcPts val="0"/>
              </a:spcAft>
              <a:buSzPts val="1120"/>
              <a:buNone/>
              <a:defRPr sz="1400">
                <a:solidFill>
                  <a:srgbClr val="888888"/>
                </a:solidFill>
              </a:defRPr>
            </a:lvl7pPr>
            <a:lvl8pPr indent="-228600" lvl="7" marL="3657600" algn="l">
              <a:lnSpc>
                <a:spcPct val="100000"/>
              </a:lnSpc>
              <a:spcBef>
                <a:spcPts val="1000"/>
              </a:spcBef>
              <a:spcAft>
                <a:spcPts val="0"/>
              </a:spcAft>
              <a:buSzPts val="1120"/>
              <a:buNone/>
              <a:defRPr sz="1400">
                <a:solidFill>
                  <a:srgbClr val="888888"/>
                </a:solidFill>
              </a:defRPr>
            </a:lvl8pPr>
            <a:lvl9pPr indent="-228600" lvl="8" marL="4114800" algn="l">
              <a:lnSpc>
                <a:spcPct val="100000"/>
              </a:lnSpc>
              <a:spcBef>
                <a:spcPts val="1000"/>
              </a:spcBef>
              <a:spcAft>
                <a:spcPts val="0"/>
              </a:spcAft>
              <a:buSzPts val="1120"/>
              <a:buNone/>
              <a:defRPr sz="1400">
                <a:solidFill>
                  <a:srgbClr val="888888"/>
                </a:solidFill>
              </a:defRPr>
            </a:lvl9pPr>
          </a:lstStyle>
          <a:p/>
        </p:txBody>
      </p:sp>
      <p:sp>
        <p:nvSpPr>
          <p:cNvPr id="56" name="Google Shape;56;p22"/>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2"/>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2"/>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3921"/>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2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0" name="Shape 60"/>
        <p:cNvGrpSpPr/>
        <p:nvPr/>
      </p:nvGrpSpPr>
      <p:grpSpPr>
        <a:xfrm>
          <a:off x="0" y="0"/>
          <a:ext cx="0" cy="0"/>
          <a:chOff x="0" y="0"/>
          <a:chExt cx="0" cy="0"/>
        </a:xfrm>
      </p:grpSpPr>
      <p:sp>
        <p:nvSpPr>
          <p:cNvPr id="61" name="Google Shape;61;p23"/>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3"/>
          <p:cNvSpPr txBox="1"/>
          <p:nvPr>
            <p:ph idx="1" type="body"/>
          </p:nvPr>
        </p:nvSpPr>
        <p:spPr>
          <a:xfrm>
            <a:off x="1154954" y="2603500"/>
            <a:ext cx="4825158" cy="3416301"/>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20039" lvl="5" marL="2743200" algn="l">
              <a:lnSpc>
                <a:spcPct val="100000"/>
              </a:lnSpc>
              <a:spcBef>
                <a:spcPts val="1000"/>
              </a:spcBef>
              <a:spcAft>
                <a:spcPts val="0"/>
              </a:spcAft>
              <a:buSzPts val="1440"/>
              <a:buChar char="►"/>
              <a:defRPr/>
            </a:lvl6pPr>
            <a:lvl7pPr indent="-320039"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63" name="Google Shape;63;p23"/>
          <p:cNvSpPr txBox="1"/>
          <p:nvPr>
            <p:ph idx="2" type="body"/>
          </p:nvPr>
        </p:nvSpPr>
        <p:spPr>
          <a:xfrm>
            <a:off x="6208712" y="2603500"/>
            <a:ext cx="4825159" cy="341630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20039" lvl="5" marL="2743200" algn="l">
              <a:lnSpc>
                <a:spcPct val="100000"/>
              </a:lnSpc>
              <a:spcBef>
                <a:spcPts val="1000"/>
              </a:spcBef>
              <a:spcAft>
                <a:spcPts val="0"/>
              </a:spcAft>
              <a:buSzPts val="1440"/>
              <a:buChar char="►"/>
              <a:defRPr/>
            </a:lvl6pPr>
            <a:lvl7pPr indent="-320039"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64" name="Google Shape;64;p23"/>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3"/>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7" name="Shape 67"/>
        <p:cNvGrpSpPr/>
        <p:nvPr/>
      </p:nvGrpSpPr>
      <p:grpSpPr>
        <a:xfrm>
          <a:off x="0" y="0"/>
          <a:ext cx="0" cy="0"/>
          <a:chOff x="0" y="0"/>
          <a:chExt cx="0" cy="0"/>
        </a:xfrm>
      </p:grpSpPr>
      <p:sp>
        <p:nvSpPr>
          <p:cNvPr id="68" name="Google Shape;68;p24"/>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2"/>
              </a:buClr>
              <a:buSzPts val="36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4"/>
          <p:cNvSpPr txBox="1"/>
          <p:nvPr>
            <p:ph idx="1" type="body"/>
          </p:nvPr>
        </p:nvSpPr>
        <p:spPr>
          <a:xfrm>
            <a:off x="1154954" y="2603500"/>
            <a:ext cx="4825157"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chemeClr val="accent1"/>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70" name="Google Shape;70;p24"/>
          <p:cNvSpPr txBox="1"/>
          <p:nvPr>
            <p:ph idx="2" type="body"/>
          </p:nvPr>
        </p:nvSpPr>
        <p:spPr>
          <a:xfrm>
            <a:off x="1154954" y="3179762"/>
            <a:ext cx="4825158" cy="2840039"/>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20039" lvl="5" marL="2743200" algn="l">
              <a:lnSpc>
                <a:spcPct val="100000"/>
              </a:lnSpc>
              <a:spcBef>
                <a:spcPts val="1000"/>
              </a:spcBef>
              <a:spcAft>
                <a:spcPts val="0"/>
              </a:spcAft>
              <a:buSzPts val="1440"/>
              <a:buChar char="►"/>
              <a:defRPr/>
            </a:lvl6pPr>
            <a:lvl7pPr indent="-320039"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71" name="Google Shape;71;p24"/>
          <p:cNvSpPr txBox="1"/>
          <p:nvPr>
            <p:ph idx="3" type="body"/>
          </p:nvPr>
        </p:nvSpPr>
        <p:spPr>
          <a:xfrm>
            <a:off x="6208712" y="2603500"/>
            <a:ext cx="4825159"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chemeClr val="accent1"/>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72" name="Google Shape;72;p24"/>
          <p:cNvSpPr txBox="1"/>
          <p:nvPr>
            <p:ph idx="4" type="body"/>
          </p:nvPr>
        </p:nvSpPr>
        <p:spPr>
          <a:xfrm>
            <a:off x="6208712" y="3179762"/>
            <a:ext cx="4825159" cy="2840039"/>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sz="1800"/>
            </a:lvl1pPr>
            <a:lvl2pPr indent="-309880" lvl="1" marL="914400" algn="l">
              <a:lnSpc>
                <a:spcPct val="100000"/>
              </a:lnSpc>
              <a:spcBef>
                <a:spcPts val="1000"/>
              </a:spcBef>
              <a:spcAft>
                <a:spcPts val="0"/>
              </a:spcAft>
              <a:buSzPts val="1280"/>
              <a:buChar char="►"/>
              <a:defRPr sz="1600"/>
            </a:lvl2pPr>
            <a:lvl3pPr indent="-299719" lvl="2" marL="1371600" algn="l">
              <a:lnSpc>
                <a:spcPct val="100000"/>
              </a:lnSpc>
              <a:spcBef>
                <a:spcPts val="1000"/>
              </a:spcBef>
              <a:spcAft>
                <a:spcPts val="0"/>
              </a:spcAft>
              <a:buSzPts val="1120"/>
              <a:buChar char="►"/>
              <a:defRPr sz="1400"/>
            </a:lvl3pPr>
            <a:lvl4pPr indent="-289560" lvl="3" marL="1828800" algn="l">
              <a:lnSpc>
                <a:spcPct val="100000"/>
              </a:lnSpc>
              <a:spcBef>
                <a:spcPts val="1000"/>
              </a:spcBef>
              <a:spcAft>
                <a:spcPts val="0"/>
              </a:spcAft>
              <a:buSzPts val="960"/>
              <a:buChar char="►"/>
              <a:defRPr sz="1200"/>
            </a:lvl4pPr>
            <a:lvl5pPr indent="-289560" lvl="4" marL="2286000" algn="l">
              <a:lnSpc>
                <a:spcPct val="100000"/>
              </a:lnSpc>
              <a:spcBef>
                <a:spcPts val="1000"/>
              </a:spcBef>
              <a:spcAft>
                <a:spcPts val="0"/>
              </a:spcAft>
              <a:buSzPts val="960"/>
              <a:buChar char="►"/>
              <a:defRPr sz="1200"/>
            </a:lvl5pPr>
            <a:lvl6pPr indent="-289560" lvl="5" marL="2743200" algn="l">
              <a:lnSpc>
                <a:spcPct val="100000"/>
              </a:lnSpc>
              <a:spcBef>
                <a:spcPts val="1000"/>
              </a:spcBef>
              <a:spcAft>
                <a:spcPts val="0"/>
              </a:spcAft>
              <a:buSzPts val="960"/>
              <a:buChar char="►"/>
              <a:defRPr sz="1200"/>
            </a:lvl6pPr>
            <a:lvl7pPr indent="-289560" lvl="6" marL="3200400" algn="l">
              <a:lnSpc>
                <a:spcPct val="100000"/>
              </a:lnSpc>
              <a:spcBef>
                <a:spcPts val="1000"/>
              </a:spcBef>
              <a:spcAft>
                <a:spcPts val="0"/>
              </a:spcAft>
              <a:buSzPts val="960"/>
              <a:buChar char="►"/>
              <a:defRPr sz="1200"/>
            </a:lvl7pPr>
            <a:lvl8pPr indent="-289559" lvl="7" marL="3657600" algn="l">
              <a:lnSpc>
                <a:spcPct val="100000"/>
              </a:lnSpc>
              <a:spcBef>
                <a:spcPts val="1000"/>
              </a:spcBef>
              <a:spcAft>
                <a:spcPts val="0"/>
              </a:spcAft>
              <a:buSzPts val="960"/>
              <a:buChar char="►"/>
              <a:defRPr sz="1200"/>
            </a:lvl8pPr>
            <a:lvl9pPr indent="-289559" lvl="8" marL="4114800" algn="l">
              <a:lnSpc>
                <a:spcPct val="100000"/>
              </a:lnSpc>
              <a:spcBef>
                <a:spcPts val="1000"/>
              </a:spcBef>
              <a:spcAft>
                <a:spcPts val="0"/>
              </a:spcAft>
              <a:buSzPts val="960"/>
              <a:buChar char="►"/>
              <a:defRPr sz="1200"/>
            </a:lvl9pPr>
          </a:lstStyle>
          <a:p/>
        </p:txBody>
      </p:sp>
      <p:sp>
        <p:nvSpPr>
          <p:cNvPr id="73" name="Google Shape;73;p24"/>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4"/>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2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6" name="Shape 76"/>
        <p:cNvGrpSpPr/>
        <p:nvPr/>
      </p:nvGrpSpPr>
      <p:grpSpPr>
        <a:xfrm>
          <a:off x="0" y="0"/>
          <a:ext cx="0" cy="0"/>
          <a:chOff x="0" y="0"/>
          <a:chExt cx="0" cy="0"/>
        </a:xfrm>
      </p:grpSpPr>
      <p:sp>
        <p:nvSpPr>
          <p:cNvPr id="77" name="Google Shape;77;p25"/>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2"/>
              </a:buClr>
              <a:buSzPts val="36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5"/>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5"/>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81" name="Shape 81"/>
        <p:cNvGrpSpPr/>
        <p:nvPr/>
      </p:nvGrpSpPr>
      <p:grpSpPr>
        <a:xfrm>
          <a:off x="0" y="0"/>
          <a:ext cx="0" cy="0"/>
          <a:chOff x="0" y="0"/>
          <a:chExt cx="0" cy="0"/>
        </a:xfrm>
      </p:grpSpPr>
      <p:sp>
        <p:nvSpPr>
          <p:cNvPr id="82" name="Google Shape;82;p26"/>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6"/>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26"/>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3921"/>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2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86" name="Shape 86"/>
        <p:cNvGrpSpPr/>
        <p:nvPr/>
      </p:nvGrpSpPr>
      <p:grpSpPr>
        <a:xfrm>
          <a:off x="0" y="0"/>
          <a:ext cx="0" cy="0"/>
          <a:chOff x="0" y="0"/>
          <a:chExt cx="0" cy="0"/>
        </a:xfrm>
      </p:grpSpPr>
      <p:grpSp>
        <p:nvGrpSpPr>
          <p:cNvPr id="87" name="Google Shape;87;p27"/>
          <p:cNvGrpSpPr/>
          <p:nvPr/>
        </p:nvGrpSpPr>
        <p:grpSpPr>
          <a:xfrm>
            <a:off x="0" y="0"/>
            <a:ext cx="12192000" cy="6858000"/>
            <a:chOff x="0" y="0"/>
            <a:chExt cx="12192000" cy="6858000"/>
          </a:xfrm>
        </p:grpSpPr>
        <p:sp>
          <p:nvSpPr>
            <p:cNvPr id="88" name="Google Shape;88;p27"/>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27"/>
            <p:cNvSpPr/>
            <p:nvPr/>
          </p:nvSpPr>
          <p:spPr>
            <a:xfrm>
              <a:off x="0" y="2667000"/>
              <a:ext cx="4191000" cy="4191000"/>
            </a:xfrm>
            <a:prstGeom prst="ellipse">
              <a:avLst/>
            </a:prstGeom>
            <a:gradFill>
              <a:gsLst>
                <a:gs pos="0">
                  <a:srgbClr val="9B6BF2">
                    <a:alpha val="10196"/>
                  </a:srgbClr>
                </a:gs>
                <a:gs pos="36000">
                  <a:srgbClr val="9B6BF2">
                    <a:alpha val="9019"/>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27"/>
            <p:cNvSpPr/>
            <p:nvPr/>
          </p:nvSpPr>
          <p:spPr>
            <a:xfrm>
              <a:off x="0" y="2895600"/>
              <a:ext cx="2362200" cy="2362200"/>
            </a:xfrm>
            <a:prstGeom prst="ellipse">
              <a:avLst/>
            </a:prstGeom>
            <a:gradFill>
              <a:gsLst>
                <a:gs pos="0">
                  <a:srgbClr val="9B6BF2">
                    <a:alpha val="7058"/>
                  </a:srgbClr>
                </a:gs>
                <a:gs pos="36000">
                  <a:srgbClr val="9B6BF2">
                    <a:alpha val="7058"/>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27"/>
            <p:cNvSpPr/>
            <p:nvPr/>
          </p:nvSpPr>
          <p:spPr>
            <a:xfrm>
              <a:off x="8609012" y="5867400"/>
              <a:ext cx="990600" cy="990600"/>
            </a:xfrm>
            <a:prstGeom prst="ellipse">
              <a:avLst/>
            </a:prstGeom>
            <a:gradFill>
              <a:gsLst>
                <a:gs pos="0">
                  <a:srgbClr val="9B6BF2">
                    <a:alpha val="12941"/>
                  </a:srgbClr>
                </a:gs>
                <a:gs pos="36000">
                  <a:srgbClr val="9B6BF2">
                    <a:alpha val="5882"/>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27"/>
            <p:cNvSpPr/>
            <p:nvPr/>
          </p:nvSpPr>
          <p:spPr>
            <a:xfrm>
              <a:off x="8609012" y="1676400"/>
              <a:ext cx="2819400" cy="2819400"/>
            </a:xfrm>
            <a:prstGeom prst="ellipse">
              <a:avLst/>
            </a:prstGeom>
            <a:gradFill>
              <a:gsLst>
                <a:gs pos="0">
                  <a:srgbClr val="9B6BF2">
                    <a:alpha val="5882"/>
                  </a:srgbClr>
                </a:gs>
                <a:gs pos="36000">
                  <a:srgbClr val="9B6BF2">
                    <a:alpha val="5098"/>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27"/>
            <p:cNvSpPr/>
            <p:nvPr/>
          </p:nvSpPr>
          <p:spPr>
            <a:xfrm>
              <a:off x="7999412" y="8464"/>
              <a:ext cx="1600200" cy="1600200"/>
            </a:xfrm>
            <a:prstGeom prst="ellipse">
              <a:avLst/>
            </a:prstGeom>
            <a:gradFill>
              <a:gsLst>
                <a:gs pos="0">
                  <a:srgbClr val="9B6BF2">
                    <a:alpha val="12941"/>
                  </a:srgbClr>
                </a:gs>
                <a:gs pos="36000">
                  <a:srgbClr val="9B6BF2">
                    <a:alpha val="5882"/>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27"/>
            <p:cNvSpPr/>
            <p:nvPr/>
          </p:nvSpPr>
          <p:spPr>
            <a:xfrm>
              <a:off x="5713412" y="402165"/>
              <a:ext cx="6055253" cy="605367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27"/>
            <p:cNvSpPr/>
            <p:nvPr/>
          </p:nvSpPr>
          <p:spPr>
            <a:xfrm rot="-5677511">
              <a:off x="3140485" y="1826078"/>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27"/>
            <p:cNvSpPr/>
            <p:nvPr/>
          </p:nvSpPr>
          <p:spPr>
            <a:xfrm rot="-5400000">
              <a:off x="2229377" y="2801721"/>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97" name="Google Shape;97;p27"/>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98" name="Google Shape;98;p27"/>
          <p:cNvSpPr txBox="1"/>
          <p:nvPr>
            <p:ph type="title"/>
          </p:nvPr>
        </p:nvSpPr>
        <p:spPr>
          <a:xfrm>
            <a:off x="1154955" y="1295400"/>
            <a:ext cx="2793158" cy="1600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2"/>
              </a:buClr>
              <a:buSzPts val="2400"/>
              <a:buFont typeface="Century Gothic"/>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27"/>
          <p:cNvSpPr txBox="1"/>
          <p:nvPr>
            <p:ph idx="1" type="body"/>
          </p:nvPr>
        </p:nvSpPr>
        <p:spPr>
          <a:xfrm>
            <a:off x="5781146" y="1447800"/>
            <a:ext cx="5190066" cy="4572000"/>
          </a:xfrm>
          <a:prstGeom prst="rect">
            <a:avLst/>
          </a:prstGeom>
          <a:noFill/>
          <a:ln>
            <a:noFill/>
          </a:ln>
        </p:spPr>
        <p:txBody>
          <a:bodyPr anchorCtr="0" anchor="ctr"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20039" lvl="5" marL="2743200" algn="l">
              <a:lnSpc>
                <a:spcPct val="100000"/>
              </a:lnSpc>
              <a:spcBef>
                <a:spcPts val="1000"/>
              </a:spcBef>
              <a:spcAft>
                <a:spcPts val="0"/>
              </a:spcAft>
              <a:buSzPts val="1440"/>
              <a:buChar char="►"/>
              <a:defRPr/>
            </a:lvl6pPr>
            <a:lvl7pPr indent="-320039"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100" name="Google Shape;100;p27"/>
          <p:cNvSpPr txBox="1"/>
          <p:nvPr>
            <p:ph idx="2" type="body"/>
          </p:nvPr>
        </p:nvSpPr>
        <p:spPr>
          <a:xfrm>
            <a:off x="1154954" y="3129280"/>
            <a:ext cx="2793158" cy="289559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solidFill>
                  <a:srgbClr val="EE52A4"/>
                </a:solidFill>
              </a:defRPr>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01" name="Google Shape;101;p27"/>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27"/>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27"/>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3921"/>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2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05" name="Shape 105"/>
        <p:cNvGrpSpPr/>
        <p:nvPr/>
      </p:nvGrpSpPr>
      <p:grpSpPr>
        <a:xfrm>
          <a:off x="0" y="0"/>
          <a:ext cx="0" cy="0"/>
          <a:chOff x="0" y="0"/>
          <a:chExt cx="0" cy="0"/>
        </a:xfrm>
      </p:grpSpPr>
      <p:grpSp>
        <p:nvGrpSpPr>
          <p:cNvPr id="106" name="Google Shape;106;p28"/>
          <p:cNvGrpSpPr/>
          <p:nvPr/>
        </p:nvGrpSpPr>
        <p:grpSpPr>
          <a:xfrm>
            <a:off x="0" y="0"/>
            <a:ext cx="12192000" cy="6858000"/>
            <a:chOff x="0" y="0"/>
            <a:chExt cx="12192000" cy="6858000"/>
          </a:xfrm>
        </p:grpSpPr>
        <p:sp>
          <p:nvSpPr>
            <p:cNvPr id="107" name="Google Shape;107;p28"/>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28"/>
            <p:cNvSpPr/>
            <p:nvPr/>
          </p:nvSpPr>
          <p:spPr>
            <a:xfrm>
              <a:off x="0" y="2667000"/>
              <a:ext cx="4191000" cy="4191000"/>
            </a:xfrm>
            <a:prstGeom prst="ellipse">
              <a:avLst/>
            </a:prstGeom>
            <a:gradFill>
              <a:gsLst>
                <a:gs pos="0">
                  <a:srgbClr val="9B6BF2">
                    <a:alpha val="10196"/>
                  </a:srgbClr>
                </a:gs>
                <a:gs pos="36000">
                  <a:srgbClr val="9B6BF2">
                    <a:alpha val="9019"/>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28"/>
            <p:cNvSpPr/>
            <p:nvPr/>
          </p:nvSpPr>
          <p:spPr>
            <a:xfrm>
              <a:off x="0" y="2895600"/>
              <a:ext cx="2362200" cy="2362200"/>
            </a:xfrm>
            <a:prstGeom prst="ellipse">
              <a:avLst/>
            </a:prstGeom>
            <a:gradFill>
              <a:gsLst>
                <a:gs pos="0">
                  <a:srgbClr val="9B6BF2">
                    <a:alpha val="7058"/>
                  </a:srgbClr>
                </a:gs>
                <a:gs pos="36000">
                  <a:srgbClr val="9B6BF2">
                    <a:alpha val="7058"/>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28"/>
            <p:cNvSpPr/>
            <p:nvPr/>
          </p:nvSpPr>
          <p:spPr>
            <a:xfrm>
              <a:off x="8609012" y="5867400"/>
              <a:ext cx="990600" cy="990600"/>
            </a:xfrm>
            <a:prstGeom prst="ellipse">
              <a:avLst/>
            </a:prstGeom>
            <a:gradFill>
              <a:gsLst>
                <a:gs pos="0">
                  <a:srgbClr val="9B6BF2">
                    <a:alpha val="12941"/>
                  </a:srgbClr>
                </a:gs>
                <a:gs pos="36000">
                  <a:srgbClr val="9B6BF2">
                    <a:alpha val="5882"/>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28"/>
            <p:cNvSpPr/>
            <p:nvPr/>
          </p:nvSpPr>
          <p:spPr>
            <a:xfrm>
              <a:off x="8609012" y="1676400"/>
              <a:ext cx="2819400" cy="2819400"/>
            </a:xfrm>
            <a:prstGeom prst="ellipse">
              <a:avLst/>
            </a:prstGeom>
            <a:gradFill>
              <a:gsLst>
                <a:gs pos="0">
                  <a:srgbClr val="9B6BF2">
                    <a:alpha val="5882"/>
                  </a:srgbClr>
                </a:gs>
                <a:gs pos="36000">
                  <a:srgbClr val="9B6BF2">
                    <a:alpha val="5098"/>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28"/>
            <p:cNvSpPr/>
            <p:nvPr/>
          </p:nvSpPr>
          <p:spPr>
            <a:xfrm>
              <a:off x="7999412" y="8464"/>
              <a:ext cx="1600200" cy="1600200"/>
            </a:xfrm>
            <a:prstGeom prst="ellipse">
              <a:avLst/>
            </a:prstGeom>
            <a:gradFill>
              <a:gsLst>
                <a:gs pos="0">
                  <a:srgbClr val="9B6BF2">
                    <a:alpha val="12941"/>
                  </a:srgbClr>
                </a:gs>
                <a:gs pos="36000">
                  <a:srgbClr val="9B6BF2">
                    <a:alpha val="5882"/>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28"/>
            <p:cNvSpPr/>
            <p:nvPr/>
          </p:nvSpPr>
          <p:spPr>
            <a:xfrm>
              <a:off x="6172200" y="402165"/>
              <a:ext cx="5596465" cy="605367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28"/>
            <p:cNvSpPr/>
            <p:nvPr/>
          </p:nvSpPr>
          <p:spPr>
            <a:xfrm rot="-5677511">
              <a:off x="4203594" y="1826078"/>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28"/>
            <p:cNvSpPr/>
            <p:nvPr/>
          </p:nvSpPr>
          <p:spPr>
            <a:xfrm rot="-5400000">
              <a:off x="3295432" y="2801721"/>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116" name="Google Shape;116;p28"/>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17" name="Google Shape;117;p28"/>
          <p:cNvSpPr txBox="1"/>
          <p:nvPr>
            <p:ph type="title"/>
          </p:nvPr>
        </p:nvSpPr>
        <p:spPr>
          <a:xfrm>
            <a:off x="1154955" y="1693333"/>
            <a:ext cx="3865134" cy="1735667"/>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2"/>
              </a:buClr>
              <a:buSzPts val="3600"/>
              <a:buFont typeface="Century Gothic"/>
              <a:buNone/>
              <a:defRPr b="0"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28"/>
          <p:cNvSpPr/>
          <p:nvPr>
            <p:ph idx="2" type="pic"/>
          </p:nvPr>
        </p:nvSpPr>
        <p:spPr>
          <a:xfrm>
            <a:off x="6547870" y="1143000"/>
            <a:ext cx="3227193" cy="4572000"/>
          </a:xfrm>
          <a:prstGeom prst="roundRect">
            <a:avLst>
              <a:gd fmla="val 1858" name="adj"/>
            </a:avLst>
          </a:prstGeom>
          <a:noFill/>
          <a:ln>
            <a:noFill/>
          </a:ln>
          <a:effectLst>
            <a:outerShdw blurRad="50800" rotWithShape="0" algn="tl" dir="5400000" dist="50800">
              <a:srgbClr val="000000">
                <a:alpha val="41960"/>
              </a:srgbClr>
            </a:outerShdw>
          </a:effectLst>
        </p:spPr>
      </p:sp>
      <p:sp>
        <p:nvSpPr>
          <p:cNvPr id="119" name="Google Shape;119;p28"/>
          <p:cNvSpPr txBox="1"/>
          <p:nvPr>
            <p:ph idx="1" type="body"/>
          </p:nvPr>
        </p:nvSpPr>
        <p:spPr>
          <a:xfrm>
            <a:off x="1154954" y="3657600"/>
            <a:ext cx="3859212" cy="13716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solidFill>
                  <a:srgbClr val="EE52A4"/>
                </a:solidFill>
              </a:defRPr>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20" name="Google Shape;120;p28"/>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28"/>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28"/>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3921"/>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2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124" name="Shape 124"/>
        <p:cNvGrpSpPr/>
        <p:nvPr/>
      </p:nvGrpSpPr>
      <p:grpSpPr>
        <a:xfrm>
          <a:off x="0" y="0"/>
          <a:ext cx="0" cy="0"/>
          <a:chOff x="0" y="0"/>
          <a:chExt cx="0" cy="0"/>
        </a:xfrm>
      </p:grpSpPr>
      <p:grpSp>
        <p:nvGrpSpPr>
          <p:cNvPr id="125" name="Google Shape;125;p29"/>
          <p:cNvGrpSpPr/>
          <p:nvPr/>
        </p:nvGrpSpPr>
        <p:grpSpPr>
          <a:xfrm>
            <a:off x="0" y="0"/>
            <a:ext cx="12192000" cy="6858000"/>
            <a:chOff x="0" y="0"/>
            <a:chExt cx="12192000" cy="6858000"/>
          </a:xfrm>
        </p:grpSpPr>
        <p:sp>
          <p:nvSpPr>
            <p:cNvPr id="126" name="Google Shape;126;p29"/>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29"/>
            <p:cNvSpPr/>
            <p:nvPr/>
          </p:nvSpPr>
          <p:spPr>
            <a:xfrm>
              <a:off x="0" y="2667000"/>
              <a:ext cx="4191000" cy="4191000"/>
            </a:xfrm>
            <a:prstGeom prst="ellipse">
              <a:avLst/>
            </a:prstGeom>
            <a:gradFill>
              <a:gsLst>
                <a:gs pos="0">
                  <a:srgbClr val="9B6BF2">
                    <a:alpha val="10196"/>
                  </a:srgbClr>
                </a:gs>
                <a:gs pos="36000">
                  <a:srgbClr val="9B6BF2">
                    <a:alpha val="9019"/>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29"/>
            <p:cNvSpPr/>
            <p:nvPr/>
          </p:nvSpPr>
          <p:spPr>
            <a:xfrm>
              <a:off x="0" y="2895600"/>
              <a:ext cx="2362200" cy="2362200"/>
            </a:xfrm>
            <a:prstGeom prst="ellipse">
              <a:avLst/>
            </a:prstGeom>
            <a:gradFill>
              <a:gsLst>
                <a:gs pos="0">
                  <a:srgbClr val="9B6BF2">
                    <a:alpha val="7058"/>
                  </a:srgbClr>
                </a:gs>
                <a:gs pos="36000">
                  <a:srgbClr val="9B6BF2">
                    <a:alpha val="7058"/>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29"/>
            <p:cNvSpPr/>
            <p:nvPr/>
          </p:nvSpPr>
          <p:spPr>
            <a:xfrm>
              <a:off x="8609012" y="5867400"/>
              <a:ext cx="990600" cy="990600"/>
            </a:xfrm>
            <a:prstGeom prst="ellipse">
              <a:avLst/>
            </a:prstGeom>
            <a:gradFill>
              <a:gsLst>
                <a:gs pos="0">
                  <a:srgbClr val="9B6BF2">
                    <a:alpha val="12941"/>
                  </a:srgbClr>
                </a:gs>
                <a:gs pos="36000">
                  <a:srgbClr val="9B6BF2">
                    <a:alpha val="5882"/>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29"/>
            <p:cNvSpPr/>
            <p:nvPr/>
          </p:nvSpPr>
          <p:spPr>
            <a:xfrm>
              <a:off x="8609012" y="1676400"/>
              <a:ext cx="2819400" cy="2819400"/>
            </a:xfrm>
            <a:prstGeom prst="ellipse">
              <a:avLst/>
            </a:prstGeom>
            <a:gradFill>
              <a:gsLst>
                <a:gs pos="0">
                  <a:srgbClr val="9B6BF2">
                    <a:alpha val="5882"/>
                  </a:srgbClr>
                </a:gs>
                <a:gs pos="36000">
                  <a:srgbClr val="9B6BF2">
                    <a:alpha val="5098"/>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29"/>
            <p:cNvSpPr/>
            <p:nvPr/>
          </p:nvSpPr>
          <p:spPr>
            <a:xfrm>
              <a:off x="7999412" y="8464"/>
              <a:ext cx="1600200" cy="1600200"/>
            </a:xfrm>
            <a:prstGeom prst="ellipse">
              <a:avLst/>
            </a:prstGeom>
            <a:gradFill>
              <a:gsLst>
                <a:gs pos="0">
                  <a:srgbClr val="9B6BF2">
                    <a:alpha val="12941"/>
                  </a:srgbClr>
                </a:gs>
                <a:gs pos="36000">
                  <a:srgbClr val="9B6BF2">
                    <a:alpha val="5882"/>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29"/>
            <p:cNvSpPr/>
            <p:nvPr/>
          </p:nvSpPr>
          <p:spPr>
            <a:xfrm rot="10371525">
              <a:off x="263767" y="4438254"/>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29"/>
            <p:cNvSpPr/>
            <p:nvPr/>
          </p:nvSpPr>
          <p:spPr>
            <a:xfrm rot="10800000">
              <a:off x="459506" y="321130"/>
              <a:ext cx="11277600" cy="4533900"/>
            </a:xfrm>
            <a:custGeom>
              <a:rect b="b" l="l" r="r" t="t"/>
              <a:pathLst>
                <a:path extrusionOk="0" h="2856" w="7104">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lt1"/>
            </a:solidFill>
            <a:ln>
              <a:noFill/>
            </a:ln>
          </p:spPr>
        </p:sp>
        <p:sp>
          <p:nvSpPr>
            <p:cNvPr id="134" name="Google Shape;134;p29"/>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35" name="Google Shape;135;p29"/>
          <p:cNvSpPr txBox="1"/>
          <p:nvPr>
            <p:ph type="title"/>
          </p:nvPr>
        </p:nvSpPr>
        <p:spPr>
          <a:xfrm>
            <a:off x="1154954" y="4969927"/>
            <a:ext cx="8825659"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2"/>
              </a:buClr>
              <a:buSzPts val="2400"/>
              <a:buFont typeface="Century Gothic"/>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29"/>
          <p:cNvSpPr/>
          <p:nvPr>
            <p:ph idx="2" type="pic"/>
          </p:nvPr>
        </p:nvSpPr>
        <p:spPr>
          <a:xfrm>
            <a:off x="1154954" y="685800"/>
            <a:ext cx="8825659" cy="3429000"/>
          </a:xfrm>
          <a:prstGeom prst="roundRect">
            <a:avLst>
              <a:gd fmla="val 1858" name="adj"/>
            </a:avLst>
          </a:prstGeom>
          <a:noFill/>
          <a:ln>
            <a:noFill/>
          </a:ln>
          <a:effectLst>
            <a:outerShdw blurRad="50800" rotWithShape="0" algn="tl" dir="5400000" dist="50800">
              <a:srgbClr val="000000">
                <a:alpha val="41960"/>
              </a:srgbClr>
            </a:outerShdw>
          </a:effectLst>
        </p:spPr>
      </p:sp>
      <p:sp>
        <p:nvSpPr>
          <p:cNvPr id="137" name="Google Shape;137;p29"/>
          <p:cNvSpPr txBox="1"/>
          <p:nvPr>
            <p:ph idx="1" type="body"/>
          </p:nvPr>
        </p:nvSpPr>
        <p:spPr>
          <a:xfrm>
            <a:off x="1154954" y="5536665"/>
            <a:ext cx="8825658" cy="49371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960"/>
              <a:buNone/>
              <a:defRPr sz="1200">
                <a:solidFill>
                  <a:srgbClr val="EE52A4"/>
                </a:solidFill>
              </a:defRPr>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38" name="Google Shape;138;p29"/>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29"/>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p29"/>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3921"/>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2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showMasterSp="0">
  <p:cSld name="Title and Caption">
    <p:spTree>
      <p:nvGrpSpPr>
        <p:cNvPr id="142" name="Shape 142"/>
        <p:cNvGrpSpPr/>
        <p:nvPr/>
      </p:nvGrpSpPr>
      <p:grpSpPr>
        <a:xfrm>
          <a:off x="0" y="0"/>
          <a:ext cx="0" cy="0"/>
          <a:chOff x="0" y="0"/>
          <a:chExt cx="0" cy="0"/>
        </a:xfrm>
      </p:grpSpPr>
      <p:grpSp>
        <p:nvGrpSpPr>
          <p:cNvPr id="143" name="Google Shape;143;p30"/>
          <p:cNvGrpSpPr/>
          <p:nvPr/>
        </p:nvGrpSpPr>
        <p:grpSpPr>
          <a:xfrm>
            <a:off x="0" y="0"/>
            <a:ext cx="12192000" cy="6858000"/>
            <a:chOff x="0" y="0"/>
            <a:chExt cx="12192000" cy="6858000"/>
          </a:xfrm>
        </p:grpSpPr>
        <p:sp>
          <p:nvSpPr>
            <p:cNvPr id="144" name="Google Shape;144;p30"/>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30"/>
            <p:cNvSpPr/>
            <p:nvPr/>
          </p:nvSpPr>
          <p:spPr>
            <a:xfrm>
              <a:off x="0" y="2667000"/>
              <a:ext cx="4191000" cy="4191000"/>
            </a:xfrm>
            <a:prstGeom prst="ellipse">
              <a:avLst/>
            </a:prstGeom>
            <a:gradFill>
              <a:gsLst>
                <a:gs pos="0">
                  <a:srgbClr val="9B6BF2">
                    <a:alpha val="10196"/>
                  </a:srgbClr>
                </a:gs>
                <a:gs pos="36000">
                  <a:srgbClr val="9B6BF2">
                    <a:alpha val="9019"/>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30"/>
            <p:cNvSpPr/>
            <p:nvPr/>
          </p:nvSpPr>
          <p:spPr>
            <a:xfrm>
              <a:off x="0" y="2895600"/>
              <a:ext cx="2362200" cy="2362200"/>
            </a:xfrm>
            <a:prstGeom prst="ellipse">
              <a:avLst/>
            </a:prstGeom>
            <a:gradFill>
              <a:gsLst>
                <a:gs pos="0">
                  <a:srgbClr val="9B6BF2">
                    <a:alpha val="7058"/>
                  </a:srgbClr>
                </a:gs>
                <a:gs pos="36000">
                  <a:srgbClr val="9B6BF2">
                    <a:alpha val="7058"/>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30"/>
            <p:cNvSpPr/>
            <p:nvPr/>
          </p:nvSpPr>
          <p:spPr>
            <a:xfrm>
              <a:off x="8609012" y="5867400"/>
              <a:ext cx="990600" cy="990600"/>
            </a:xfrm>
            <a:prstGeom prst="ellipse">
              <a:avLst/>
            </a:prstGeom>
            <a:gradFill>
              <a:gsLst>
                <a:gs pos="0">
                  <a:srgbClr val="9B6BF2">
                    <a:alpha val="12941"/>
                  </a:srgbClr>
                </a:gs>
                <a:gs pos="36000">
                  <a:srgbClr val="9B6BF2">
                    <a:alpha val="5882"/>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30"/>
            <p:cNvSpPr/>
            <p:nvPr/>
          </p:nvSpPr>
          <p:spPr>
            <a:xfrm>
              <a:off x="8609012" y="1676400"/>
              <a:ext cx="2819400" cy="2819400"/>
            </a:xfrm>
            <a:prstGeom prst="ellipse">
              <a:avLst/>
            </a:prstGeom>
            <a:gradFill>
              <a:gsLst>
                <a:gs pos="0">
                  <a:srgbClr val="9B6BF2">
                    <a:alpha val="5882"/>
                  </a:srgbClr>
                </a:gs>
                <a:gs pos="36000">
                  <a:srgbClr val="9B6BF2">
                    <a:alpha val="5098"/>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30"/>
            <p:cNvSpPr/>
            <p:nvPr/>
          </p:nvSpPr>
          <p:spPr>
            <a:xfrm>
              <a:off x="7999412" y="8464"/>
              <a:ext cx="1600200" cy="1600200"/>
            </a:xfrm>
            <a:prstGeom prst="ellipse">
              <a:avLst/>
            </a:prstGeom>
            <a:gradFill>
              <a:gsLst>
                <a:gs pos="0">
                  <a:srgbClr val="9B6BF2">
                    <a:alpha val="12941"/>
                  </a:srgbClr>
                </a:gs>
                <a:gs pos="36000">
                  <a:srgbClr val="9B6BF2">
                    <a:alpha val="5882"/>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30"/>
            <p:cNvSpPr/>
            <p:nvPr/>
          </p:nvSpPr>
          <p:spPr>
            <a:xfrm rot="-589932">
              <a:off x="8490951" y="2714874"/>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30"/>
            <p:cNvSpPr/>
            <p:nvPr/>
          </p:nvSpPr>
          <p:spPr>
            <a:xfrm>
              <a:off x="455612" y="2801319"/>
              <a:ext cx="11277600" cy="3602637"/>
            </a:xfrm>
            <a:custGeom>
              <a:rect b="b" l="l" r="r" t="t"/>
              <a:pathLst>
                <a:path extrusionOk="0" h="7946" w="10000">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lt1"/>
            </a:solidFill>
            <a:ln>
              <a:noFill/>
            </a:ln>
          </p:spPr>
        </p:sp>
        <p:sp>
          <p:nvSpPr>
            <p:cNvPr id="152" name="Google Shape;152;p30"/>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53" name="Google Shape;153;p30"/>
          <p:cNvSpPr txBox="1"/>
          <p:nvPr>
            <p:ph type="title"/>
          </p:nvPr>
        </p:nvSpPr>
        <p:spPr>
          <a:xfrm>
            <a:off x="1148798" y="1063417"/>
            <a:ext cx="8831816" cy="1372986"/>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2"/>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4" name="Google Shape;154;p30"/>
          <p:cNvSpPr txBox="1"/>
          <p:nvPr>
            <p:ph idx="1" type="body"/>
          </p:nvPr>
        </p:nvSpPr>
        <p:spPr>
          <a:xfrm>
            <a:off x="1154954" y="3543300"/>
            <a:ext cx="8825659" cy="24765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1000"/>
              </a:spcBef>
              <a:spcAft>
                <a:spcPts val="0"/>
              </a:spcAft>
              <a:buSzPts val="1440"/>
              <a:buNone/>
              <a:defRPr sz="18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55" name="Google Shape;155;p30"/>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6" name="Google Shape;156;p30"/>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7" name="Google Shape;157;p30"/>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3921"/>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3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showMasterSp="0">
  <p:cSld name="Quote with Caption">
    <p:spTree>
      <p:nvGrpSpPr>
        <p:cNvPr id="159" name="Shape 159"/>
        <p:cNvGrpSpPr/>
        <p:nvPr/>
      </p:nvGrpSpPr>
      <p:grpSpPr>
        <a:xfrm>
          <a:off x="0" y="0"/>
          <a:ext cx="0" cy="0"/>
          <a:chOff x="0" y="0"/>
          <a:chExt cx="0" cy="0"/>
        </a:xfrm>
      </p:grpSpPr>
      <p:grpSp>
        <p:nvGrpSpPr>
          <p:cNvPr id="160" name="Google Shape;160;p31"/>
          <p:cNvGrpSpPr/>
          <p:nvPr/>
        </p:nvGrpSpPr>
        <p:grpSpPr>
          <a:xfrm>
            <a:off x="0" y="0"/>
            <a:ext cx="12192000" cy="6858000"/>
            <a:chOff x="0" y="0"/>
            <a:chExt cx="12192000" cy="6858000"/>
          </a:xfrm>
        </p:grpSpPr>
        <p:sp>
          <p:nvSpPr>
            <p:cNvPr id="161" name="Google Shape;161;p31"/>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31"/>
            <p:cNvSpPr/>
            <p:nvPr/>
          </p:nvSpPr>
          <p:spPr>
            <a:xfrm>
              <a:off x="0" y="2667000"/>
              <a:ext cx="4191000" cy="4191000"/>
            </a:xfrm>
            <a:prstGeom prst="ellipse">
              <a:avLst/>
            </a:prstGeom>
            <a:gradFill>
              <a:gsLst>
                <a:gs pos="0">
                  <a:srgbClr val="9B6BF2">
                    <a:alpha val="10196"/>
                  </a:srgbClr>
                </a:gs>
                <a:gs pos="36000">
                  <a:srgbClr val="9B6BF2">
                    <a:alpha val="9019"/>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31"/>
            <p:cNvSpPr/>
            <p:nvPr/>
          </p:nvSpPr>
          <p:spPr>
            <a:xfrm>
              <a:off x="0" y="2895600"/>
              <a:ext cx="2362200" cy="2362200"/>
            </a:xfrm>
            <a:prstGeom prst="ellipse">
              <a:avLst/>
            </a:prstGeom>
            <a:gradFill>
              <a:gsLst>
                <a:gs pos="0">
                  <a:srgbClr val="9B6BF2">
                    <a:alpha val="7058"/>
                  </a:srgbClr>
                </a:gs>
                <a:gs pos="36000">
                  <a:srgbClr val="9B6BF2">
                    <a:alpha val="7058"/>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31"/>
            <p:cNvSpPr/>
            <p:nvPr/>
          </p:nvSpPr>
          <p:spPr>
            <a:xfrm>
              <a:off x="8609012" y="5867400"/>
              <a:ext cx="990600" cy="990600"/>
            </a:xfrm>
            <a:prstGeom prst="ellipse">
              <a:avLst/>
            </a:prstGeom>
            <a:gradFill>
              <a:gsLst>
                <a:gs pos="0">
                  <a:srgbClr val="9B6BF2">
                    <a:alpha val="12941"/>
                  </a:srgbClr>
                </a:gs>
                <a:gs pos="36000">
                  <a:srgbClr val="9B6BF2">
                    <a:alpha val="5882"/>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31"/>
            <p:cNvSpPr/>
            <p:nvPr/>
          </p:nvSpPr>
          <p:spPr>
            <a:xfrm>
              <a:off x="8609012" y="1676400"/>
              <a:ext cx="2819400" cy="2819400"/>
            </a:xfrm>
            <a:prstGeom prst="ellipse">
              <a:avLst/>
            </a:prstGeom>
            <a:gradFill>
              <a:gsLst>
                <a:gs pos="0">
                  <a:srgbClr val="9B6BF2">
                    <a:alpha val="5882"/>
                  </a:srgbClr>
                </a:gs>
                <a:gs pos="36000">
                  <a:srgbClr val="9B6BF2">
                    <a:alpha val="5098"/>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31"/>
            <p:cNvSpPr/>
            <p:nvPr/>
          </p:nvSpPr>
          <p:spPr>
            <a:xfrm>
              <a:off x="7999412" y="8464"/>
              <a:ext cx="1600200" cy="1600200"/>
            </a:xfrm>
            <a:prstGeom prst="ellipse">
              <a:avLst/>
            </a:prstGeom>
            <a:gradFill>
              <a:gsLst>
                <a:gs pos="0">
                  <a:srgbClr val="9B6BF2">
                    <a:alpha val="12941"/>
                  </a:srgbClr>
                </a:gs>
                <a:gs pos="36000">
                  <a:srgbClr val="9B6BF2">
                    <a:alpha val="5882"/>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31"/>
            <p:cNvSpPr/>
            <p:nvPr/>
          </p:nvSpPr>
          <p:spPr>
            <a:xfrm rot="-589932">
              <a:off x="8490951" y="4185117"/>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31"/>
            <p:cNvSpPr/>
            <p:nvPr/>
          </p:nvSpPr>
          <p:spPr>
            <a:xfrm>
              <a:off x="455612" y="4241801"/>
              <a:ext cx="11277600" cy="2337161"/>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169" name="Google Shape;169;p31"/>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70" name="Google Shape;170;p31"/>
          <p:cNvSpPr txBox="1"/>
          <p:nvPr/>
        </p:nvSpPr>
        <p:spPr>
          <a:xfrm>
            <a:off x="881566" y="607336"/>
            <a:ext cx="801912" cy="156966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9600"/>
              <a:buFont typeface="Arial"/>
              <a:buNone/>
            </a:pPr>
            <a:r>
              <a:rPr b="0" i="0" lang="en-US" sz="9600" u="none" cap="none" strike="noStrike">
                <a:solidFill>
                  <a:srgbClr val="EE52A4"/>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71" name="Google Shape;171;p31"/>
          <p:cNvSpPr txBox="1"/>
          <p:nvPr/>
        </p:nvSpPr>
        <p:spPr>
          <a:xfrm>
            <a:off x="9884458" y="2613787"/>
            <a:ext cx="652763" cy="156966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9600"/>
              <a:buFont typeface="Arial"/>
              <a:buNone/>
            </a:pPr>
            <a:r>
              <a:rPr b="0" i="0" lang="en-US" sz="9600" u="none" cap="none" strike="noStrike">
                <a:solidFill>
                  <a:srgbClr val="EE52A4"/>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72" name="Google Shape;172;p31"/>
          <p:cNvSpPr txBox="1"/>
          <p:nvPr>
            <p:ph type="title"/>
          </p:nvPr>
        </p:nvSpPr>
        <p:spPr>
          <a:xfrm>
            <a:off x="1581878" y="982134"/>
            <a:ext cx="8453906" cy="269663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2"/>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3" name="Google Shape;173;p31"/>
          <p:cNvSpPr txBox="1"/>
          <p:nvPr>
            <p:ph idx="1" type="body"/>
          </p:nvPr>
        </p:nvSpPr>
        <p:spPr>
          <a:xfrm>
            <a:off x="1945945" y="3678766"/>
            <a:ext cx="7731219" cy="342174"/>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b="0" i="0" sz="1400" cap="small">
                <a:solidFill>
                  <a:srgbClr val="EE52A4"/>
                </a:solidFill>
                <a:latin typeface="Century Gothic"/>
                <a:ea typeface="Century Gothic"/>
                <a:cs typeface="Century Gothic"/>
                <a:sym typeface="Century Gothic"/>
              </a:defRPr>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74" name="Google Shape;174;p31"/>
          <p:cNvSpPr txBox="1"/>
          <p:nvPr>
            <p:ph idx="2" type="body"/>
          </p:nvPr>
        </p:nvSpPr>
        <p:spPr>
          <a:xfrm>
            <a:off x="1154954" y="5029199"/>
            <a:ext cx="9244897" cy="997857"/>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75" name="Google Shape;175;p31"/>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6" name="Google Shape;176;p31"/>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7" name="Google Shape;177;p31"/>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3921"/>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3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showMasterSp="0">
  <p:cSld name="Name Card">
    <p:spTree>
      <p:nvGrpSpPr>
        <p:cNvPr id="179" name="Shape 179"/>
        <p:cNvGrpSpPr/>
        <p:nvPr/>
      </p:nvGrpSpPr>
      <p:grpSpPr>
        <a:xfrm>
          <a:off x="0" y="0"/>
          <a:ext cx="0" cy="0"/>
          <a:chOff x="0" y="0"/>
          <a:chExt cx="0" cy="0"/>
        </a:xfrm>
      </p:grpSpPr>
      <p:grpSp>
        <p:nvGrpSpPr>
          <p:cNvPr id="180" name="Google Shape;180;p32"/>
          <p:cNvGrpSpPr/>
          <p:nvPr/>
        </p:nvGrpSpPr>
        <p:grpSpPr>
          <a:xfrm>
            <a:off x="0" y="0"/>
            <a:ext cx="12192000" cy="6858000"/>
            <a:chOff x="0" y="0"/>
            <a:chExt cx="12192000" cy="6858000"/>
          </a:xfrm>
        </p:grpSpPr>
        <p:sp>
          <p:nvSpPr>
            <p:cNvPr id="181" name="Google Shape;181;p32"/>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32"/>
            <p:cNvSpPr/>
            <p:nvPr/>
          </p:nvSpPr>
          <p:spPr>
            <a:xfrm>
              <a:off x="0" y="2667000"/>
              <a:ext cx="4191000" cy="4191000"/>
            </a:xfrm>
            <a:prstGeom prst="ellipse">
              <a:avLst/>
            </a:prstGeom>
            <a:gradFill>
              <a:gsLst>
                <a:gs pos="0">
                  <a:srgbClr val="9B6BF2">
                    <a:alpha val="10196"/>
                  </a:srgbClr>
                </a:gs>
                <a:gs pos="36000">
                  <a:srgbClr val="9B6BF2">
                    <a:alpha val="9019"/>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32"/>
            <p:cNvSpPr/>
            <p:nvPr/>
          </p:nvSpPr>
          <p:spPr>
            <a:xfrm>
              <a:off x="0" y="2895600"/>
              <a:ext cx="2362200" cy="2362200"/>
            </a:xfrm>
            <a:prstGeom prst="ellipse">
              <a:avLst/>
            </a:prstGeom>
            <a:gradFill>
              <a:gsLst>
                <a:gs pos="0">
                  <a:srgbClr val="9B6BF2">
                    <a:alpha val="7058"/>
                  </a:srgbClr>
                </a:gs>
                <a:gs pos="36000">
                  <a:srgbClr val="9B6BF2">
                    <a:alpha val="7058"/>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32"/>
            <p:cNvSpPr/>
            <p:nvPr/>
          </p:nvSpPr>
          <p:spPr>
            <a:xfrm>
              <a:off x="8609012" y="5867400"/>
              <a:ext cx="990600" cy="990600"/>
            </a:xfrm>
            <a:prstGeom prst="ellipse">
              <a:avLst/>
            </a:prstGeom>
            <a:gradFill>
              <a:gsLst>
                <a:gs pos="0">
                  <a:srgbClr val="9B6BF2">
                    <a:alpha val="12941"/>
                  </a:srgbClr>
                </a:gs>
                <a:gs pos="36000">
                  <a:srgbClr val="9B6BF2">
                    <a:alpha val="5882"/>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32"/>
            <p:cNvSpPr/>
            <p:nvPr/>
          </p:nvSpPr>
          <p:spPr>
            <a:xfrm>
              <a:off x="8609012" y="1676400"/>
              <a:ext cx="2819400" cy="2819400"/>
            </a:xfrm>
            <a:prstGeom prst="ellipse">
              <a:avLst/>
            </a:prstGeom>
            <a:gradFill>
              <a:gsLst>
                <a:gs pos="0">
                  <a:srgbClr val="9B6BF2">
                    <a:alpha val="5882"/>
                  </a:srgbClr>
                </a:gs>
                <a:gs pos="36000">
                  <a:srgbClr val="9B6BF2">
                    <a:alpha val="5098"/>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32"/>
            <p:cNvSpPr/>
            <p:nvPr/>
          </p:nvSpPr>
          <p:spPr>
            <a:xfrm>
              <a:off x="7999412" y="8464"/>
              <a:ext cx="1600200" cy="1600200"/>
            </a:xfrm>
            <a:prstGeom prst="ellipse">
              <a:avLst/>
            </a:prstGeom>
            <a:gradFill>
              <a:gsLst>
                <a:gs pos="0">
                  <a:srgbClr val="9B6BF2">
                    <a:alpha val="12941"/>
                  </a:srgbClr>
                </a:gs>
                <a:gs pos="36000">
                  <a:srgbClr val="9B6BF2">
                    <a:alpha val="5882"/>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32"/>
            <p:cNvSpPr/>
            <p:nvPr/>
          </p:nvSpPr>
          <p:spPr>
            <a:xfrm rot="-589932">
              <a:off x="8490951" y="4193583"/>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32"/>
            <p:cNvSpPr/>
            <p:nvPr/>
          </p:nvSpPr>
          <p:spPr>
            <a:xfrm>
              <a:off x="455612" y="4241801"/>
              <a:ext cx="11277600" cy="2337161"/>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189" name="Google Shape;189;p32"/>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90" name="Google Shape;190;p32"/>
          <p:cNvSpPr txBox="1"/>
          <p:nvPr>
            <p:ph type="title"/>
          </p:nvPr>
        </p:nvSpPr>
        <p:spPr>
          <a:xfrm>
            <a:off x="1154954" y="2370667"/>
            <a:ext cx="8825660" cy="1822514"/>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2"/>
              </a:buClr>
              <a:buSzPts val="4000"/>
              <a:buFont typeface="Century Gothic"/>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1" name="Google Shape;191;p32"/>
          <p:cNvSpPr txBox="1"/>
          <p:nvPr>
            <p:ph idx="1" type="body"/>
          </p:nvPr>
        </p:nvSpPr>
        <p:spPr>
          <a:xfrm>
            <a:off x="1154954" y="5024967"/>
            <a:ext cx="8825659" cy="8604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600"/>
              <a:buNone/>
              <a:defRPr sz="2000" cap="none">
                <a:solidFill>
                  <a:srgbClr val="EE52A4"/>
                </a:solidFill>
              </a:defRPr>
            </a:lvl1pPr>
            <a:lvl2pPr indent="-228600" lvl="1" marL="914400" algn="l">
              <a:lnSpc>
                <a:spcPct val="100000"/>
              </a:lnSpc>
              <a:spcBef>
                <a:spcPts val="1000"/>
              </a:spcBef>
              <a:spcAft>
                <a:spcPts val="0"/>
              </a:spcAft>
              <a:buSzPts val="1440"/>
              <a:buNone/>
              <a:defRPr sz="1800">
                <a:solidFill>
                  <a:srgbClr val="888888"/>
                </a:solidFill>
              </a:defRPr>
            </a:lvl2pPr>
            <a:lvl3pPr indent="-228600" lvl="2" marL="1371600" algn="l">
              <a:lnSpc>
                <a:spcPct val="100000"/>
              </a:lnSpc>
              <a:spcBef>
                <a:spcPts val="1000"/>
              </a:spcBef>
              <a:spcAft>
                <a:spcPts val="0"/>
              </a:spcAft>
              <a:buSzPts val="1280"/>
              <a:buNone/>
              <a:defRPr sz="1600">
                <a:solidFill>
                  <a:srgbClr val="888888"/>
                </a:solidFill>
              </a:defRPr>
            </a:lvl3pPr>
            <a:lvl4pPr indent="-228600" lvl="3" marL="1828800" algn="l">
              <a:lnSpc>
                <a:spcPct val="100000"/>
              </a:lnSpc>
              <a:spcBef>
                <a:spcPts val="1000"/>
              </a:spcBef>
              <a:spcAft>
                <a:spcPts val="0"/>
              </a:spcAft>
              <a:buSzPts val="1120"/>
              <a:buNone/>
              <a:defRPr sz="1400">
                <a:solidFill>
                  <a:srgbClr val="888888"/>
                </a:solidFill>
              </a:defRPr>
            </a:lvl4pPr>
            <a:lvl5pPr indent="-228600" lvl="4" marL="2286000" algn="l">
              <a:lnSpc>
                <a:spcPct val="100000"/>
              </a:lnSpc>
              <a:spcBef>
                <a:spcPts val="1000"/>
              </a:spcBef>
              <a:spcAft>
                <a:spcPts val="0"/>
              </a:spcAft>
              <a:buSzPts val="1120"/>
              <a:buNone/>
              <a:defRPr sz="1400">
                <a:solidFill>
                  <a:srgbClr val="888888"/>
                </a:solidFill>
              </a:defRPr>
            </a:lvl5pPr>
            <a:lvl6pPr indent="-228600" lvl="5" marL="2743200" algn="l">
              <a:lnSpc>
                <a:spcPct val="100000"/>
              </a:lnSpc>
              <a:spcBef>
                <a:spcPts val="1000"/>
              </a:spcBef>
              <a:spcAft>
                <a:spcPts val="0"/>
              </a:spcAft>
              <a:buSzPts val="1120"/>
              <a:buNone/>
              <a:defRPr sz="1400">
                <a:solidFill>
                  <a:srgbClr val="888888"/>
                </a:solidFill>
              </a:defRPr>
            </a:lvl6pPr>
            <a:lvl7pPr indent="-228600" lvl="6" marL="3200400" algn="l">
              <a:lnSpc>
                <a:spcPct val="100000"/>
              </a:lnSpc>
              <a:spcBef>
                <a:spcPts val="1000"/>
              </a:spcBef>
              <a:spcAft>
                <a:spcPts val="0"/>
              </a:spcAft>
              <a:buSzPts val="1120"/>
              <a:buNone/>
              <a:defRPr sz="1400">
                <a:solidFill>
                  <a:srgbClr val="888888"/>
                </a:solidFill>
              </a:defRPr>
            </a:lvl7pPr>
            <a:lvl8pPr indent="-228600" lvl="7" marL="3657600" algn="l">
              <a:lnSpc>
                <a:spcPct val="100000"/>
              </a:lnSpc>
              <a:spcBef>
                <a:spcPts val="1000"/>
              </a:spcBef>
              <a:spcAft>
                <a:spcPts val="0"/>
              </a:spcAft>
              <a:buSzPts val="1120"/>
              <a:buNone/>
              <a:defRPr sz="1400">
                <a:solidFill>
                  <a:srgbClr val="888888"/>
                </a:solidFill>
              </a:defRPr>
            </a:lvl8pPr>
            <a:lvl9pPr indent="-228600" lvl="8" marL="4114800" algn="l">
              <a:lnSpc>
                <a:spcPct val="100000"/>
              </a:lnSpc>
              <a:spcBef>
                <a:spcPts val="1000"/>
              </a:spcBef>
              <a:spcAft>
                <a:spcPts val="0"/>
              </a:spcAft>
              <a:buSzPts val="1120"/>
              <a:buNone/>
              <a:defRPr sz="1400">
                <a:solidFill>
                  <a:srgbClr val="888888"/>
                </a:solidFill>
              </a:defRPr>
            </a:lvl9pPr>
          </a:lstStyle>
          <a:p/>
        </p:txBody>
      </p:sp>
      <p:sp>
        <p:nvSpPr>
          <p:cNvPr id="192" name="Google Shape;192;p32"/>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3" name="Google Shape;193;p32"/>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4" name="Google Shape;194;p32"/>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3921"/>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3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96" name="Shape 196"/>
        <p:cNvGrpSpPr/>
        <p:nvPr/>
      </p:nvGrpSpPr>
      <p:grpSpPr>
        <a:xfrm>
          <a:off x="0" y="0"/>
          <a:ext cx="0" cy="0"/>
          <a:chOff x="0" y="0"/>
          <a:chExt cx="0" cy="0"/>
        </a:xfrm>
      </p:grpSpPr>
      <p:sp>
        <p:nvSpPr>
          <p:cNvPr id="197" name="Google Shape;197;p33"/>
          <p:cNvSpPr txBox="1"/>
          <p:nvPr>
            <p:ph type="title"/>
          </p:nvPr>
        </p:nvSpPr>
        <p:spPr>
          <a:xfrm>
            <a:off x="1154954" y="973668"/>
            <a:ext cx="8825659" cy="70696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2"/>
              </a:buClr>
              <a:buSzPts val="3600"/>
              <a:buFont typeface="Century Gothic"/>
              <a:buNone/>
              <a:defRPr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8" name="Google Shape;198;p33"/>
          <p:cNvSpPr txBox="1"/>
          <p:nvPr>
            <p:ph idx="1" type="body"/>
          </p:nvPr>
        </p:nvSpPr>
        <p:spPr>
          <a:xfrm>
            <a:off x="1154954" y="2603502"/>
            <a:ext cx="3141878"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EE52A4"/>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199" name="Google Shape;199;p33"/>
          <p:cNvSpPr txBox="1"/>
          <p:nvPr>
            <p:ph idx="2" type="body"/>
          </p:nvPr>
        </p:nvSpPr>
        <p:spPr>
          <a:xfrm>
            <a:off x="1154953" y="3179764"/>
            <a:ext cx="3141879" cy="284729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200" name="Google Shape;200;p33"/>
          <p:cNvSpPr txBox="1"/>
          <p:nvPr>
            <p:ph idx="3" type="body"/>
          </p:nvPr>
        </p:nvSpPr>
        <p:spPr>
          <a:xfrm>
            <a:off x="4512721" y="2603500"/>
            <a:ext cx="3147009"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EE52A4"/>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201" name="Google Shape;201;p33"/>
          <p:cNvSpPr txBox="1"/>
          <p:nvPr>
            <p:ph idx="4" type="body"/>
          </p:nvPr>
        </p:nvSpPr>
        <p:spPr>
          <a:xfrm>
            <a:off x="4512721" y="3179763"/>
            <a:ext cx="3147009" cy="284729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202" name="Google Shape;202;p33"/>
          <p:cNvSpPr txBox="1"/>
          <p:nvPr>
            <p:ph idx="5" type="body"/>
          </p:nvPr>
        </p:nvSpPr>
        <p:spPr>
          <a:xfrm>
            <a:off x="7888135" y="2603501"/>
            <a:ext cx="3145730"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EE52A4"/>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203" name="Google Shape;203;p33"/>
          <p:cNvSpPr txBox="1"/>
          <p:nvPr>
            <p:ph idx="6" type="body"/>
          </p:nvPr>
        </p:nvSpPr>
        <p:spPr>
          <a:xfrm>
            <a:off x="7888329" y="3179762"/>
            <a:ext cx="3145536" cy="284729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cxnSp>
        <p:nvCxnSpPr>
          <p:cNvPr id="204" name="Google Shape;204;p33"/>
          <p:cNvCxnSpPr/>
          <p:nvPr/>
        </p:nvCxnSpPr>
        <p:spPr>
          <a:xfrm>
            <a:off x="4403971" y="2569633"/>
            <a:ext cx="0" cy="3492499"/>
          </a:xfrm>
          <a:prstGeom prst="straightConnector1">
            <a:avLst/>
          </a:prstGeom>
          <a:noFill/>
          <a:ln cap="flat" cmpd="sng" w="12700">
            <a:solidFill>
              <a:schemeClr val="accent1">
                <a:alpha val="40000"/>
              </a:schemeClr>
            </a:solidFill>
            <a:prstDash val="solid"/>
            <a:round/>
            <a:headEnd len="sm" w="sm" type="none"/>
            <a:tailEnd len="sm" w="sm" type="none"/>
          </a:ln>
        </p:spPr>
      </p:cxnSp>
      <p:cxnSp>
        <p:nvCxnSpPr>
          <p:cNvPr id="205" name="Google Shape;205;p33"/>
          <p:cNvCxnSpPr/>
          <p:nvPr/>
        </p:nvCxnSpPr>
        <p:spPr>
          <a:xfrm>
            <a:off x="7772401" y="2569633"/>
            <a:ext cx="0" cy="3492499"/>
          </a:xfrm>
          <a:prstGeom prst="straightConnector1">
            <a:avLst/>
          </a:prstGeom>
          <a:noFill/>
          <a:ln cap="flat" cmpd="sng" w="12700">
            <a:solidFill>
              <a:schemeClr val="accent1">
                <a:alpha val="40000"/>
              </a:schemeClr>
            </a:solidFill>
            <a:prstDash val="solid"/>
            <a:round/>
            <a:headEnd len="sm" w="sm" type="none"/>
            <a:tailEnd len="sm" w="sm" type="none"/>
          </a:ln>
        </p:spPr>
      </p:cxnSp>
      <p:sp>
        <p:nvSpPr>
          <p:cNvPr id="206" name="Google Shape;206;p33"/>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7" name="Google Shape;207;p33"/>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8" name="Google Shape;208;p3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209" name="Shape 209"/>
        <p:cNvGrpSpPr/>
        <p:nvPr/>
      </p:nvGrpSpPr>
      <p:grpSpPr>
        <a:xfrm>
          <a:off x="0" y="0"/>
          <a:ext cx="0" cy="0"/>
          <a:chOff x="0" y="0"/>
          <a:chExt cx="0" cy="0"/>
        </a:xfrm>
      </p:grpSpPr>
      <p:sp>
        <p:nvSpPr>
          <p:cNvPr id="210" name="Google Shape;210;p34"/>
          <p:cNvSpPr txBox="1"/>
          <p:nvPr>
            <p:ph type="title"/>
          </p:nvPr>
        </p:nvSpPr>
        <p:spPr>
          <a:xfrm>
            <a:off x="1154954" y="973668"/>
            <a:ext cx="8825659" cy="70696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2"/>
              </a:buClr>
              <a:buSzPts val="3600"/>
              <a:buFont typeface="Century Gothic"/>
              <a:buNone/>
              <a:defRPr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1" name="Google Shape;211;p34"/>
          <p:cNvSpPr txBox="1"/>
          <p:nvPr>
            <p:ph idx="1" type="body"/>
          </p:nvPr>
        </p:nvSpPr>
        <p:spPr>
          <a:xfrm>
            <a:off x="1154954" y="4532844"/>
            <a:ext cx="3050438"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EE52A4"/>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212" name="Google Shape;212;p34"/>
          <p:cNvSpPr/>
          <p:nvPr>
            <p:ph idx="2" type="pic"/>
          </p:nvPr>
        </p:nvSpPr>
        <p:spPr>
          <a:xfrm>
            <a:off x="1334553" y="2603500"/>
            <a:ext cx="2691242" cy="1591510"/>
          </a:xfrm>
          <a:prstGeom prst="roundRect">
            <a:avLst>
              <a:gd fmla="val 1858" name="adj"/>
            </a:avLst>
          </a:prstGeom>
          <a:noFill/>
          <a:ln>
            <a:noFill/>
          </a:ln>
          <a:effectLst>
            <a:outerShdw blurRad="50800" rotWithShape="0" algn="tl" dir="5400000" dist="50800">
              <a:srgbClr val="000000">
                <a:alpha val="41960"/>
              </a:srgbClr>
            </a:outerShdw>
          </a:effectLst>
        </p:spPr>
      </p:sp>
      <p:sp>
        <p:nvSpPr>
          <p:cNvPr id="213" name="Google Shape;213;p34"/>
          <p:cNvSpPr txBox="1"/>
          <p:nvPr>
            <p:ph idx="3" type="body"/>
          </p:nvPr>
        </p:nvSpPr>
        <p:spPr>
          <a:xfrm>
            <a:off x="1154954" y="5109106"/>
            <a:ext cx="3050438" cy="91795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214" name="Google Shape;214;p34"/>
          <p:cNvSpPr txBox="1"/>
          <p:nvPr>
            <p:ph idx="4" type="body"/>
          </p:nvPr>
        </p:nvSpPr>
        <p:spPr>
          <a:xfrm>
            <a:off x="4568865" y="4532844"/>
            <a:ext cx="3050438" cy="576263"/>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EE52A4"/>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215" name="Google Shape;215;p34"/>
          <p:cNvSpPr/>
          <p:nvPr>
            <p:ph idx="5" type="pic"/>
          </p:nvPr>
        </p:nvSpPr>
        <p:spPr>
          <a:xfrm>
            <a:off x="4748462" y="2603500"/>
            <a:ext cx="2691243" cy="1591510"/>
          </a:xfrm>
          <a:prstGeom prst="roundRect">
            <a:avLst>
              <a:gd fmla="val 1858" name="adj"/>
            </a:avLst>
          </a:prstGeom>
          <a:noFill/>
          <a:ln>
            <a:noFill/>
          </a:ln>
          <a:effectLst>
            <a:outerShdw blurRad="50800" rotWithShape="0" algn="tl" dir="5400000" dist="50800">
              <a:srgbClr val="000000">
                <a:alpha val="41960"/>
              </a:srgbClr>
            </a:outerShdw>
          </a:effectLst>
        </p:spPr>
      </p:sp>
      <p:sp>
        <p:nvSpPr>
          <p:cNvPr id="216" name="Google Shape;216;p34"/>
          <p:cNvSpPr txBox="1"/>
          <p:nvPr>
            <p:ph idx="6" type="body"/>
          </p:nvPr>
        </p:nvSpPr>
        <p:spPr>
          <a:xfrm>
            <a:off x="4570172" y="5109105"/>
            <a:ext cx="3050438" cy="91795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217" name="Google Shape;217;p34"/>
          <p:cNvSpPr txBox="1"/>
          <p:nvPr>
            <p:ph idx="7" type="body"/>
          </p:nvPr>
        </p:nvSpPr>
        <p:spPr>
          <a:xfrm>
            <a:off x="7982775" y="4532845"/>
            <a:ext cx="3051095"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EE52A4"/>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218" name="Google Shape;218;p34"/>
          <p:cNvSpPr/>
          <p:nvPr>
            <p:ph idx="8" type="pic"/>
          </p:nvPr>
        </p:nvSpPr>
        <p:spPr>
          <a:xfrm>
            <a:off x="8163031" y="2603500"/>
            <a:ext cx="2691242" cy="1591510"/>
          </a:xfrm>
          <a:prstGeom prst="roundRect">
            <a:avLst>
              <a:gd fmla="val 1858" name="adj"/>
            </a:avLst>
          </a:prstGeom>
          <a:noFill/>
          <a:ln>
            <a:noFill/>
          </a:ln>
          <a:effectLst>
            <a:outerShdw blurRad="50800" rotWithShape="0" algn="tl" dir="5400000" dist="50800">
              <a:srgbClr val="000000">
                <a:alpha val="41960"/>
              </a:srgbClr>
            </a:outerShdw>
          </a:effectLst>
        </p:spPr>
      </p:sp>
      <p:sp>
        <p:nvSpPr>
          <p:cNvPr id="219" name="Google Shape;219;p34"/>
          <p:cNvSpPr txBox="1"/>
          <p:nvPr>
            <p:ph idx="9" type="body"/>
          </p:nvPr>
        </p:nvSpPr>
        <p:spPr>
          <a:xfrm>
            <a:off x="7982775" y="5109104"/>
            <a:ext cx="3051096" cy="91795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cxnSp>
        <p:nvCxnSpPr>
          <p:cNvPr id="220" name="Google Shape;220;p34"/>
          <p:cNvCxnSpPr/>
          <p:nvPr/>
        </p:nvCxnSpPr>
        <p:spPr>
          <a:xfrm>
            <a:off x="4405831" y="2569633"/>
            <a:ext cx="0" cy="3492499"/>
          </a:xfrm>
          <a:prstGeom prst="straightConnector1">
            <a:avLst/>
          </a:prstGeom>
          <a:noFill/>
          <a:ln cap="flat" cmpd="sng" w="12700">
            <a:solidFill>
              <a:schemeClr val="accent1">
                <a:alpha val="40000"/>
              </a:schemeClr>
            </a:solidFill>
            <a:prstDash val="solid"/>
            <a:round/>
            <a:headEnd len="sm" w="sm" type="none"/>
            <a:tailEnd len="sm" w="sm" type="none"/>
          </a:ln>
        </p:spPr>
      </p:cxnSp>
      <p:cxnSp>
        <p:nvCxnSpPr>
          <p:cNvPr id="221" name="Google Shape;221;p34"/>
          <p:cNvCxnSpPr/>
          <p:nvPr/>
        </p:nvCxnSpPr>
        <p:spPr>
          <a:xfrm>
            <a:off x="7797802" y="2569633"/>
            <a:ext cx="0" cy="3492499"/>
          </a:xfrm>
          <a:prstGeom prst="straightConnector1">
            <a:avLst/>
          </a:prstGeom>
          <a:noFill/>
          <a:ln cap="flat" cmpd="sng" w="12700">
            <a:solidFill>
              <a:schemeClr val="accent1">
                <a:alpha val="40000"/>
              </a:schemeClr>
            </a:solidFill>
            <a:prstDash val="solid"/>
            <a:round/>
            <a:headEnd len="sm" w="sm" type="none"/>
            <a:tailEnd len="sm" w="sm" type="none"/>
          </a:ln>
        </p:spPr>
      </p:cxnSp>
      <p:sp>
        <p:nvSpPr>
          <p:cNvPr id="222" name="Google Shape;222;p34"/>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3" name="Google Shape;223;p34"/>
          <p:cNvSpPr txBox="1"/>
          <p:nvPr>
            <p:ph idx="11" type="ftr"/>
          </p:nvPr>
        </p:nvSpPr>
        <p:spPr>
          <a:xfrm>
            <a:off x="561111" y="6391838"/>
            <a:ext cx="3644282"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4" name="Google Shape;224;p3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25" name="Shape 225"/>
        <p:cNvGrpSpPr/>
        <p:nvPr/>
      </p:nvGrpSpPr>
      <p:grpSpPr>
        <a:xfrm>
          <a:off x="0" y="0"/>
          <a:ext cx="0" cy="0"/>
          <a:chOff x="0" y="0"/>
          <a:chExt cx="0" cy="0"/>
        </a:xfrm>
      </p:grpSpPr>
      <p:sp>
        <p:nvSpPr>
          <p:cNvPr id="226" name="Google Shape;226;p35"/>
          <p:cNvSpPr txBox="1"/>
          <p:nvPr>
            <p:ph type="title"/>
          </p:nvPr>
        </p:nvSpPr>
        <p:spPr>
          <a:xfrm>
            <a:off x="1154954" y="973668"/>
            <a:ext cx="8825659" cy="70696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7" name="Google Shape;227;p35"/>
          <p:cNvSpPr txBox="1"/>
          <p:nvPr>
            <p:ph idx="1" type="body"/>
          </p:nvPr>
        </p:nvSpPr>
        <p:spPr>
          <a:xfrm rot="5400000">
            <a:off x="3859634" y="-101179"/>
            <a:ext cx="3416300" cy="8825659"/>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20039" lvl="5" marL="2743200" algn="l">
              <a:lnSpc>
                <a:spcPct val="100000"/>
              </a:lnSpc>
              <a:spcBef>
                <a:spcPts val="1000"/>
              </a:spcBef>
              <a:spcAft>
                <a:spcPts val="0"/>
              </a:spcAft>
              <a:buSzPts val="1440"/>
              <a:buChar char="►"/>
              <a:defRPr/>
            </a:lvl6pPr>
            <a:lvl7pPr indent="-320039"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228" name="Google Shape;228;p35"/>
          <p:cNvSpPr txBox="1"/>
          <p:nvPr>
            <p:ph idx="10" type="dt"/>
          </p:nvPr>
        </p:nvSpPr>
        <p:spPr>
          <a:xfrm>
            <a:off x="10695439"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9" name="Google Shape;229;p35"/>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0" name="Google Shape;230;p3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231" name="Shape 231"/>
        <p:cNvGrpSpPr/>
        <p:nvPr/>
      </p:nvGrpSpPr>
      <p:grpSpPr>
        <a:xfrm>
          <a:off x="0" y="0"/>
          <a:ext cx="0" cy="0"/>
          <a:chOff x="0" y="0"/>
          <a:chExt cx="0" cy="0"/>
        </a:xfrm>
      </p:grpSpPr>
      <p:grpSp>
        <p:nvGrpSpPr>
          <p:cNvPr id="232" name="Google Shape;232;p36"/>
          <p:cNvGrpSpPr/>
          <p:nvPr/>
        </p:nvGrpSpPr>
        <p:grpSpPr>
          <a:xfrm>
            <a:off x="0" y="0"/>
            <a:ext cx="12192000" cy="6858000"/>
            <a:chOff x="0" y="0"/>
            <a:chExt cx="12192000" cy="6858000"/>
          </a:xfrm>
        </p:grpSpPr>
        <p:sp>
          <p:nvSpPr>
            <p:cNvPr id="233" name="Google Shape;233;p36"/>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36"/>
            <p:cNvSpPr/>
            <p:nvPr/>
          </p:nvSpPr>
          <p:spPr>
            <a:xfrm>
              <a:off x="0" y="2667000"/>
              <a:ext cx="4191000" cy="4191000"/>
            </a:xfrm>
            <a:prstGeom prst="ellipse">
              <a:avLst/>
            </a:prstGeom>
            <a:gradFill>
              <a:gsLst>
                <a:gs pos="0">
                  <a:srgbClr val="9B6BF2">
                    <a:alpha val="10196"/>
                  </a:srgbClr>
                </a:gs>
                <a:gs pos="36000">
                  <a:srgbClr val="9B6BF2">
                    <a:alpha val="9019"/>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36"/>
            <p:cNvSpPr/>
            <p:nvPr/>
          </p:nvSpPr>
          <p:spPr>
            <a:xfrm>
              <a:off x="0" y="2895600"/>
              <a:ext cx="2362200" cy="2362200"/>
            </a:xfrm>
            <a:prstGeom prst="ellipse">
              <a:avLst/>
            </a:prstGeom>
            <a:gradFill>
              <a:gsLst>
                <a:gs pos="0">
                  <a:srgbClr val="9B6BF2">
                    <a:alpha val="7058"/>
                  </a:srgbClr>
                </a:gs>
                <a:gs pos="36000">
                  <a:srgbClr val="9B6BF2">
                    <a:alpha val="7058"/>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36"/>
            <p:cNvSpPr/>
            <p:nvPr/>
          </p:nvSpPr>
          <p:spPr>
            <a:xfrm>
              <a:off x="8609012" y="5867400"/>
              <a:ext cx="990600" cy="990600"/>
            </a:xfrm>
            <a:prstGeom prst="ellipse">
              <a:avLst/>
            </a:prstGeom>
            <a:gradFill>
              <a:gsLst>
                <a:gs pos="0">
                  <a:srgbClr val="9B6BF2">
                    <a:alpha val="12941"/>
                  </a:srgbClr>
                </a:gs>
                <a:gs pos="36000">
                  <a:srgbClr val="9B6BF2">
                    <a:alpha val="5882"/>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36"/>
            <p:cNvSpPr/>
            <p:nvPr/>
          </p:nvSpPr>
          <p:spPr>
            <a:xfrm>
              <a:off x="8609012" y="1676400"/>
              <a:ext cx="2819400" cy="2819400"/>
            </a:xfrm>
            <a:prstGeom prst="ellipse">
              <a:avLst/>
            </a:prstGeom>
            <a:gradFill>
              <a:gsLst>
                <a:gs pos="0">
                  <a:srgbClr val="9B6BF2">
                    <a:alpha val="5882"/>
                  </a:srgbClr>
                </a:gs>
                <a:gs pos="36000">
                  <a:srgbClr val="9B6BF2">
                    <a:alpha val="5098"/>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36"/>
            <p:cNvSpPr/>
            <p:nvPr/>
          </p:nvSpPr>
          <p:spPr>
            <a:xfrm>
              <a:off x="7999412" y="8464"/>
              <a:ext cx="1600200" cy="1600200"/>
            </a:xfrm>
            <a:prstGeom prst="ellipse">
              <a:avLst/>
            </a:prstGeom>
            <a:gradFill>
              <a:gsLst>
                <a:gs pos="0">
                  <a:srgbClr val="9B6BF2">
                    <a:alpha val="12941"/>
                  </a:srgbClr>
                </a:gs>
                <a:gs pos="36000">
                  <a:srgbClr val="9B6BF2">
                    <a:alpha val="5882"/>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36"/>
            <p:cNvSpPr/>
            <p:nvPr/>
          </p:nvSpPr>
          <p:spPr>
            <a:xfrm>
              <a:off x="414867" y="402165"/>
              <a:ext cx="6510866" cy="605367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36"/>
            <p:cNvSpPr/>
            <p:nvPr/>
          </p:nvSpPr>
          <p:spPr>
            <a:xfrm rot="5101749">
              <a:off x="6294738" y="4577737"/>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36"/>
            <p:cNvSpPr/>
            <p:nvPr/>
          </p:nvSpPr>
          <p:spPr>
            <a:xfrm rot="5400000">
              <a:off x="4449232" y="2801721"/>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242" name="Google Shape;242;p36"/>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243" name="Google Shape;243;p36"/>
          <p:cNvSpPr txBox="1"/>
          <p:nvPr>
            <p:ph type="title"/>
          </p:nvPr>
        </p:nvSpPr>
        <p:spPr>
          <a:xfrm rot="5400000">
            <a:off x="6915923" y="2947780"/>
            <a:ext cx="4748590" cy="140996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4" name="Google Shape;244;p36"/>
          <p:cNvSpPr txBox="1"/>
          <p:nvPr>
            <p:ph idx="1" type="body"/>
          </p:nvPr>
        </p:nvSpPr>
        <p:spPr>
          <a:xfrm rot="5400000">
            <a:off x="1908672" y="524749"/>
            <a:ext cx="4748590" cy="6256025"/>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20039" lvl="5" marL="2743200" algn="l">
              <a:lnSpc>
                <a:spcPct val="100000"/>
              </a:lnSpc>
              <a:spcBef>
                <a:spcPts val="1000"/>
              </a:spcBef>
              <a:spcAft>
                <a:spcPts val="0"/>
              </a:spcAft>
              <a:buSzPts val="1440"/>
              <a:buChar char="►"/>
              <a:defRPr/>
            </a:lvl6pPr>
            <a:lvl7pPr indent="-320039"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245" name="Google Shape;245;p36"/>
          <p:cNvSpPr txBox="1"/>
          <p:nvPr>
            <p:ph idx="10" type="dt"/>
          </p:nvPr>
        </p:nvSpPr>
        <p:spPr>
          <a:xfrm>
            <a:off x="10653104" y="6391838"/>
            <a:ext cx="992135"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6" name="Google Shape;246;p36"/>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7" name="Google Shape;247;p36"/>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3921"/>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3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9"/>
          <p:cNvGrpSpPr/>
          <p:nvPr/>
        </p:nvGrpSpPr>
        <p:grpSpPr>
          <a:xfrm>
            <a:off x="0" y="0"/>
            <a:ext cx="12192000" cy="6858000"/>
            <a:chOff x="0" y="0"/>
            <a:chExt cx="12192000" cy="6858000"/>
          </a:xfrm>
        </p:grpSpPr>
        <p:sp>
          <p:nvSpPr>
            <p:cNvPr id="11" name="Google Shape;11;p19"/>
            <p:cNvSpPr/>
            <p:nvPr/>
          </p:nvSpPr>
          <p:spPr>
            <a:xfrm>
              <a:off x="0" y="0"/>
              <a:ext cx="12192000" cy="6858000"/>
            </a:xfrm>
            <a:prstGeom prst="rect">
              <a:avLst/>
            </a:prstGeom>
            <a:blipFill rotWithShape="1">
              <a:blip r:embed="rId1">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19"/>
            <p:cNvSpPr/>
            <p:nvPr/>
          </p:nvSpPr>
          <p:spPr>
            <a:xfrm>
              <a:off x="0" y="2667000"/>
              <a:ext cx="4191000" cy="4191000"/>
            </a:xfrm>
            <a:prstGeom prst="ellipse">
              <a:avLst/>
            </a:prstGeom>
            <a:gradFill>
              <a:gsLst>
                <a:gs pos="0">
                  <a:srgbClr val="9B6BF2">
                    <a:alpha val="10196"/>
                  </a:srgbClr>
                </a:gs>
                <a:gs pos="36000">
                  <a:srgbClr val="9B6BF2">
                    <a:alpha val="9019"/>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19"/>
            <p:cNvSpPr/>
            <p:nvPr/>
          </p:nvSpPr>
          <p:spPr>
            <a:xfrm>
              <a:off x="0" y="2895600"/>
              <a:ext cx="2362200" cy="2362200"/>
            </a:xfrm>
            <a:prstGeom prst="ellipse">
              <a:avLst/>
            </a:prstGeom>
            <a:gradFill>
              <a:gsLst>
                <a:gs pos="0">
                  <a:srgbClr val="9B6BF2">
                    <a:alpha val="7058"/>
                  </a:srgbClr>
                </a:gs>
                <a:gs pos="36000">
                  <a:srgbClr val="9B6BF2">
                    <a:alpha val="7058"/>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19"/>
            <p:cNvSpPr/>
            <p:nvPr/>
          </p:nvSpPr>
          <p:spPr>
            <a:xfrm>
              <a:off x="8609012" y="5867400"/>
              <a:ext cx="990600" cy="990600"/>
            </a:xfrm>
            <a:prstGeom prst="ellipse">
              <a:avLst/>
            </a:prstGeom>
            <a:gradFill>
              <a:gsLst>
                <a:gs pos="0">
                  <a:srgbClr val="9B6BF2">
                    <a:alpha val="12941"/>
                  </a:srgbClr>
                </a:gs>
                <a:gs pos="36000">
                  <a:srgbClr val="9B6BF2">
                    <a:alpha val="5882"/>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19"/>
            <p:cNvSpPr/>
            <p:nvPr/>
          </p:nvSpPr>
          <p:spPr>
            <a:xfrm>
              <a:off x="8609012" y="1676400"/>
              <a:ext cx="2819400" cy="2819400"/>
            </a:xfrm>
            <a:prstGeom prst="ellipse">
              <a:avLst/>
            </a:prstGeom>
            <a:gradFill>
              <a:gsLst>
                <a:gs pos="0">
                  <a:srgbClr val="9B6BF2">
                    <a:alpha val="5882"/>
                  </a:srgbClr>
                </a:gs>
                <a:gs pos="36000">
                  <a:srgbClr val="9B6BF2">
                    <a:alpha val="5098"/>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19"/>
            <p:cNvSpPr/>
            <p:nvPr/>
          </p:nvSpPr>
          <p:spPr>
            <a:xfrm>
              <a:off x="7999412" y="8464"/>
              <a:ext cx="1600200" cy="1600200"/>
            </a:xfrm>
            <a:prstGeom prst="ellipse">
              <a:avLst/>
            </a:prstGeom>
            <a:gradFill>
              <a:gsLst>
                <a:gs pos="0">
                  <a:srgbClr val="9B6BF2">
                    <a:alpha val="12941"/>
                  </a:srgbClr>
                </a:gs>
                <a:gs pos="36000">
                  <a:srgbClr val="9B6BF2">
                    <a:alpha val="5882"/>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9"/>
            <p:cNvSpPr/>
            <p:nvPr/>
          </p:nvSpPr>
          <p:spPr>
            <a:xfrm rot="-589932">
              <a:off x="8490951" y="1797517"/>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19"/>
            <p:cNvSpPr/>
            <p:nvPr/>
          </p:nvSpPr>
          <p:spPr>
            <a:xfrm>
              <a:off x="459506" y="1866405"/>
              <a:ext cx="11277600" cy="4533900"/>
            </a:xfrm>
            <a:custGeom>
              <a:rect b="b" l="l" r="r" t="t"/>
              <a:pathLst>
                <a:path extrusionOk="0" h="2856" w="7104">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lt1"/>
            </a:solidFill>
            <a:ln>
              <a:noFill/>
            </a:ln>
          </p:spPr>
        </p:sp>
        <p:sp>
          <p:nvSpPr>
            <p:cNvPr id="19" name="Google Shape;19;p19"/>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20" name="Google Shape;20;p19"/>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lt2"/>
              </a:buClr>
              <a:buSzPts val="3600"/>
              <a:buFont typeface="Century Gothic"/>
              <a:buNone/>
              <a:defRPr b="0" i="0" sz="3600" u="none" cap="none" strike="noStrike">
                <a:solidFill>
                  <a:schemeClr val="lt2"/>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21" name="Google Shape;21;p19"/>
          <p:cNvSpPr txBox="1"/>
          <p:nvPr>
            <p:ph idx="1" type="body"/>
          </p:nvPr>
        </p:nvSpPr>
        <p:spPr>
          <a:xfrm>
            <a:off x="1154954" y="2603500"/>
            <a:ext cx="8761413" cy="3416300"/>
          </a:xfrm>
          <a:prstGeom prst="rect">
            <a:avLst/>
          </a:prstGeom>
          <a:noFill/>
          <a:ln>
            <a:noFill/>
          </a:ln>
        </p:spPr>
        <p:txBody>
          <a:bodyPr anchorCtr="0" anchor="t" bIns="45700" lIns="91425" spcFirstLastPara="1" rIns="91425" wrap="square" tIns="45700">
            <a:normAutofit/>
          </a:bodyPr>
          <a:lstStyle>
            <a:lvl1pPr indent="-320040" lvl="0" marL="457200" marR="0" rtl="0" algn="l">
              <a:lnSpc>
                <a:spcPct val="100000"/>
              </a:lnSpc>
              <a:spcBef>
                <a:spcPts val="1000"/>
              </a:spcBef>
              <a:spcAft>
                <a:spcPts val="0"/>
              </a:spcAft>
              <a:buClr>
                <a:schemeClr val="accent1"/>
              </a:buClr>
              <a:buSzPts val="1440"/>
              <a:buFont typeface="Noto Sans Symbols"/>
              <a:buChar char="►"/>
              <a:defRPr b="0" i="0" sz="1800" u="none" cap="none" strike="noStrike">
                <a:solidFill>
                  <a:srgbClr val="3F3F3F"/>
                </a:solidFill>
                <a:latin typeface="Century Gothic"/>
                <a:ea typeface="Century Gothic"/>
                <a:cs typeface="Century Gothic"/>
                <a:sym typeface="Century Gothic"/>
              </a:defRPr>
            </a:lvl1pPr>
            <a:lvl2pPr indent="-309880" lvl="1" marL="914400" marR="0" rtl="0" algn="l">
              <a:lnSpc>
                <a:spcPct val="100000"/>
              </a:lnSpc>
              <a:spcBef>
                <a:spcPts val="1000"/>
              </a:spcBef>
              <a:spcAft>
                <a:spcPts val="0"/>
              </a:spcAft>
              <a:buClr>
                <a:schemeClr val="accent1"/>
              </a:buClr>
              <a:buSzPts val="1280"/>
              <a:buFont typeface="Noto Sans Symbols"/>
              <a:buChar char="►"/>
              <a:defRPr b="0" i="0" sz="1600" u="none" cap="none" strike="noStrike">
                <a:solidFill>
                  <a:srgbClr val="3F3F3F"/>
                </a:solidFill>
                <a:latin typeface="Century Gothic"/>
                <a:ea typeface="Century Gothic"/>
                <a:cs typeface="Century Gothic"/>
                <a:sym typeface="Century Gothic"/>
              </a:defRPr>
            </a:lvl2pPr>
            <a:lvl3pPr indent="-299719" lvl="2" marL="1371600" marR="0" rtl="0" algn="l">
              <a:lnSpc>
                <a:spcPct val="100000"/>
              </a:lnSpc>
              <a:spcBef>
                <a:spcPts val="1000"/>
              </a:spcBef>
              <a:spcAft>
                <a:spcPts val="0"/>
              </a:spcAft>
              <a:buClr>
                <a:schemeClr val="accent1"/>
              </a:buClr>
              <a:buSzPts val="1120"/>
              <a:buFont typeface="Noto Sans Symbols"/>
              <a:buChar char="►"/>
              <a:defRPr b="0" i="0" sz="1400" u="none" cap="none" strike="noStrike">
                <a:solidFill>
                  <a:srgbClr val="3F3F3F"/>
                </a:solidFill>
                <a:latin typeface="Century Gothic"/>
                <a:ea typeface="Century Gothic"/>
                <a:cs typeface="Century Gothic"/>
                <a:sym typeface="Century Gothic"/>
              </a:defRPr>
            </a:lvl3pPr>
            <a:lvl4pPr indent="-289560" lvl="3" marL="18288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4pPr>
            <a:lvl5pPr indent="-289560" lvl="4" marL="22860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5pPr>
            <a:lvl6pPr indent="-289560" lvl="5" marL="27432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6pPr>
            <a:lvl7pPr indent="-289560" lvl="6" marL="32004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7pPr>
            <a:lvl8pPr indent="-289559" lvl="7" marL="36576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8pPr>
            <a:lvl9pPr indent="-289559" lvl="8" marL="41148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9pPr>
          </a:lstStyle>
          <a:p/>
        </p:txBody>
      </p:sp>
      <p:sp>
        <p:nvSpPr>
          <p:cNvPr id="22" name="Google Shape;22;p19"/>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1" i="0" sz="1000" u="none" cap="none" strike="noStrike">
                <a:solidFill>
                  <a:schemeClr val="accen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9pPr>
          </a:lstStyle>
          <a:p/>
        </p:txBody>
      </p:sp>
      <p:sp>
        <p:nvSpPr>
          <p:cNvPr id="23" name="Google Shape;23;p19"/>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000" u="none" cap="none" strike="noStrike">
                <a:solidFill>
                  <a:schemeClr val="accen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9pPr>
          </a:lstStyle>
          <a:p/>
        </p:txBody>
      </p:sp>
      <p:sp>
        <p:nvSpPr>
          <p:cNvPr id="24" name="Google Shape;24;p19"/>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3921"/>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1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
          <p:cNvSpPr txBox="1"/>
          <p:nvPr>
            <p:ph type="ctrTitle"/>
          </p:nvPr>
        </p:nvSpPr>
        <p:spPr>
          <a:xfrm>
            <a:off x="1154955" y="2099733"/>
            <a:ext cx="8825658" cy="2677648"/>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lt2"/>
              </a:buClr>
              <a:buSzPts val="5400"/>
              <a:buFont typeface="Century Gothic"/>
              <a:buNone/>
            </a:pPr>
            <a:r>
              <a:rPr lang="en-US"/>
              <a:t>Software Testing</a:t>
            </a:r>
            <a:endParaRPr/>
          </a:p>
        </p:txBody>
      </p:sp>
      <p:sp>
        <p:nvSpPr>
          <p:cNvPr id="254" name="Google Shape;254;p1"/>
          <p:cNvSpPr txBox="1"/>
          <p:nvPr>
            <p:ph idx="1" type="subTitle"/>
          </p:nvPr>
        </p:nvSpPr>
        <p:spPr>
          <a:xfrm>
            <a:off x="1154955" y="4777380"/>
            <a:ext cx="8825658" cy="86142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40"/>
              <a:buNone/>
            </a:pPr>
            <a:r>
              <a:rPr lang="en-US"/>
              <a:t>INTRODUCTION</a:t>
            </a:r>
            <a:endParaRPr/>
          </a:p>
        </p:txBody>
      </p:sp>
      <p:sp>
        <p:nvSpPr>
          <p:cNvPr id="255" name="Google Shape;255;p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256" name="Google Shape;256;p1"/>
          <p:cNvPicPr preferRelativeResize="0"/>
          <p:nvPr/>
        </p:nvPicPr>
        <p:blipFill rotWithShape="1">
          <a:blip r:embed="rId3">
            <a:alphaModFix/>
          </a:blip>
          <a:srcRect b="0" l="0" r="0" t="0"/>
          <a:stretch/>
        </p:blipFill>
        <p:spPr>
          <a:xfrm>
            <a:off x="10932368" y="5448584"/>
            <a:ext cx="1259632" cy="112474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Intro</a:t>
            </a:r>
            <a:endParaRPr/>
          </a:p>
        </p:txBody>
      </p:sp>
      <p:sp>
        <p:nvSpPr>
          <p:cNvPr id="262" name="Google Shape;262;p2"/>
          <p:cNvSpPr txBox="1"/>
          <p:nvPr>
            <p:ph idx="1" type="body"/>
          </p:nvPr>
        </p:nvSpPr>
        <p:spPr>
          <a:xfrm>
            <a:off x="1154954" y="2603500"/>
            <a:ext cx="8825659" cy="3416300"/>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SzPts val="1920"/>
              <a:buChar char="►"/>
            </a:pPr>
            <a:r>
              <a:rPr lang="en-US" sz="2400"/>
              <a:t>Suppose you are being asked to lead the team to test the software that controls a new X-ray machine. Would you take that job?</a:t>
            </a:r>
            <a:endParaRPr/>
          </a:p>
          <a:p>
            <a:pPr indent="-342900" lvl="0" marL="342900" rtl="0" algn="just">
              <a:lnSpc>
                <a:spcPct val="100000"/>
              </a:lnSpc>
              <a:spcBef>
                <a:spcPts val="1000"/>
              </a:spcBef>
              <a:spcAft>
                <a:spcPts val="0"/>
              </a:spcAft>
              <a:buSzPts val="1920"/>
              <a:buChar char="►"/>
            </a:pPr>
            <a:r>
              <a:rPr lang="en-US" sz="2400"/>
              <a:t>What if the contract says you’ll be charged with murder in case a patient dies because of a malfunctioning of the software?</a:t>
            </a:r>
            <a:endParaRPr/>
          </a:p>
          <a:p>
            <a:pPr indent="-241300" lvl="0" marL="342900" rtl="0" algn="just">
              <a:lnSpc>
                <a:spcPct val="100000"/>
              </a:lnSpc>
              <a:spcBef>
                <a:spcPts val="1000"/>
              </a:spcBef>
              <a:spcAft>
                <a:spcPts val="0"/>
              </a:spcAft>
              <a:buSzPts val="1600"/>
              <a:buNone/>
            </a:pPr>
            <a:r>
              <a:t/>
            </a:r>
            <a:endParaRPr sz="2000"/>
          </a:p>
        </p:txBody>
      </p:sp>
      <p:sp>
        <p:nvSpPr>
          <p:cNvPr id="263" name="Google Shape;263;p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264" name="Google Shape;264;p2"/>
          <p:cNvPicPr preferRelativeResize="0"/>
          <p:nvPr/>
        </p:nvPicPr>
        <p:blipFill rotWithShape="1">
          <a:blip r:embed="rId3">
            <a:alphaModFix/>
          </a:blip>
          <a:srcRect b="0" l="0" r="0" t="0"/>
          <a:stretch/>
        </p:blipFill>
        <p:spPr>
          <a:xfrm>
            <a:off x="10722459" y="5258803"/>
            <a:ext cx="1259632" cy="112474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State-of-the-Art</a:t>
            </a:r>
            <a:endParaRPr/>
          </a:p>
        </p:txBody>
      </p:sp>
      <p:sp>
        <p:nvSpPr>
          <p:cNvPr id="270" name="Google Shape;270;p3"/>
          <p:cNvSpPr txBox="1"/>
          <p:nvPr>
            <p:ph idx="1" type="body"/>
          </p:nvPr>
        </p:nvSpPr>
        <p:spPr>
          <a:xfrm>
            <a:off x="1154955" y="2603500"/>
            <a:ext cx="9225418" cy="4029120"/>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SzPts val="1920"/>
              <a:buChar char="►"/>
            </a:pPr>
            <a:r>
              <a:rPr lang="en-US" sz="2400"/>
              <a:t>30-85 errors are made per 1000 lines of source code.</a:t>
            </a:r>
            <a:endParaRPr/>
          </a:p>
          <a:p>
            <a:pPr indent="-342900" lvl="0" marL="342900" rtl="0" algn="just">
              <a:lnSpc>
                <a:spcPct val="100000"/>
              </a:lnSpc>
              <a:spcBef>
                <a:spcPts val="1000"/>
              </a:spcBef>
              <a:spcAft>
                <a:spcPts val="0"/>
              </a:spcAft>
              <a:buSzPts val="1920"/>
              <a:buChar char="►"/>
            </a:pPr>
            <a:r>
              <a:rPr lang="en-US" sz="2400"/>
              <a:t>extensively tested software contains 0.5-3 errors per 1000 lines of source code.</a:t>
            </a:r>
            <a:endParaRPr/>
          </a:p>
          <a:p>
            <a:pPr indent="-342900" lvl="0" marL="342900" rtl="0" algn="just">
              <a:lnSpc>
                <a:spcPct val="100000"/>
              </a:lnSpc>
              <a:spcBef>
                <a:spcPts val="1000"/>
              </a:spcBef>
              <a:spcAft>
                <a:spcPts val="0"/>
              </a:spcAft>
              <a:buSzPts val="1920"/>
              <a:buChar char="►"/>
            </a:pPr>
            <a:r>
              <a:rPr lang="en-US" sz="2400"/>
              <a:t>testing is postponed, as a consequence: the later an error is discovered, </a:t>
            </a:r>
            <a:r>
              <a:rPr b="1" lang="en-US" sz="2400"/>
              <a:t>the more it costs to fix it.</a:t>
            </a:r>
            <a:endParaRPr b="1"/>
          </a:p>
          <a:p>
            <a:pPr indent="-342900" lvl="0" marL="342900" rtl="0" algn="just">
              <a:lnSpc>
                <a:spcPct val="100000"/>
              </a:lnSpc>
              <a:spcBef>
                <a:spcPts val="1000"/>
              </a:spcBef>
              <a:spcAft>
                <a:spcPts val="0"/>
              </a:spcAft>
              <a:buSzPts val="1920"/>
              <a:buChar char="►"/>
            </a:pPr>
            <a:r>
              <a:rPr lang="en-US" sz="2400"/>
              <a:t>error distribution: 60% design, 40% implementation. 66% of the design errors are not discovered until the software has become operational.</a:t>
            </a:r>
            <a:endParaRPr/>
          </a:p>
          <a:p>
            <a:pPr indent="-220980" lvl="0" marL="342900" rtl="0" algn="just">
              <a:lnSpc>
                <a:spcPct val="100000"/>
              </a:lnSpc>
              <a:spcBef>
                <a:spcPts val="1000"/>
              </a:spcBef>
              <a:spcAft>
                <a:spcPts val="0"/>
              </a:spcAft>
              <a:buSzPts val="1920"/>
              <a:buNone/>
            </a:pPr>
            <a:r>
              <a:t/>
            </a:r>
            <a:endParaRPr sz="2400"/>
          </a:p>
        </p:txBody>
      </p:sp>
      <p:sp>
        <p:nvSpPr>
          <p:cNvPr id="271" name="Google Shape;271;p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272" name="Google Shape;272;p3"/>
          <p:cNvPicPr preferRelativeResize="0"/>
          <p:nvPr/>
        </p:nvPicPr>
        <p:blipFill rotWithShape="1">
          <a:blip r:embed="rId3">
            <a:alphaModFix/>
          </a:blip>
          <a:srcRect b="0" l="0" r="0" t="0"/>
          <a:stretch/>
        </p:blipFill>
        <p:spPr>
          <a:xfrm>
            <a:off x="10768466" y="5569354"/>
            <a:ext cx="1259632" cy="112474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Software testing</a:t>
            </a:r>
            <a:endParaRPr/>
          </a:p>
        </p:txBody>
      </p:sp>
      <p:sp>
        <p:nvSpPr>
          <p:cNvPr id="278" name="Google Shape;278;p4"/>
          <p:cNvSpPr txBox="1"/>
          <p:nvPr>
            <p:ph idx="1" type="body"/>
          </p:nvPr>
        </p:nvSpPr>
        <p:spPr>
          <a:xfrm>
            <a:off x="1154954" y="2410316"/>
            <a:ext cx="9212539" cy="4312455"/>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SzPts val="1920"/>
              <a:buChar char="►"/>
            </a:pPr>
            <a:r>
              <a:rPr lang="en-US" sz="2400"/>
              <a:t>Check software correctness.</a:t>
            </a:r>
            <a:endParaRPr/>
          </a:p>
          <a:p>
            <a:pPr indent="-342900" lvl="0" marL="342900" rtl="0" algn="just">
              <a:lnSpc>
                <a:spcPct val="100000"/>
              </a:lnSpc>
              <a:spcBef>
                <a:spcPts val="1000"/>
              </a:spcBef>
              <a:spcAft>
                <a:spcPts val="0"/>
              </a:spcAft>
              <a:buSzPts val="1920"/>
              <a:buChar char="►"/>
            </a:pPr>
            <a:r>
              <a:rPr lang="en-US" sz="2400"/>
              <a:t>Testing is the process of evaluating a system or its component(s) with the intent to find that whether it satisfies the specified requirements or not.</a:t>
            </a:r>
            <a:endParaRPr sz="2400"/>
          </a:p>
          <a:p>
            <a:pPr indent="-342900" lvl="0" marL="342900" rtl="0" algn="just">
              <a:lnSpc>
                <a:spcPct val="100000"/>
              </a:lnSpc>
              <a:spcBef>
                <a:spcPts val="1000"/>
              </a:spcBef>
              <a:spcAft>
                <a:spcPts val="0"/>
              </a:spcAft>
              <a:buSzPts val="1920"/>
              <a:buChar char="►"/>
            </a:pPr>
            <a:r>
              <a:rPr lang="en-US" sz="2400"/>
              <a:t>Who does testing?</a:t>
            </a:r>
            <a:endParaRPr/>
          </a:p>
          <a:p>
            <a:pPr indent="-285750" lvl="1" marL="742950" rtl="0" algn="just">
              <a:lnSpc>
                <a:spcPct val="100000"/>
              </a:lnSpc>
              <a:spcBef>
                <a:spcPts val="1000"/>
              </a:spcBef>
              <a:spcAft>
                <a:spcPts val="0"/>
              </a:spcAft>
              <a:buSzPts val="1600"/>
              <a:buChar char="►"/>
            </a:pPr>
            <a:r>
              <a:rPr lang="en-US" sz="2000"/>
              <a:t>Software Tester</a:t>
            </a:r>
            <a:endParaRPr/>
          </a:p>
          <a:p>
            <a:pPr indent="-285750" lvl="1" marL="742950" rtl="0" algn="just">
              <a:lnSpc>
                <a:spcPct val="100000"/>
              </a:lnSpc>
              <a:spcBef>
                <a:spcPts val="1000"/>
              </a:spcBef>
              <a:spcAft>
                <a:spcPts val="0"/>
              </a:spcAft>
              <a:buSzPts val="1600"/>
              <a:buChar char="►"/>
            </a:pPr>
            <a:r>
              <a:rPr lang="en-US" sz="2000"/>
              <a:t>Software Developer</a:t>
            </a:r>
            <a:endParaRPr/>
          </a:p>
          <a:p>
            <a:pPr indent="-285750" lvl="1" marL="742950" rtl="0" algn="just">
              <a:lnSpc>
                <a:spcPct val="100000"/>
              </a:lnSpc>
              <a:spcBef>
                <a:spcPts val="1000"/>
              </a:spcBef>
              <a:spcAft>
                <a:spcPts val="0"/>
              </a:spcAft>
              <a:buSzPts val="1600"/>
              <a:buChar char="►"/>
            </a:pPr>
            <a:r>
              <a:rPr lang="en-US" sz="2000"/>
              <a:t>Project Lead/Manager</a:t>
            </a:r>
            <a:endParaRPr/>
          </a:p>
          <a:p>
            <a:pPr indent="-285750" lvl="1" marL="742950" rtl="0" algn="just">
              <a:lnSpc>
                <a:spcPct val="100000"/>
              </a:lnSpc>
              <a:spcBef>
                <a:spcPts val="1000"/>
              </a:spcBef>
              <a:spcAft>
                <a:spcPts val="0"/>
              </a:spcAft>
              <a:buSzPts val="1600"/>
              <a:buChar char="►"/>
            </a:pPr>
            <a:r>
              <a:rPr lang="en-US" sz="2000"/>
              <a:t>End User</a:t>
            </a:r>
            <a:endParaRPr sz="2000"/>
          </a:p>
        </p:txBody>
      </p:sp>
      <p:sp>
        <p:nvSpPr>
          <p:cNvPr id="279" name="Google Shape;279;p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280" name="Google Shape;280;p4"/>
          <p:cNvPicPr preferRelativeResize="0"/>
          <p:nvPr/>
        </p:nvPicPr>
        <p:blipFill rotWithShape="1">
          <a:blip r:embed="rId3">
            <a:alphaModFix/>
          </a:blip>
          <a:srcRect b="0" l="0" r="0" t="0"/>
          <a:stretch/>
        </p:blipFill>
        <p:spPr>
          <a:xfrm>
            <a:off x="10808723" y="5465837"/>
            <a:ext cx="1259632" cy="112474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5"/>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Error, fault, failure</a:t>
            </a:r>
            <a:endParaRPr/>
          </a:p>
        </p:txBody>
      </p:sp>
      <p:sp>
        <p:nvSpPr>
          <p:cNvPr id="286" name="Google Shape;286;p5"/>
          <p:cNvSpPr txBox="1"/>
          <p:nvPr>
            <p:ph idx="1" type="body"/>
          </p:nvPr>
        </p:nvSpPr>
        <p:spPr>
          <a:xfrm>
            <a:off x="1154954" y="2603500"/>
            <a:ext cx="8825659" cy="3416300"/>
          </a:xfrm>
          <a:prstGeom prst="rect">
            <a:avLst/>
          </a:prstGeom>
          <a:noFill/>
          <a:ln>
            <a:noFill/>
          </a:ln>
        </p:spPr>
        <p:txBody>
          <a:bodyPr anchorCtr="0" anchor="t" bIns="45700" lIns="91425" spcFirstLastPara="1" rIns="91425" wrap="square" tIns="45700">
            <a:normAutofit/>
          </a:bodyPr>
          <a:lstStyle/>
          <a:p>
            <a:pPr indent="-332994" lvl="0" marL="342900" rtl="0" algn="l">
              <a:lnSpc>
                <a:spcPct val="100000"/>
              </a:lnSpc>
              <a:spcBef>
                <a:spcPts val="0"/>
              </a:spcBef>
              <a:spcAft>
                <a:spcPts val="0"/>
              </a:spcAft>
              <a:buSzPts val="2080"/>
              <a:buChar char="►"/>
            </a:pPr>
            <a:r>
              <a:rPr lang="en-US" sz="2600"/>
              <a:t>An </a:t>
            </a:r>
            <a:r>
              <a:rPr b="1" lang="en-US" sz="2600"/>
              <a:t>error</a:t>
            </a:r>
            <a:r>
              <a:rPr lang="en-US" sz="2600"/>
              <a:t> is a human activity resulting in software containing a fault</a:t>
            </a:r>
            <a:endParaRPr/>
          </a:p>
          <a:p>
            <a:pPr indent="-220726" lvl="0" marL="342900" rtl="0" algn="l">
              <a:lnSpc>
                <a:spcPct val="100000"/>
              </a:lnSpc>
              <a:spcBef>
                <a:spcPts val="1000"/>
              </a:spcBef>
              <a:spcAft>
                <a:spcPts val="0"/>
              </a:spcAft>
              <a:buSzPts val="2080"/>
              <a:buNone/>
            </a:pPr>
            <a:r>
              <a:t/>
            </a:r>
            <a:endParaRPr sz="2600"/>
          </a:p>
          <a:p>
            <a:pPr indent="-332994" lvl="0" marL="342900" rtl="0" algn="l">
              <a:lnSpc>
                <a:spcPct val="100000"/>
              </a:lnSpc>
              <a:spcBef>
                <a:spcPts val="1000"/>
              </a:spcBef>
              <a:spcAft>
                <a:spcPts val="0"/>
              </a:spcAft>
              <a:buSzPts val="2080"/>
              <a:buChar char="►"/>
            </a:pPr>
            <a:r>
              <a:rPr lang="en-US" sz="2600"/>
              <a:t>A </a:t>
            </a:r>
            <a:r>
              <a:rPr b="1" lang="en-US" sz="2600"/>
              <a:t>fault (bug)</a:t>
            </a:r>
            <a:r>
              <a:rPr lang="en-US" sz="2600"/>
              <a:t> is the manifestation of an error</a:t>
            </a:r>
            <a:endParaRPr/>
          </a:p>
          <a:p>
            <a:pPr indent="-220726" lvl="0" marL="342900" rtl="0" algn="l">
              <a:lnSpc>
                <a:spcPct val="100000"/>
              </a:lnSpc>
              <a:spcBef>
                <a:spcPts val="1000"/>
              </a:spcBef>
              <a:spcAft>
                <a:spcPts val="0"/>
              </a:spcAft>
              <a:buSzPts val="2080"/>
              <a:buNone/>
            </a:pPr>
            <a:r>
              <a:t/>
            </a:r>
            <a:endParaRPr sz="2600"/>
          </a:p>
          <a:p>
            <a:pPr indent="-332994" lvl="0" marL="342900" rtl="0" algn="l">
              <a:lnSpc>
                <a:spcPct val="100000"/>
              </a:lnSpc>
              <a:spcBef>
                <a:spcPts val="1000"/>
              </a:spcBef>
              <a:spcAft>
                <a:spcPts val="0"/>
              </a:spcAft>
              <a:buSzPts val="2080"/>
              <a:buChar char="►"/>
            </a:pPr>
            <a:r>
              <a:rPr lang="en-US" sz="2600"/>
              <a:t>A fault may result in a </a:t>
            </a:r>
            <a:r>
              <a:rPr b="1" lang="en-US" sz="2600"/>
              <a:t>failure</a:t>
            </a:r>
            <a:endParaRPr/>
          </a:p>
          <a:p>
            <a:pPr indent="-220726" lvl="0" marL="342900" rtl="0" algn="l">
              <a:lnSpc>
                <a:spcPct val="100000"/>
              </a:lnSpc>
              <a:spcBef>
                <a:spcPts val="1000"/>
              </a:spcBef>
              <a:spcAft>
                <a:spcPts val="0"/>
              </a:spcAft>
              <a:buSzPts val="2080"/>
              <a:buNone/>
            </a:pPr>
            <a:r>
              <a:t/>
            </a:r>
            <a:endParaRPr sz="2600"/>
          </a:p>
          <a:p>
            <a:pPr indent="-332994" lvl="0" marL="342900" rtl="0" algn="l">
              <a:lnSpc>
                <a:spcPct val="100000"/>
              </a:lnSpc>
              <a:spcBef>
                <a:spcPts val="1000"/>
              </a:spcBef>
              <a:spcAft>
                <a:spcPts val="0"/>
              </a:spcAft>
              <a:buSzPts val="2080"/>
              <a:buChar char="►"/>
            </a:pPr>
            <a:r>
              <a:rPr lang="en-US" sz="2600"/>
              <a:t>Error →Fault → Failure </a:t>
            </a:r>
            <a:endParaRPr/>
          </a:p>
          <a:p>
            <a:pPr indent="-248920" lvl="0" marL="342900" rtl="0" algn="l">
              <a:lnSpc>
                <a:spcPct val="100000"/>
              </a:lnSpc>
              <a:spcBef>
                <a:spcPts val="1000"/>
              </a:spcBef>
              <a:spcAft>
                <a:spcPts val="0"/>
              </a:spcAft>
              <a:buSzPts val="1600"/>
              <a:buNone/>
            </a:pPr>
            <a:r>
              <a:t/>
            </a:r>
            <a:endParaRPr sz="2000"/>
          </a:p>
        </p:txBody>
      </p:sp>
      <p:sp>
        <p:nvSpPr>
          <p:cNvPr id="287" name="Google Shape;287;p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288" name="Google Shape;288;p5"/>
          <p:cNvPicPr preferRelativeResize="0"/>
          <p:nvPr/>
        </p:nvPicPr>
        <p:blipFill rotWithShape="1">
          <a:blip r:embed="rId3">
            <a:alphaModFix/>
          </a:blip>
          <a:srcRect b="0" l="0" r="0" t="0"/>
          <a:stretch/>
        </p:blipFill>
        <p:spPr>
          <a:xfrm>
            <a:off x="10618942" y="5362320"/>
            <a:ext cx="1259632" cy="112474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6"/>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Classification of testing techniques</a:t>
            </a:r>
            <a:endParaRPr/>
          </a:p>
        </p:txBody>
      </p:sp>
      <p:sp>
        <p:nvSpPr>
          <p:cNvPr id="294" name="Google Shape;294;p6"/>
          <p:cNvSpPr txBox="1"/>
          <p:nvPr>
            <p:ph idx="1" type="body"/>
          </p:nvPr>
        </p:nvSpPr>
        <p:spPr>
          <a:xfrm>
            <a:off x="1078110" y="2481645"/>
            <a:ext cx="10035900" cy="4145100"/>
          </a:xfrm>
          <a:prstGeom prst="rect">
            <a:avLst/>
          </a:prstGeom>
          <a:noFill/>
          <a:ln>
            <a:noFill/>
          </a:ln>
        </p:spPr>
        <p:txBody>
          <a:bodyPr anchorCtr="0" anchor="t" bIns="45700" lIns="91425" spcFirstLastPara="1" rIns="91425" wrap="square" tIns="45700">
            <a:normAutofit lnSpcReduction="20000"/>
          </a:bodyPr>
          <a:lstStyle/>
          <a:p>
            <a:pPr indent="-342900" lvl="0" marL="342900" rtl="0" algn="l">
              <a:lnSpc>
                <a:spcPct val="100000"/>
              </a:lnSpc>
              <a:spcBef>
                <a:spcPts val="0"/>
              </a:spcBef>
              <a:spcAft>
                <a:spcPts val="0"/>
              </a:spcAft>
              <a:buSzPts val="1920"/>
              <a:buChar char="►"/>
            </a:pPr>
            <a:r>
              <a:rPr lang="en-US" sz="2400"/>
              <a:t>Classification based on the criterion to measure the adequacy of a set of test cases:</a:t>
            </a:r>
            <a:endParaRPr/>
          </a:p>
          <a:p>
            <a:pPr indent="-285750" lvl="1" marL="742950" rtl="0" algn="l">
              <a:lnSpc>
                <a:spcPct val="100000"/>
              </a:lnSpc>
              <a:spcBef>
                <a:spcPts val="1000"/>
              </a:spcBef>
              <a:spcAft>
                <a:spcPts val="0"/>
              </a:spcAft>
              <a:buSzPts val="1600"/>
              <a:buChar char="►"/>
            </a:pPr>
            <a:r>
              <a:rPr lang="en-US" sz="2000"/>
              <a:t>coverage-based testing</a:t>
            </a:r>
            <a:endParaRPr/>
          </a:p>
          <a:p>
            <a:pPr indent="-285750" lvl="1" marL="742950" rtl="0" algn="l">
              <a:lnSpc>
                <a:spcPct val="100000"/>
              </a:lnSpc>
              <a:spcBef>
                <a:spcPts val="1000"/>
              </a:spcBef>
              <a:spcAft>
                <a:spcPts val="0"/>
              </a:spcAft>
              <a:buSzPts val="1600"/>
              <a:buChar char="►"/>
            </a:pPr>
            <a:r>
              <a:rPr lang="en-US" sz="2000"/>
              <a:t>fault-based testing</a:t>
            </a:r>
            <a:endParaRPr/>
          </a:p>
          <a:p>
            <a:pPr indent="-285750" lvl="1" marL="742950" rtl="0" algn="l">
              <a:lnSpc>
                <a:spcPct val="100000"/>
              </a:lnSpc>
              <a:spcBef>
                <a:spcPts val="1000"/>
              </a:spcBef>
              <a:spcAft>
                <a:spcPts val="0"/>
              </a:spcAft>
              <a:buSzPts val="1600"/>
              <a:buChar char="►"/>
            </a:pPr>
            <a:r>
              <a:rPr lang="en-US" sz="2000"/>
              <a:t>error-based testing</a:t>
            </a:r>
            <a:endParaRPr/>
          </a:p>
          <a:p>
            <a:pPr indent="-342900" lvl="0" marL="342900" rtl="0" algn="l">
              <a:lnSpc>
                <a:spcPct val="100000"/>
              </a:lnSpc>
              <a:spcBef>
                <a:spcPts val="1000"/>
              </a:spcBef>
              <a:spcAft>
                <a:spcPts val="0"/>
              </a:spcAft>
              <a:buSzPts val="1920"/>
              <a:buChar char="►"/>
            </a:pPr>
            <a:r>
              <a:rPr lang="en-US" sz="2400"/>
              <a:t>Classification based on the source of information to derive test cases:</a:t>
            </a:r>
            <a:endParaRPr/>
          </a:p>
          <a:p>
            <a:pPr indent="-285750" lvl="1" marL="742950" rtl="0" algn="l">
              <a:lnSpc>
                <a:spcPct val="100000"/>
              </a:lnSpc>
              <a:spcBef>
                <a:spcPts val="1000"/>
              </a:spcBef>
              <a:spcAft>
                <a:spcPts val="0"/>
              </a:spcAft>
              <a:buSzPts val="1600"/>
              <a:buChar char="►"/>
            </a:pPr>
            <a:r>
              <a:rPr lang="en-US" sz="2000"/>
              <a:t>black-box testing (functional, specification-based)</a:t>
            </a:r>
            <a:endParaRPr/>
          </a:p>
          <a:p>
            <a:pPr indent="-285750" lvl="1" marL="742950" rtl="0" algn="l">
              <a:lnSpc>
                <a:spcPct val="100000"/>
              </a:lnSpc>
              <a:spcBef>
                <a:spcPts val="1000"/>
              </a:spcBef>
              <a:spcAft>
                <a:spcPts val="0"/>
              </a:spcAft>
              <a:buSzPts val="1600"/>
              <a:buChar char="►"/>
            </a:pPr>
            <a:r>
              <a:rPr lang="en-US" sz="2000"/>
              <a:t>white-box testing (structural, program-based)</a:t>
            </a:r>
            <a:endParaRPr/>
          </a:p>
          <a:p>
            <a:pPr indent="-285750" lvl="1" marL="742950" rtl="0" algn="l">
              <a:lnSpc>
                <a:spcPct val="100000"/>
              </a:lnSpc>
              <a:spcBef>
                <a:spcPts val="1000"/>
              </a:spcBef>
              <a:spcAft>
                <a:spcPts val="0"/>
              </a:spcAft>
              <a:buSzPts val="1600"/>
              <a:buChar char="►"/>
            </a:pPr>
            <a:r>
              <a:rPr lang="en-US" sz="2000"/>
              <a:t>Grey-box testing</a:t>
            </a:r>
            <a:endParaRPr/>
          </a:p>
          <a:p>
            <a:pPr indent="-251459" lvl="0" marL="342900" rtl="0" algn="l">
              <a:lnSpc>
                <a:spcPct val="100000"/>
              </a:lnSpc>
              <a:spcBef>
                <a:spcPts val="1000"/>
              </a:spcBef>
              <a:spcAft>
                <a:spcPts val="0"/>
              </a:spcAft>
              <a:buSzPts val="1440"/>
              <a:buNone/>
            </a:pPr>
            <a:r>
              <a:t/>
            </a:r>
            <a:endParaRPr sz="2000"/>
          </a:p>
        </p:txBody>
      </p:sp>
      <p:sp>
        <p:nvSpPr>
          <p:cNvPr id="295" name="Google Shape;295;p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296" name="Google Shape;296;p6"/>
          <p:cNvPicPr preferRelativeResize="0"/>
          <p:nvPr/>
        </p:nvPicPr>
        <p:blipFill rotWithShape="1">
          <a:blip r:embed="rId3">
            <a:alphaModFix/>
          </a:blip>
          <a:srcRect b="0" l="0" r="0" t="0"/>
          <a:stretch/>
        </p:blipFill>
        <p:spPr>
          <a:xfrm>
            <a:off x="10932368" y="5577980"/>
            <a:ext cx="1259632" cy="112474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pic>
        <p:nvPicPr>
          <p:cNvPr descr="Screen Clipping" id="301" name="Google Shape;301;p7"/>
          <p:cNvPicPr preferRelativeResize="0"/>
          <p:nvPr>
            <p:ph idx="1" type="body"/>
          </p:nvPr>
        </p:nvPicPr>
        <p:blipFill rotWithShape="1">
          <a:blip r:embed="rId3">
            <a:alphaModFix/>
          </a:blip>
          <a:srcRect b="0" l="0" r="0" t="0"/>
          <a:stretch/>
        </p:blipFill>
        <p:spPr>
          <a:xfrm>
            <a:off x="2077522" y="539588"/>
            <a:ext cx="7813087" cy="6318412"/>
          </a:xfrm>
          <a:prstGeom prst="rect">
            <a:avLst/>
          </a:prstGeom>
          <a:noFill/>
          <a:ln>
            <a:noFill/>
          </a:ln>
        </p:spPr>
      </p:pic>
      <p:sp>
        <p:nvSpPr>
          <p:cNvPr id="302" name="Google Shape;302;p7"/>
          <p:cNvSpPr/>
          <p:nvPr/>
        </p:nvSpPr>
        <p:spPr>
          <a:xfrm rot="-5400000">
            <a:off x="-1158485" y="3978625"/>
            <a:ext cx="3999813" cy="8914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0" i="0" lang="en-US" sz="4800" u="none" cap="none" strike="noStrike">
                <a:solidFill>
                  <a:schemeClr val="dk1"/>
                </a:solidFill>
                <a:latin typeface="Century Gothic"/>
                <a:ea typeface="Century Gothic"/>
                <a:cs typeface="Century Gothic"/>
                <a:sym typeface="Century Gothic"/>
              </a:rPr>
              <a:t>Comparison </a:t>
            </a:r>
            <a:endParaRPr b="0" i="0" sz="1400" u="none" cap="none" strike="noStrike">
              <a:solidFill>
                <a:srgbClr val="000000"/>
              </a:solidFill>
              <a:latin typeface="Arial"/>
              <a:ea typeface="Arial"/>
              <a:cs typeface="Arial"/>
              <a:sym typeface="Arial"/>
            </a:endParaRPr>
          </a:p>
        </p:txBody>
      </p:sp>
      <p:sp>
        <p:nvSpPr>
          <p:cNvPr id="303" name="Google Shape;303;p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04" name="Google Shape;304;p7"/>
          <p:cNvPicPr preferRelativeResize="0"/>
          <p:nvPr/>
        </p:nvPicPr>
        <p:blipFill rotWithShape="1">
          <a:blip r:embed="rId4">
            <a:alphaModFix/>
          </a:blip>
          <a:srcRect b="0" l="0" r="0" t="0"/>
          <a:stretch/>
        </p:blipFill>
        <p:spPr>
          <a:xfrm>
            <a:off x="10549931" y="5543475"/>
            <a:ext cx="1259632" cy="112474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8"/>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Testing Myths</a:t>
            </a:r>
            <a:endParaRPr/>
          </a:p>
        </p:txBody>
      </p:sp>
      <p:sp>
        <p:nvSpPr>
          <p:cNvPr id="310" name="Google Shape;310;p8"/>
          <p:cNvSpPr txBox="1"/>
          <p:nvPr>
            <p:ph idx="1" type="body"/>
          </p:nvPr>
        </p:nvSpPr>
        <p:spPr>
          <a:xfrm>
            <a:off x="1154954" y="2356834"/>
            <a:ext cx="10191333" cy="4353059"/>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SzPts val="1440"/>
              <a:buChar char="►"/>
            </a:pPr>
            <a:r>
              <a:rPr b="1" lang="en-US"/>
              <a:t>Myth: </a:t>
            </a:r>
            <a:r>
              <a:rPr lang="en-US"/>
              <a:t>Testing is too expensive. </a:t>
            </a:r>
            <a:endParaRPr/>
          </a:p>
          <a:p>
            <a:pPr indent="-342900" lvl="0" marL="342900" rtl="0" algn="just">
              <a:lnSpc>
                <a:spcPct val="100000"/>
              </a:lnSpc>
              <a:spcBef>
                <a:spcPts val="1000"/>
              </a:spcBef>
              <a:spcAft>
                <a:spcPts val="0"/>
              </a:spcAft>
              <a:buSzPts val="1440"/>
              <a:buChar char="►"/>
            </a:pPr>
            <a:r>
              <a:rPr b="1" lang="en-US"/>
              <a:t>Reality: </a:t>
            </a:r>
            <a:r>
              <a:rPr lang="en-US"/>
              <a:t>There is a saying, pay less for testing during software development or pay more for maintenance or correction later. Early testing saves both time and cost in many aspects however, reducing the cost without testing may result in the improper design of a software application rendering the product useless. </a:t>
            </a:r>
            <a:endParaRPr/>
          </a:p>
          <a:p>
            <a:pPr indent="-342900" lvl="0" marL="342900" rtl="0" algn="just">
              <a:lnSpc>
                <a:spcPct val="100000"/>
              </a:lnSpc>
              <a:spcBef>
                <a:spcPts val="1000"/>
              </a:spcBef>
              <a:spcAft>
                <a:spcPts val="0"/>
              </a:spcAft>
              <a:buSzPts val="1440"/>
              <a:buChar char="►"/>
            </a:pPr>
            <a:r>
              <a:rPr b="1" lang="en-US"/>
              <a:t>Myth: </a:t>
            </a:r>
            <a:r>
              <a:rPr lang="en-US"/>
              <a:t>Testing is time consuming. </a:t>
            </a:r>
            <a:endParaRPr/>
          </a:p>
          <a:p>
            <a:pPr indent="-342900" lvl="0" marL="342900" rtl="0" algn="just">
              <a:lnSpc>
                <a:spcPct val="100000"/>
              </a:lnSpc>
              <a:spcBef>
                <a:spcPts val="1000"/>
              </a:spcBef>
              <a:spcAft>
                <a:spcPts val="0"/>
              </a:spcAft>
              <a:buSzPts val="1440"/>
              <a:buChar char="►"/>
            </a:pPr>
            <a:r>
              <a:rPr b="1" lang="en-US"/>
              <a:t>Reality: </a:t>
            </a:r>
            <a:r>
              <a:rPr lang="en-US"/>
              <a:t>During the SDLC phases testing is never a time consuming process. However diagnosing and fixing the error which is identified during proper testing is a time consuming but productive activity. </a:t>
            </a:r>
            <a:endParaRPr/>
          </a:p>
          <a:p>
            <a:pPr indent="-342900" lvl="0" marL="342900" rtl="0" algn="just">
              <a:lnSpc>
                <a:spcPct val="100000"/>
              </a:lnSpc>
              <a:spcBef>
                <a:spcPts val="1000"/>
              </a:spcBef>
              <a:spcAft>
                <a:spcPts val="0"/>
              </a:spcAft>
              <a:buSzPts val="1440"/>
              <a:buChar char="►"/>
            </a:pPr>
            <a:r>
              <a:rPr b="1" lang="en-US"/>
              <a:t>Myth: </a:t>
            </a:r>
            <a:r>
              <a:rPr lang="en-US"/>
              <a:t>Testing cannot be started if the product is not fully developed. </a:t>
            </a:r>
            <a:endParaRPr/>
          </a:p>
          <a:p>
            <a:pPr indent="-342900" lvl="0" marL="342900" rtl="0" algn="just">
              <a:lnSpc>
                <a:spcPct val="100000"/>
              </a:lnSpc>
              <a:spcBef>
                <a:spcPts val="1000"/>
              </a:spcBef>
              <a:spcAft>
                <a:spcPts val="0"/>
              </a:spcAft>
              <a:buSzPts val="1440"/>
              <a:buChar char="►"/>
            </a:pPr>
            <a:r>
              <a:rPr b="1" lang="en-US"/>
              <a:t>Reality: </a:t>
            </a:r>
            <a:r>
              <a:rPr lang="en-US"/>
              <a:t>No doubt, testing depends on the source code but reviewing requirements and developing test cases is independent from the developed code. However iterative or incremental approach as a development life cycle model may reduce the dependency of testing on the fully developed software. </a:t>
            </a:r>
            <a:endParaRPr/>
          </a:p>
        </p:txBody>
      </p:sp>
      <p:sp>
        <p:nvSpPr>
          <p:cNvPr id="311" name="Google Shape;311;p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12" name="Google Shape;312;p8"/>
          <p:cNvPicPr preferRelativeResize="0"/>
          <p:nvPr/>
        </p:nvPicPr>
        <p:blipFill rotWithShape="1">
          <a:blip r:embed="rId3">
            <a:alphaModFix/>
          </a:blip>
          <a:srcRect b="0" l="0" r="0" t="0"/>
          <a:stretch/>
        </p:blipFill>
        <p:spPr>
          <a:xfrm>
            <a:off x="10756964" y="1325158"/>
            <a:ext cx="1259632" cy="112474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0">
                                            <p:txEl>
                                              <p:pRg end="0" st="0"/>
                                            </p:txEl>
                                          </p:spTgt>
                                        </p:tgtEl>
                                        <p:attrNameLst>
                                          <p:attrName>style.visibility</p:attrName>
                                        </p:attrNameLst>
                                      </p:cBhvr>
                                      <p:to>
                                        <p:strVal val="visible"/>
                                      </p:to>
                                    </p:set>
                                    <p:anim calcmode="lin" valueType="num">
                                      <p:cBhvr additive="base">
                                        <p:cTn dur="500"/>
                                        <p:tgtEl>
                                          <p:spTgt spid="31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0">
                                            <p:txEl>
                                              <p:pRg end="1" st="1"/>
                                            </p:txEl>
                                          </p:spTgt>
                                        </p:tgtEl>
                                        <p:attrNameLst>
                                          <p:attrName>style.visibility</p:attrName>
                                        </p:attrNameLst>
                                      </p:cBhvr>
                                      <p:to>
                                        <p:strVal val="visible"/>
                                      </p:to>
                                    </p:set>
                                    <p:anim calcmode="lin" valueType="num">
                                      <p:cBhvr additive="base">
                                        <p:cTn dur="500"/>
                                        <p:tgtEl>
                                          <p:spTgt spid="31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0">
                                            <p:txEl>
                                              <p:pRg end="2" st="2"/>
                                            </p:txEl>
                                          </p:spTgt>
                                        </p:tgtEl>
                                        <p:attrNameLst>
                                          <p:attrName>style.visibility</p:attrName>
                                        </p:attrNameLst>
                                      </p:cBhvr>
                                      <p:to>
                                        <p:strVal val="visible"/>
                                      </p:to>
                                    </p:set>
                                    <p:anim calcmode="lin" valueType="num">
                                      <p:cBhvr additive="base">
                                        <p:cTn dur="500"/>
                                        <p:tgtEl>
                                          <p:spTgt spid="31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0">
                                            <p:txEl>
                                              <p:pRg end="3" st="3"/>
                                            </p:txEl>
                                          </p:spTgt>
                                        </p:tgtEl>
                                        <p:attrNameLst>
                                          <p:attrName>style.visibility</p:attrName>
                                        </p:attrNameLst>
                                      </p:cBhvr>
                                      <p:to>
                                        <p:strVal val="visible"/>
                                      </p:to>
                                    </p:set>
                                    <p:anim calcmode="lin" valueType="num">
                                      <p:cBhvr additive="base">
                                        <p:cTn dur="500"/>
                                        <p:tgtEl>
                                          <p:spTgt spid="31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0">
                                            <p:txEl>
                                              <p:pRg end="4" st="4"/>
                                            </p:txEl>
                                          </p:spTgt>
                                        </p:tgtEl>
                                        <p:attrNameLst>
                                          <p:attrName>style.visibility</p:attrName>
                                        </p:attrNameLst>
                                      </p:cBhvr>
                                      <p:to>
                                        <p:strVal val="visible"/>
                                      </p:to>
                                    </p:set>
                                    <p:anim calcmode="lin" valueType="num">
                                      <p:cBhvr additive="base">
                                        <p:cTn dur="500"/>
                                        <p:tgtEl>
                                          <p:spTgt spid="310">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0">
                                            <p:txEl>
                                              <p:pRg end="5" st="5"/>
                                            </p:txEl>
                                          </p:spTgt>
                                        </p:tgtEl>
                                        <p:attrNameLst>
                                          <p:attrName>style.visibility</p:attrName>
                                        </p:attrNameLst>
                                      </p:cBhvr>
                                      <p:to>
                                        <p:strVal val="visible"/>
                                      </p:to>
                                    </p:set>
                                    <p:anim calcmode="lin" valueType="num">
                                      <p:cBhvr additive="base">
                                        <p:cTn dur="500"/>
                                        <p:tgtEl>
                                          <p:spTgt spid="310">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9"/>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Testing Myths (2)</a:t>
            </a:r>
            <a:endParaRPr/>
          </a:p>
        </p:txBody>
      </p:sp>
      <p:sp>
        <p:nvSpPr>
          <p:cNvPr id="318" name="Google Shape;318;p9"/>
          <p:cNvSpPr txBox="1"/>
          <p:nvPr>
            <p:ph idx="1" type="body"/>
          </p:nvPr>
        </p:nvSpPr>
        <p:spPr>
          <a:xfrm>
            <a:off x="1154954" y="2603500"/>
            <a:ext cx="10023908" cy="4029120"/>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SzPts val="1440"/>
              <a:buChar char="►"/>
            </a:pPr>
            <a:r>
              <a:rPr b="1" lang="en-US"/>
              <a:t>Myth: </a:t>
            </a:r>
            <a:r>
              <a:rPr lang="en-US"/>
              <a:t>Complete Testing is Possible. </a:t>
            </a:r>
            <a:endParaRPr/>
          </a:p>
          <a:p>
            <a:pPr indent="-342900" lvl="0" marL="342900" rtl="0" algn="just">
              <a:lnSpc>
                <a:spcPct val="100000"/>
              </a:lnSpc>
              <a:spcBef>
                <a:spcPts val="1000"/>
              </a:spcBef>
              <a:spcAft>
                <a:spcPts val="0"/>
              </a:spcAft>
              <a:buSzPts val="1440"/>
              <a:buChar char="►"/>
            </a:pPr>
            <a:r>
              <a:rPr b="1" lang="en-US"/>
              <a:t>Reality: </a:t>
            </a:r>
            <a:r>
              <a:rPr lang="en-US"/>
              <a:t>It becomes an issue when a client or tester thinks that complete testing is possible. It is possible that all paths have been tested by the team but occurrence of complete testing is never possible. There might be some scenarios that are never executed by the test team or the client during the software development life cycle and may be executed once the project has been deployed </a:t>
            </a:r>
            <a:endParaRPr/>
          </a:p>
          <a:p>
            <a:pPr indent="-342900" lvl="0" marL="342900" rtl="0" algn="just">
              <a:lnSpc>
                <a:spcPct val="100000"/>
              </a:lnSpc>
              <a:spcBef>
                <a:spcPts val="1000"/>
              </a:spcBef>
              <a:spcAft>
                <a:spcPts val="0"/>
              </a:spcAft>
              <a:buSzPts val="1440"/>
              <a:buChar char="►"/>
            </a:pPr>
            <a:r>
              <a:rPr b="1" lang="en-US"/>
              <a:t>Myth: </a:t>
            </a:r>
            <a:r>
              <a:rPr lang="en-US"/>
              <a:t>If the software is tested then it must be bug free. </a:t>
            </a:r>
            <a:endParaRPr/>
          </a:p>
          <a:p>
            <a:pPr indent="-342900" lvl="0" marL="342900" rtl="0" algn="just">
              <a:lnSpc>
                <a:spcPct val="100000"/>
              </a:lnSpc>
              <a:spcBef>
                <a:spcPts val="1000"/>
              </a:spcBef>
              <a:spcAft>
                <a:spcPts val="0"/>
              </a:spcAft>
              <a:buSzPts val="1440"/>
              <a:buChar char="►"/>
            </a:pPr>
            <a:r>
              <a:rPr b="1" lang="en-US"/>
              <a:t>Reality: </a:t>
            </a:r>
            <a:r>
              <a:rPr lang="en-US"/>
              <a:t>This is a very common myth which clients, Project Managers and the management team believe in. No one can say with absolute certainty that a software application is 100% bug free even if a tester with superb testing skills has tested the application. </a:t>
            </a:r>
            <a:endParaRPr/>
          </a:p>
        </p:txBody>
      </p:sp>
      <p:sp>
        <p:nvSpPr>
          <p:cNvPr id="319" name="Google Shape;319;p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20" name="Google Shape;320;p9"/>
          <p:cNvPicPr preferRelativeResize="0"/>
          <p:nvPr/>
        </p:nvPicPr>
        <p:blipFill rotWithShape="1">
          <a:blip r:embed="rId3">
            <a:alphaModFix/>
          </a:blip>
          <a:srcRect b="0" l="0" r="0" t="0"/>
          <a:stretch/>
        </p:blipFill>
        <p:spPr>
          <a:xfrm>
            <a:off x="10524051" y="152356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8">
                                            <p:txEl>
                                              <p:pRg end="0" st="0"/>
                                            </p:txEl>
                                          </p:spTgt>
                                        </p:tgtEl>
                                        <p:attrNameLst>
                                          <p:attrName>style.visibility</p:attrName>
                                        </p:attrNameLst>
                                      </p:cBhvr>
                                      <p:to>
                                        <p:strVal val="visible"/>
                                      </p:to>
                                    </p:set>
                                    <p:anim calcmode="lin" valueType="num">
                                      <p:cBhvr additive="base">
                                        <p:cTn dur="500"/>
                                        <p:tgtEl>
                                          <p:spTgt spid="31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8">
                                            <p:txEl>
                                              <p:pRg end="1" st="1"/>
                                            </p:txEl>
                                          </p:spTgt>
                                        </p:tgtEl>
                                        <p:attrNameLst>
                                          <p:attrName>style.visibility</p:attrName>
                                        </p:attrNameLst>
                                      </p:cBhvr>
                                      <p:to>
                                        <p:strVal val="visible"/>
                                      </p:to>
                                    </p:set>
                                    <p:anim calcmode="lin" valueType="num">
                                      <p:cBhvr additive="base">
                                        <p:cTn dur="500"/>
                                        <p:tgtEl>
                                          <p:spTgt spid="31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8">
                                            <p:txEl>
                                              <p:pRg end="2" st="2"/>
                                            </p:txEl>
                                          </p:spTgt>
                                        </p:tgtEl>
                                        <p:attrNameLst>
                                          <p:attrName>style.visibility</p:attrName>
                                        </p:attrNameLst>
                                      </p:cBhvr>
                                      <p:to>
                                        <p:strVal val="visible"/>
                                      </p:to>
                                    </p:set>
                                    <p:anim calcmode="lin" valueType="num">
                                      <p:cBhvr additive="base">
                                        <p:cTn dur="500"/>
                                        <p:tgtEl>
                                          <p:spTgt spid="318">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8">
                                            <p:txEl>
                                              <p:pRg end="3" st="3"/>
                                            </p:txEl>
                                          </p:spTgt>
                                        </p:tgtEl>
                                        <p:attrNameLst>
                                          <p:attrName>style.visibility</p:attrName>
                                        </p:attrNameLst>
                                      </p:cBhvr>
                                      <p:to>
                                        <p:strVal val="visible"/>
                                      </p:to>
                                    </p:set>
                                    <p:anim calcmode="lin" valueType="num">
                                      <p:cBhvr additive="base">
                                        <p:cTn dur="500"/>
                                        <p:tgtEl>
                                          <p:spTgt spid="318">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10"/>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Testing Myths (3)</a:t>
            </a:r>
            <a:endParaRPr/>
          </a:p>
        </p:txBody>
      </p:sp>
      <p:sp>
        <p:nvSpPr>
          <p:cNvPr id="326" name="Google Shape;326;p10"/>
          <p:cNvSpPr txBox="1"/>
          <p:nvPr>
            <p:ph idx="1" type="body"/>
          </p:nvPr>
        </p:nvSpPr>
        <p:spPr>
          <a:xfrm>
            <a:off x="1154954" y="2603500"/>
            <a:ext cx="10152697" cy="4029120"/>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SzPts val="1440"/>
              <a:buChar char="►"/>
            </a:pPr>
            <a:r>
              <a:rPr b="1" lang="en-US"/>
              <a:t>Myth: </a:t>
            </a:r>
            <a:r>
              <a:rPr lang="en-US"/>
              <a:t>Missed defects are due to Testers. </a:t>
            </a:r>
            <a:endParaRPr/>
          </a:p>
          <a:p>
            <a:pPr indent="-342900" lvl="0" marL="342900" rtl="0" algn="just">
              <a:lnSpc>
                <a:spcPct val="100000"/>
              </a:lnSpc>
              <a:spcBef>
                <a:spcPts val="1000"/>
              </a:spcBef>
              <a:spcAft>
                <a:spcPts val="0"/>
              </a:spcAft>
              <a:buSzPts val="1440"/>
              <a:buChar char="►"/>
            </a:pPr>
            <a:r>
              <a:rPr b="1" lang="en-US"/>
              <a:t>Reality: </a:t>
            </a:r>
            <a:r>
              <a:rPr lang="en-US"/>
              <a:t>It is not a correct approach to blame testers for bugs that remain in the application even after testing has been performed. This myth relates to Time, Cost, and Requirements changing Constraints. However the test strategy may also result in bugs being missed by the testing team. </a:t>
            </a:r>
            <a:endParaRPr/>
          </a:p>
          <a:p>
            <a:pPr indent="-342900" lvl="0" marL="342900" rtl="0" algn="just">
              <a:lnSpc>
                <a:spcPct val="100000"/>
              </a:lnSpc>
              <a:spcBef>
                <a:spcPts val="1000"/>
              </a:spcBef>
              <a:spcAft>
                <a:spcPts val="0"/>
              </a:spcAft>
              <a:buSzPts val="1440"/>
              <a:buChar char="►"/>
            </a:pPr>
            <a:r>
              <a:rPr b="1" lang="en-US"/>
              <a:t>Myth: </a:t>
            </a:r>
            <a:r>
              <a:rPr lang="en-US"/>
              <a:t>Testers should be responsible for the quality of a product. </a:t>
            </a:r>
            <a:endParaRPr/>
          </a:p>
          <a:p>
            <a:pPr indent="-342900" lvl="0" marL="342900" rtl="0" algn="just">
              <a:lnSpc>
                <a:spcPct val="100000"/>
              </a:lnSpc>
              <a:spcBef>
                <a:spcPts val="1000"/>
              </a:spcBef>
              <a:spcAft>
                <a:spcPts val="0"/>
              </a:spcAft>
              <a:buSzPts val="1440"/>
              <a:buChar char="►"/>
            </a:pPr>
            <a:r>
              <a:rPr b="1" lang="en-US"/>
              <a:t>Reality: </a:t>
            </a:r>
            <a:r>
              <a:rPr lang="en-US"/>
              <a:t>It is a very common misinterpretation that only testers or the testing team should be responsible for product quality. Tester’s responsibilities include the identification of bugs to the stakeholders and then it is their decision whether they will fix the bug or release the software. Releasing the software at the time puts more pressure on the testers as they will be blamed for any error. </a:t>
            </a:r>
            <a:endParaRPr/>
          </a:p>
        </p:txBody>
      </p:sp>
      <p:sp>
        <p:nvSpPr>
          <p:cNvPr id="327" name="Google Shape;327;p1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28" name="Google Shape;328;p10"/>
          <p:cNvPicPr preferRelativeResize="0"/>
          <p:nvPr/>
        </p:nvPicPr>
        <p:blipFill rotWithShape="1">
          <a:blip r:embed="rId3">
            <a:alphaModFix/>
          </a:blip>
          <a:srcRect b="0" l="0" r="0" t="0"/>
          <a:stretch/>
        </p:blipFill>
        <p:spPr>
          <a:xfrm>
            <a:off x="10653447" y="1359664"/>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6">
                                            <p:txEl>
                                              <p:pRg end="0" st="0"/>
                                            </p:txEl>
                                          </p:spTgt>
                                        </p:tgtEl>
                                        <p:attrNameLst>
                                          <p:attrName>style.visibility</p:attrName>
                                        </p:attrNameLst>
                                      </p:cBhvr>
                                      <p:to>
                                        <p:strVal val="visible"/>
                                      </p:to>
                                    </p:set>
                                    <p:anim calcmode="lin" valueType="num">
                                      <p:cBhvr additive="base">
                                        <p:cTn dur="500"/>
                                        <p:tgtEl>
                                          <p:spTgt spid="32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6">
                                            <p:txEl>
                                              <p:pRg end="1" st="1"/>
                                            </p:txEl>
                                          </p:spTgt>
                                        </p:tgtEl>
                                        <p:attrNameLst>
                                          <p:attrName>style.visibility</p:attrName>
                                        </p:attrNameLst>
                                      </p:cBhvr>
                                      <p:to>
                                        <p:strVal val="visible"/>
                                      </p:to>
                                    </p:set>
                                    <p:anim calcmode="lin" valueType="num">
                                      <p:cBhvr additive="base">
                                        <p:cTn dur="500"/>
                                        <p:tgtEl>
                                          <p:spTgt spid="32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6">
                                            <p:txEl>
                                              <p:pRg end="2" st="2"/>
                                            </p:txEl>
                                          </p:spTgt>
                                        </p:tgtEl>
                                        <p:attrNameLst>
                                          <p:attrName>style.visibility</p:attrName>
                                        </p:attrNameLst>
                                      </p:cBhvr>
                                      <p:to>
                                        <p:strVal val="visible"/>
                                      </p:to>
                                    </p:set>
                                    <p:anim calcmode="lin" valueType="num">
                                      <p:cBhvr additive="base">
                                        <p:cTn dur="500"/>
                                        <p:tgtEl>
                                          <p:spTgt spid="32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6">
                                            <p:txEl>
                                              <p:pRg end="3" st="3"/>
                                            </p:txEl>
                                          </p:spTgt>
                                        </p:tgtEl>
                                        <p:attrNameLst>
                                          <p:attrName>style.visibility</p:attrName>
                                        </p:attrNameLst>
                                      </p:cBhvr>
                                      <p:to>
                                        <p:strVal val="visible"/>
                                      </p:to>
                                    </p:set>
                                    <p:anim calcmode="lin" valueType="num">
                                      <p:cBhvr additive="base">
                                        <p:cTn dur="500"/>
                                        <p:tgtEl>
                                          <p:spTgt spid="32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11"/>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Testing Myths (4)</a:t>
            </a:r>
            <a:endParaRPr/>
          </a:p>
        </p:txBody>
      </p:sp>
      <p:sp>
        <p:nvSpPr>
          <p:cNvPr id="334" name="Google Shape;334;p11"/>
          <p:cNvSpPr txBox="1"/>
          <p:nvPr>
            <p:ph idx="1" type="body"/>
          </p:nvPr>
        </p:nvSpPr>
        <p:spPr>
          <a:xfrm>
            <a:off x="1154954" y="2603500"/>
            <a:ext cx="10139818" cy="4029120"/>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SzPts val="1440"/>
              <a:buChar char="►"/>
            </a:pPr>
            <a:r>
              <a:rPr b="1" lang="en-US"/>
              <a:t>Myth: </a:t>
            </a:r>
            <a:r>
              <a:rPr lang="en-US"/>
              <a:t>Test Automation should be used wherever it is possible to use it and to reduce time. </a:t>
            </a:r>
            <a:endParaRPr/>
          </a:p>
          <a:p>
            <a:pPr indent="-342900" lvl="0" marL="342900" rtl="0" algn="just">
              <a:lnSpc>
                <a:spcPct val="100000"/>
              </a:lnSpc>
              <a:spcBef>
                <a:spcPts val="1000"/>
              </a:spcBef>
              <a:spcAft>
                <a:spcPts val="0"/>
              </a:spcAft>
              <a:buSzPts val="1440"/>
              <a:buChar char="►"/>
            </a:pPr>
            <a:r>
              <a:rPr b="1" lang="en-US"/>
              <a:t>Reality: </a:t>
            </a:r>
            <a:r>
              <a:rPr lang="en-US"/>
              <a:t>Yes it is true that Test Automation reduces the testing time but it is not possible to start Test Automation at any time during Software development. Test Automaton should be started when the software has been manually tested and is stable to some extent. Moreover, Test Automation can never be used if requirements keep changing. </a:t>
            </a:r>
            <a:endParaRPr/>
          </a:p>
          <a:p>
            <a:pPr indent="-342900" lvl="0" marL="342900" rtl="0" algn="just">
              <a:lnSpc>
                <a:spcPct val="100000"/>
              </a:lnSpc>
              <a:spcBef>
                <a:spcPts val="1000"/>
              </a:spcBef>
              <a:spcAft>
                <a:spcPts val="0"/>
              </a:spcAft>
              <a:buSzPts val="1440"/>
              <a:buChar char="►"/>
            </a:pPr>
            <a:r>
              <a:rPr b="1" lang="en-US"/>
              <a:t>Myth: </a:t>
            </a:r>
            <a:r>
              <a:rPr lang="en-US"/>
              <a:t>Any one can test a Software application. </a:t>
            </a:r>
            <a:endParaRPr/>
          </a:p>
          <a:p>
            <a:pPr indent="-342900" lvl="0" marL="342900" rtl="0" algn="just">
              <a:lnSpc>
                <a:spcPct val="100000"/>
              </a:lnSpc>
              <a:spcBef>
                <a:spcPts val="1000"/>
              </a:spcBef>
              <a:spcAft>
                <a:spcPts val="0"/>
              </a:spcAft>
              <a:buSzPts val="1440"/>
              <a:buChar char="►"/>
            </a:pPr>
            <a:r>
              <a:rPr b="1" lang="en-US"/>
              <a:t>Reality: </a:t>
            </a:r>
            <a:r>
              <a:rPr lang="en-US"/>
              <a:t>People outside the IT industry think and even believe that any one can test the software and testing is not a creative job. However testers know very well that this is myth. Thinking alternatives scenarios, try to crash the Software with the intent to explore potential bugs is not possible for the person who developed it. </a:t>
            </a:r>
            <a:endParaRPr/>
          </a:p>
        </p:txBody>
      </p:sp>
      <p:sp>
        <p:nvSpPr>
          <p:cNvPr id="335" name="Google Shape;335;p1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36" name="Google Shape;336;p11"/>
          <p:cNvPicPr preferRelativeResize="0"/>
          <p:nvPr/>
        </p:nvPicPr>
        <p:blipFill rotWithShape="1">
          <a:blip r:embed="rId3">
            <a:alphaModFix/>
          </a:blip>
          <a:srcRect b="0" l="0" r="0" t="0"/>
          <a:stretch/>
        </p:blipFill>
        <p:spPr>
          <a:xfrm>
            <a:off x="10739711" y="1316531"/>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4">
                                            <p:txEl>
                                              <p:pRg end="0" st="0"/>
                                            </p:txEl>
                                          </p:spTgt>
                                        </p:tgtEl>
                                        <p:attrNameLst>
                                          <p:attrName>style.visibility</p:attrName>
                                        </p:attrNameLst>
                                      </p:cBhvr>
                                      <p:to>
                                        <p:strVal val="visible"/>
                                      </p:to>
                                    </p:set>
                                    <p:anim calcmode="lin" valueType="num">
                                      <p:cBhvr additive="base">
                                        <p:cTn dur="500"/>
                                        <p:tgtEl>
                                          <p:spTgt spid="33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4">
                                            <p:txEl>
                                              <p:pRg end="1" st="1"/>
                                            </p:txEl>
                                          </p:spTgt>
                                        </p:tgtEl>
                                        <p:attrNameLst>
                                          <p:attrName>style.visibility</p:attrName>
                                        </p:attrNameLst>
                                      </p:cBhvr>
                                      <p:to>
                                        <p:strVal val="visible"/>
                                      </p:to>
                                    </p:set>
                                    <p:anim calcmode="lin" valueType="num">
                                      <p:cBhvr additive="base">
                                        <p:cTn dur="500"/>
                                        <p:tgtEl>
                                          <p:spTgt spid="33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4">
                                            <p:txEl>
                                              <p:pRg end="2" st="2"/>
                                            </p:txEl>
                                          </p:spTgt>
                                        </p:tgtEl>
                                        <p:attrNameLst>
                                          <p:attrName>style.visibility</p:attrName>
                                        </p:attrNameLst>
                                      </p:cBhvr>
                                      <p:to>
                                        <p:strVal val="visible"/>
                                      </p:to>
                                    </p:set>
                                    <p:anim calcmode="lin" valueType="num">
                                      <p:cBhvr additive="base">
                                        <p:cTn dur="500"/>
                                        <p:tgtEl>
                                          <p:spTgt spid="33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4">
                                            <p:txEl>
                                              <p:pRg end="3" st="3"/>
                                            </p:txEl>
                                          </p:spTgt>
                                        </p:tgtEl>
                                        <p:attrNameLst>
                                          <p:attrName>style.visibility</p:attrName>
                                        </p:attrNameLst>
                                      </p:cBhvr>
                                      <p:to>
                                        <p:strVal val="visible"/>
                                      </p:to>
                                    </p:set>
                                    <p:anim calcmode="lin" valueType="num">
                                      <p:cBhvr additive="base">
                                        <p:cTn dur="500"/>
                                        <p:tgtEl>
                                          <p:spTgt spid="33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12"/>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Level of testing</a:t>
            </a:r>
            <a:endParaRPr/>
          </a:p>
        </p:txBody>
      </p:sp>
      <p:sp>
        <p:nvSpPr>
          <p:cNvPr id="342" name="Google Shape;342;p12"/>
          <p:cNvSpPr txBox="1"/>
          <p:nvPr>
            <p:ph idx="1" type="body"/>
          </p:nvPr>
        </p:nvSpPr>
        <p:spPr>
          <a:xfrm>
            <a:off x="1979279" y="2502862"/>
            <a:ext cx="3417046" cy="370160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SzPts val="1440"/>
              <a:buChar char="►"/>
            </a:pPr>
            <a:r>
              <a:rPr lang="en-US"/>
              <a:t>Functional Testing</a:t>
            </a:r>
            <a:endParaRPr/>
          </a:p>
          <a:p>
            <a:pPr indent="-285750" lvl="1" marL="742950" rtl="0" algn="l">
              <a:lnSpc>
                <a:spcPct val="100000"/>
              </a:lnSpc>
              <a:spcBef>
                <a:spcPts val="1000"/>
              </a:spcBef>
              <a:spcAft>
                <a:spcPts val="0"/>
              </a:spcAft>
              <a:buSzPts val="1280"/>
              <a:buChar char="►"/>
            </a:pPr>
            <a:r>
              <a:rPr lang="en-US"/>
              <a:t>Unit Testing</a:t>
            </a:r>
            <a:endParaRPr/>
          </a:p>
          <a:p>
            <a:pPr indent="-285750" lvl="1" marL="742950" rtl="0" algn="l">
              <a:lnSpc>
                <a:spcPct val="100000"/>
              </a:lnSpc>
              <a:spcBef>
                <a:spcPts val="1000"/>
              </a:spcBef>
              <a:spcAft>
                <a:spcPts val="0"/>
              </a:spcAft>
              <a:buSzPts val="1280"/>
              <a:buChar char="►"/>
            </a:pPr>
            <a:r>
              <a:rPr lang="en-US"/>
              <a:t>Integration Testing</a:t>
            </a:r>
            <a:endParaRPr/>
          </a:p>
          <a:p>
            <a:pPr indent="-285750" lvl="1" marL="742950" rtl="0" algn="l">
              <a:lnSpc>
                <a:spcPct val="100000"/>
              </a:lnSpc>
              <a:spcBef>
                <a:spcPts val="1000"/>
              </a:spcBef>
              <a:spcAft>
                <a:spcPts val="0"/>
              </a:spcAft>
              <a:buSzPts val="1280"/>
              <a:buChar char="►"/>
            </a:pPr>
            <a:r>
              <a:rPr lang="en-US"/>
              <a:t>System Testing</a:t>
            </a:r>
            <a:endParaRPr/>
          </a:p>
          <a:p>
            <a:pPr indent="-285750" lvl="1" marL="742950" rtl="0" algn="l">
              <a:lnSpc>
                <a:spcPct val="100000"/>
              </a:lnSpc>
              <a:spcBef>
                <a:spcPts val="1000"/>
              </a:spcBef>
              <a:spcAft>
                <a:spcPts val="0"/>
              </a:spcAft>
              <a:buSzPts val="1280"/>
              <a:buChar char="►"/>
            </a:pPr>
            <a:r>
              <a:rPr lang="en-US"/>
              <a:t>Regression Testing</a:t>
            </a:r>
            <a:endParaRPr/>
          </a:p>
          <a:p>
            <a:pPr indent="-285750" lvl="1" marL="742950" rtl="0" algn="l">
              <a:lnSpc>
                <a:spcPct val="100000"/>
              </a:lnSpc>
              <a:spcBef>
                <a:spcPts val="1000"/>
              </a:spcBef>
              <a:spcAft>
                <a:spcPts val="0"/>
              </a:spcAft>
              <a:buSzPts val="1280"/>
              <a:buChar char="►"/>
            </a:pPr>
            <a:r>
              <a:rPr lang="en-US"/>
              <a:t>Acceptance Testing</a:t>
            </a:r>
            <a:endParaRPr/>
          </a:p>
          <a:p>
            <a:pPr indent="-285750" lvl="1" marL="742950" rtl="0" algn="l">
              <a:lnSpc>
                <a:spcPct val="100000"/>
              </a:lnSpc>
              <a:spcBef>
                <a:spcPts val="1000"/>
              </a:spcBef>
              <a:spcAft>
                <a:spcPts val="0"/>
              </a:spcAft>
              <a:buSzPts val="1280"/>
              <a:buChar char="►"/>
            </a:pPr>
            <a:r>
              <a:rPr lang="en-US"/>
              <a:t>Alpha testing</a:t>
            </a:r>
            <a:endParaRPr/>
          </a:p>
          <a:p>
            <a:pPr indent="-285750" lvl="1" marL="742950" rtl="0" algn="l">
              <a:lnSpc>
                <a:spcPct val="100000"/>
              </a:lnSpc>
              <a:spcBef>
                <a:spcPts val="1000"/>
              </a:spcBef>
              <a:spcAft>
                <a:spcPts val="0"/>
              </a:spcAft>
              <a:buSzPts val="1280"/>
              <a:buChar char="►"/>
            </a:pPr>
            <a:r>
              <a:rPr lang="en-US"/>
              <a:t>Beta Testing</a:t>
            </a:r>
            <a:endParaRPr/>
          </a:p>
        </p:txBody>
      </p:sp>
      <p:sp>
        <p:nvSpPr>
          <p:cNvPr id="343" name="Google Shape;343;p12"/>
          <p:cNvSpPr txBox="1"/>
          <p:nvPr/>
        </p:nvSpPr>
        <p:spPr>
          <a:xfrm>
            <a:off x="6111175" y="2502862"/>
            <a:ext cx="3417046" cy="3701603"/>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100000"/>
              </a:lnSpc>
              <a:spcBef>
                <a:spcPts val="0"/>
              </a:spcBef>
              <a:spcAft>
                <a:spcPts val="0"/>
              </a:spcAft>
              <a:buClr>
                <a:schemeClr val="accent1"/>
              </a:buClr>
              <a:buSzPts val="1440"/>
              <a:buFont typeface="Noto Sans Symbols"/>
              <a:buChar char="►"/>
            </a:pPr>
            <a:r>
              <a:rPr b="0" i="0" lang="en-US" sz="1800" u="none" cap="none" strike="noStrike">
                <a:solidFill>
                  <a:srgbClr val="3F3F3F"/>
                </a:solidFill>
                <a:latin typeface="Century Gothic"/>
                <a:ea typeface="Century Gothic"/>
                <a:cs typeface="Century Gothic"/>
                <a:sym typeface="Century Gothic"/>
              </a:rPr>
              <a:t>Non-Functional Testing</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1000"/>
              </a:spcBef>
              <a:spcAft>
                <a:spcPts val="0"/>
              </a:spcAft>
              <a:buClr>
                <a:schemeClr val="accent1"/>
              </a:buClr>
              <a:buSzPts val="1280"/>
              <a:buFont typeface="Noto Sans Symbols"/>
              <a:buChar char="►"/>
            </a:pPr>
            <a:r>
              <a:rPr b="0" i="0" lang="en-US" sz="1600" u="none" cap="none" strike="noStrike">
                <a:solidFill>
                  <a:srgbClr val="3F3F3F"/>
                </a:solidFill>
                <a:latin typeface="Century Gothic"/>
                <a:ea typeface="Century Gothic"/>
                <a:cs typeface="Century Gothic"/>
                <a:sym typeface="Century Gothic"/>
              </a:rPr>
              <a:t>Performance Testing (Load and Stress)</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1000"/>
              </a:spcBef>
              <a:spcAft>
                <a:spcPts val="0"/>
              </a:spcAft>
              <a:buClr>
                <a:schemeClr val="accent1"/>
              </a:buClr>
              <a:buSzPts val="1280"/>
              <a:buFont typeface="Noto Sans Symbols"/>
              <a:buChar char="►"/>
            </a:pPr>
            <a:r>
              <a:rPr b="0" i="0" lang="en-US" sz="1600" u="none" cap="none" strike="noStrike">
                <a:solidFill>
                  <a:srgbClr val="3F3F3F"/>
                </a:solidFill>
                <a:latin typeface="Century Gothic"/>
                <a:ea typeface="Century Gothic"/>
                <a:cs typeface="Century Gothic"/>
                <a:sym typeface="Century Gothic"/>
              </a:rPr>
              <a:t>Usability Testing (Usability vs UI testing)</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1000"/>
              </a:spcBef>
              <a:spcAft>
                <a:spcPts val="0"/>
              </a:spcAft>
              <a:buClr>
                <a:schemeClr val="accent1"/>
              </a:buClr>
              <a:buSzPts val="1280"/>
              <a:buFont typeface="Noto Sans Symbols"/>
              <a:buChar char="►"/>
            </a:pPr>
            <a:r>
              <a:rPr b="0" i="0" lang="en-US" sz="1600" u="none" cap="none" strike="noStrike">
                <a:solidFill>
                  <a:srgbClr val="3F3F3F"/>
                </a:solidFill>
                <a:latin typeface="Century Gothic"/>
                <a:ea typeface="Century Gothic"/>
                <a:cs typeface="Century Gothic"/>
                <a:sym typeface="Century Gothic"/>
              </a:rPr>
              <a:t>Security Testing</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1000"/>
              </a:spcBef>
              <a:spcAft>
                <a:spcPts val="0"/>
              </a:spcAft>
              <a:buClr>
                <a:schemeClr val="accent1"/>
              </a:buClr>
              <a:buSzPts val="1280"/>
              <a:buFont typeface="Noto Sans Symbols"/>
              <a:buChar char="►"/>
            </a:pPr>
            <a:r>
              <a:rPr b="0" i="0" lang="en-US" sz="1600" u="none" cap="none" strike="noStrike">
                <a:solidFill>
                  <a:srgbClr val="3F3F3F"/>
                </a:solidFill>
                <a:latin typeface="Century Gothic"/>
                <a:ea typeface="Century Gothic"/>
                <a:cs typeface="Century Gothic"/>
                <a:sym typeface="Century Gothic"/>
              </a:rPr>
              <a:t>Portability Testing</a:t>
            </a:r>
            <a:endParaRPr b="0" i="0" sz="1400" u="none" cap="none" strike="noStrike">
              <a:solidFill>
                <a:srgbClr val="000000"/>
              </a:solidFill>
              <a:latin typeface="Arial"/>
              <a:ea typeface="Arial"/>
              <a:cs typeface="Arial"/>
              <a:sym typeface="Arial"/>
            </a:endParaRPr>
          </a:p>
        </p:txBody>
      </p:sp>
      <p:sp>
        <p:nvSpPr>
          <p:cNvPr id="344" name="Google Shape;344;p1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45" name="Google Shape;345;p12"/>
          <p:cNvPicPr preferRelativeResize="0"/>
          <p:nvPr/>
        </p:nvPicPr>
        <p:blipFill rotWithShape="1">
          <a:blip r:embed="rId3">
            <a:alphaModFix/>
          </a:blip>
          <a:srcRect b="0" l="0" r="0" t="0"/>
          <a:stretch/>
        </p:blipFill>
        <p:spPr>
          <a:xfrm>
            <a:off x="10601689" y="5232923"/>
            <a:ext cx="1259632" cy="112474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13"/>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Functional Testing</a:t>
            </a:r>
            <a:endParaRPr/>
          </a:p>
        </p:txBody>
      </p:sp>
      <p:sp>
        <p:nvSpPr>
          <p:cNvPr id="351" name="Google Shape;351;p13"/>
          <p:cNvSpPr txBox="1"/>
          <p:nvPr>
            <p:ph idx="1" type="body"/>
          </p:nvPr>
        </p:nvSpPr>
        <p:spPr>
          <a:xfrm>
            <a:off x="287633" y="2066212"/>
            <a:ext cx="11616600" cy="4559100"/>
          </a:xfrm>
          <a:prstGeom prst="rect">
            <a:avLst/>
          </a:prstGeom>
          <a:noFill/>
          <a:ln>
            <a:noFill/>
          </a:ln>
        </p:spPr>
        <p:txBody>
          <a:bodyPr anchorCtr="0" anchor="t" bIns="45700" lIns="91425" spcFirstLastPara="1" rIns="91425" wrap="square" tIns="45700">
            <a:normAutofit fontScale="92500" lnSpcReduction="20000"/>
          </a:bodyPr>
          <a:lstStyle/>
          <a:p>
            <a:pPr indent="-336042" lvl="0" marL="342900" rtl="0" algn="just">
              <a:lnSpc>
                <a:spcPct val="100000"/>
              </a:lnSpc>
              <a:spcBef>
                <a:spcPts val="0"/>
              </a:spcBef>
              <a:spcAft>
                <a:spcPts val="0"/>
              </a:spcAft>
              <a:buSzPct val="79999"/>
              <a:buChar char="►"/>
            </a:pPr>
            <a:r>
              <a:rPr b="1" lang="en-US"/>
              <a:t>Unit Testing </a:t>
            </a:r>
            <a:endParaRPr/>
          </a:p>
          <a:p>
            <a:pPr indent="-279653" lvl="1" marL="742950" rtl="0" algn="just">
              <a:lnSpc>
                <a:spcPct val="100000"/>
              </a:lnSpc>
              <a:spcBef>
                <a:spcPts val="1000"/>
              </a:spcBef>
              <a:spcAft>
                <a:spcPts val="0"/>
              </a:spcAft>
              <a:buSzPct val="80000"/>
              <a:buChar char="►"/>
            </a:pPr>
            <a:r>
              <a:rPr lang="en-US"/>
              <a:t>This type of testing is performed by the developers before the setup is handed over to the testing team to formally execute the test cases. Unit testing is performed by the respective developers on the individual units of source code assigned areas. The developers use test data that is separate from the test data of the quality assurance team. </a:t>
            </a:r>
            <a:endParaRPr/>
          </a:p>
          <a:p>
            <a:pPr indent="-279653" lvl="1" marL="742950" rtl="0" algn="just">
              <a:lnSpc>
                <a:spcPct val="100000"/>
              </a:lnSpc>
              <a:spcBef>
                <a:spcPts val="1000"/>
              </a:spcBef>
              <a:spcAft>
                <a:spcPts val="0"/>
              </a:spcAft>
              <a:buSzPct val="80000"/>
              <a:buChar char="►"/>
            </a:pPr>
            <a:r>
              <a:rPr lang="en-US"/>
              <a:t>The goal of unit testing is to isolate each part of the program and show that individual parts are correct in terms of requirements and functionality. </a:t>
            </a:r>
            <a:endParaRPr/>
          </a:p>
          <a:p>
            <a:pPr indent="-336042" lvl="0" marL="342900" rtl="0" algn="just">
              <a:lnSpc>
                <a:spcPct val="100000"/>
              </a:lnSpc>
              <a:spcBef>
                <a:spcPts val="1000"/>
              </a:spcBef>
              <a:spcAft>
                <a:spcPts val="0"/>
              </a:spcAft>
              <a:buSzPct val="79999"/>
              <a:buChar char="►"/>
            </a:pPr>
            <a:r>
              <a:rPr b="1" lang="en-US"/>
              <a:t>Integration Testing </a:t>
            </a:r>
            <a:endParaRPr/>
          </a:p>
          <a:p>
            <a:pPr indent="-279653" lvl="1" marL="742950" rtl="0" algn="just">
              <a:lnSpc>
                <a:spcPct val="100000"/>
              </a:lnSpc>
              <a:spcBef>
                <a:spcPts val="1000"/>
              </a:spcBef>
              <a:spcAft>
                <a:spcPts val="0"/>
              </a:spcAft>
              <a:buSzPct val="80000"/>
              <a:buChar char="►"/>
            </a:pPr>
            <a:r>
              <a:rPr lang="en-US"/>
              <a:t>The testing of combined parts of an application to determine if they function correctly together is Integration testing. There are two methods of doing Integration Testing Bottom-up Integration testing and Top Down Integration testing. </a:t>
            </a:r>
            <a:endParaRPr/>
          </a:p>
          <a:p>
            <a:pPr indent="-279653" lvl="1" marL="742950" rtl="0" algn="just">
              <a:lnSpc>
                <a:spcPct val="100000"/>
              </a:lnSpc>
              <a:spcBef>
                <a:spcPts val="1000"/>
              </a:spcBef>
              <a:spcAft>
                <a:spcPts val="0"/>
              </a:spcAft>
              <a:buSzPct val="80000"/>
              <a:buChar char="►"/>
            </a:pPr>
            <a:r>
              <a:rPr b="1" lang="en-US"/>
              <a:t>Bottom-up integration </a:t>
            </a:r>
            <a:r>
              <a:rPr lang="en-US"/>
              <a:t>testing begins with unit testing, followed by tests of progressively higher-level combinations of units called modules or builds. </a:t>
            </a:r>
            <a:endParaRPr/>
          </a:p>
          <a:p>
            <a:pPr indent="-279653" lvl="1" marL="742950" rtl="0" algn="just">
              <a:lnSpc>
                <a:spcPct val="100000"/>
              </a:lnSpc>
              <a:spcBef>
                <a:spcPts val="1000"/>
              </a:spcBef>
              <a:spcAft>
                <a:spcPts val="0"/>
              </a:spcAft>
              <a:buSzPct val="80000"/>
              <a:buChar char="►"/>
            </a:pPr>
            <a:r>
              <a:rPr b="1" lang="en-US"/>
              <a:t>Top-Down integration </a:t>
            </a:r>
            <a:r>
              <a:rPr lang="en-US"/>
              <a:t>testing, the highest-level modules are tested first and progressively lower-level modules are tested after that. In a comprehensive software development environment, bottom-up testing is usually done first, followed by top-down testing.</a:t>
            </a:r>
            <a:endParaRPr/>
          </a:p>
          <a:p>
            <a:pPr indent="-336042" lvl="0" marL="342900" rtl="0" algn="just">
              <a:lnSpc>
                <a:spcPct val="100000"/>
              </a:lnSpc>
              <a:spcBef>
                <a:spcPts val="1000"/>
              </a:spcBef>
              <a:spcAft>
                <a:spcPts val="0"/>
              </a:spcAft>
              <a:buSzPct val="79999"/>
              <a:buChar char="►"/>
            </a:pPr>
            <a:r>
              <a:rPr b="1" lang="en-US"/>
              <a:t>System Testing </a:t>
            </a:r>
            <a:endParaRPr/>
          </a:p>
          <a:p>
            <a:pPr indent="-279653" lvl="1" marL="742950" rtl="0" algn="just">
              <a:lnSpc>
                <a:spcPct val="100000"/>
              </a:lnSpc>
              <a:spcBef>
                <a:spcPts val="1000"/>
              </a:spcBef>
              <a:spcAft>
                <a:spcPts val="0"/>
              </a:spcAft>
              <a:buSzPct val="80000"/>
              <a:buChar char="►"/>
            </a:pPr>
            <a:r>
              <a:rPr lang="en-US"/>
              <a:t>This is the next level in the testing and tests the system as a whole. Once all the components are integrated, the application as a whole is tested rigorously to see that it meets Quality Standards. This type of testing is performed by a specialized testing team. </a:t>
            </a:r>
            <a:endParaRPr/>
          </a:p>
        </p:txBody>
      </p:sp>
      <p:sp>
        <p:nvSpPr>
          <p:cNvPr id="352" name="Google Shape;352;p1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53" name="Google Shape;353;p13"/>
          <p:cNvPicPr preferRelativeResize="0"/>
          <p:nvPr/>
        </p:nvPicPr>
        <p:blipFill rotWithShape="1">
          <a:blip r:embed="rId3">
            <a:alphaModFix/>
          </a:blip>
          <a:srcRect b="0" l="0" r="0" t="0"/>
          <a:stretch/>
        </p:blipFill>
        <p:spPr>
          <a:xfrm>
            <a:off x="10601689" y="1152629"/>
            <a:ext cx="1259632" cy="112474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14"/>
          <p:cNvSpPr txBox="1"/>
          <p:nvPr>
            <p:ph type="title"/>
          </p:nvPr>
        </p:nvSpPr>
        <p:spPr>
          <a:xfrm>
            <a:off x="1154954" y="973668"/>
            <a:ext cx="8761500" cy="7071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800"/>
              <a:buNone/>
            </a:pPr>
            <a:r>
              <a:t/>
            </a:r>
            <a:endParaRPr b="0" i="0" sz="3600" u="none" cap="none" strike="noStrike">
              <a:solidFill>
                <a:schemeClr val="lt2"/>
              </a:solidFill>
              <a:latin typeface="Century Gothic"/>
              <a:ea typeface="Century Gothic"/>
              <a:cs typeface="Century Gothic"/>
              <a:sym typeface="Century Gothic"/>
            </a:endParaRPr>
          </a:p>
        </p:txBody>
      </p:sp>
      <p:sp>
        <p:nvSpPr>
          <p:cNvPr id="360" name="Google Shape;360;p14"/>
          <p:cNvSpPr txBox="1"/>
          <p:nvPr>
            <p:ph idx="12" type="sldNum"/>
          </p:nvPr>
        </p:nvSpPr>
        <p:spPr>
          <a:xfrm>
            <a:off x="10352540" y="295729"/>
            <a:ext cx="838200" cy="7677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000000"/>
              </a:buClr>
              <a:buSzPts val="2800"/>
              <a:buFont typeface="Arial"/>
              <a:buNone/>
            </a:pPr>
            <a:fld id="{00000000-1234-1234-1234-123412341234}" type="slidenum">
              <a:rPr lang="en-US"/>
              <a:t>‹#›</a:t>
            </a:fld>
            <a:endParaRPr/>
          </a:p>
        </p:txBody>
      </p:sp>
      <p:pic>
        <p:nvPicPr>
          <p:cNvPr id="361" name="Google Shape;361;p14"/>
          <p:cNvPicPr preferRelativeResize="0"/>
          <p:nvPr/>
        </p:nvPicPr>
        <p:blipFill rotWithShape="1">
          <a:blip r:embed="rId3">
            <a:alphaModFix/>
          </a:blip>
          <a:srcRect b="0" l="0" r="0" t="0"/>
          <a:stretch/>
        </p:blipFill>
        <p:spPr>
          <a:xfrm>
            <a:off x="1287025" y="2917375"/>
            <a:ext cx="9617950" cy="28637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15"/>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Non-Functional Testing</a:t>
            </a:r>
            <a:endParaRPr/>
          </a:p>
        </p:txBody>
      </p:sp>
      <p:sp>
        <p:nvSpPr>
          <p:cNvPr id="367" name="Google Shape;367;p15"/>
          <p:cNvSpPr txBox="1"/>
          <p:nvPr>
            <p:ph idx="1" type="body"/>
          </p:nvPr>
        </p:nvSpPr>
        <p:spPr>
          <a:xfrm>
            <a:off x="1193554" y="2246517"/>
            <a:ext cx="9804900" cy="4340100"/>
          </a:xfrm>
          <a:prstGeom prst="rect">
            <a:avLst/>
          </a:prstGeom>
          <a:noFill/>
          <a:ln>
            <a:noFill/>
          </a:ln>
        </p:spPr>
        <p:txBody>
          <a:bodyPr anchorCtr="0" anchor="t" bIns="45700" lIns="91425" spcFirstLastPara="1" rIns="91425" wrap="square" tIns="45700">
            <a:normAutofit lnSpcReduction="20000"/>
          </a:bodyPr>
          <a:lstStyle/>
          <a:p>
            <a:pPr indent="-342900" lvl="0" marL="342900" rtl="0" algn="l">
              <a:lnSpc>
                <a:spcPct val="100000"/>
              </a:lnSpc>
              <a:spcBef>
                <a:spcPts val="0"/>
              </a:spcBef>
              <a:spcAft>
                <a:spcPts val="0"/>
              </a:spcAft>
              <a:buSzPts val="1440"/>
              <a:buChar char="➔"/>
            </a:pPr>
            <a:r>
              <a:rPr b="1" lang="en-US"/>
              <a:t>Performance Testing</a:t>
            </a:r>
            <a:endParaRPr/>
          </a:p>
          <a:p>
            <a:pPr indent="-285750" lvl="1" marL="742950" rtl="0" algn="l">
              <a:lnSpc>
                <a:spcPct val="120000"/>
              </a:lnSpc>
              <a:spcBef>
                <a:spcPts val="0"/>
              </a:spcBef>
              <a:spcAft>
                <a:spcPts val="0"/>
              </a:spcAft>
              <a:buSzPts val="1280"/>
              <a:buChar char="◆"/>
            </a:pPr>
            <a:r>
              <a:rPr lang="en-US"/>
              <a:t>It is mostly used to identify any bottlenecks or performance issues rather than finding the bugs in software. There are different causes which contribute in lowering the performance of software:</a:t>
            </a:r>
            <a:endParaRPr/>
          </a:p>
          <a:p>
            <a:pPr indent="-228600" lvl="2" marL="1143000" rtl="0" algn="l">
              <a:lnSpc>
                <a:spcPct val="120000"/>
              </a:lnSpc>
              <a:spcBef>
                <a:spcPts val="0"/>
              </a:spcBef>
              <a:spcAft>
                <a:spcPts val="0"/>
              </a:spcAft>
              <a:buSzPts val="1120"/>
              <a:buChar char="●"/>
            </a:pPr>
            <a:r>
              <a:rPr lang="en-US"/>
              <a:t>Network delay.</a:t>
            </a:r>
            <a:endParaRPr/>
          </a:p>
          <a:p>
            <a:pPr indent="-228600" lvl="2" marL="1143000" rtl="0" algn="l">
              <a:lnSpc>
                <a:spcPct val="120000"/>
              </a:lnSpc>
              <a:spcBef>
                <a:spcPts val="0"/>
              </a:spcBef>
              <a:spcAft>
                <a:spcPts val="0"/>
              </a:spcAft>
              <a:buSzPts val="1120"/>
              <a:buChar char="●"/>
            </a:pPr>
            <a:r>
              <a:rPr lang="en-US"/>
              <a:t>Client side processing.</a:t>
            </a:r>
            <a:endParaRPr/>
          </a:p>
          <a:p>
            <a:pPr indent="-228600" lvl="2" marL="1143000" rtl="0" algn="l">
              <a:lnSpc>
                <a:spcPct val="120000"/>
              </a:lnSpc>
              <a:spcBef>
                <a:spcPts val="0"/>
              </a:spcBef>
              <a:spcAft>
                <a:spcPts val="0"/>
              </a:spcAft>
              <a:buSzPts val="1120"/>
              <a:buChar char="●"/>
            </a:pPr>
            <a:r>
              <a:rPr lang="en-US"/>
              <a:t>Database transaction processing.</a:t>
            </a:r>
            <a:endParaRPr/>
          </a:p>
          <a:p>
            <a:pPr indent="-228600" lvl="2" marL="1143000" rtl="0" algn="l">
              <a:lnSpc>
                <a:spcPct val="120000"/>
              </a:lnSpc>
              <a:spcBef>
                <a:spcPts val="0"/>
              </a:spcBef>
              <a:spcAft>
                <a:spcPts val="0"/>
              </a:spcAft>
              <a:buSzPts val="1120"/>
              <a:buChar char="●"/>
            </a:pPr>
            <a:r>
              <a:rPr lang="en-US"/>
              <a:t>Load balancing between servers.</a:t>
            </a:r>
            <a:endParaRPr/>
          </a:p>
          <a:p>
            <a:pPr indent="-228600" lvl="2" marL="1143000" rtl="0" algn="l">
              <a:lnSpc>
                <a:spcPct val="120000"/>
              </a:lnSpc>
              <a:spcBef>
                <a:spcPts val="0"/>
              </a:spcBef>
              <a:spcAft>
                <a:spcPts val="0"/>
              </a:spcAft>
              <a:buSzPts val="1120"/>
              <a:buChar char="●"/>
            </a:pPr>
            <a:r>
              <a:rPr lang="en-US"/>
              <a:t>Data rendering.</a:t>
            </a:r>
            <a:endParaRPr/>
          </a:p>
          <a:p>
            <a:pPr indent="-342900" lvl="0" marL="342900" rtl="0" algn="l">
              <a:lnSpc>
                <a:spcPct val="100000"/>
              </a:lnSpc>
              <a:spcBef>
                <a:spcPts val="1000"/>
              </a:spcBef>
              <a:spcAft>
                <a:spcPts val="0"/>
              </a:spcAft>
              <a:buSzPts val="1440"/>
              <a:buChar char="➔"/>
            </a:pPr>
            <a:r>
              <a:rPr lang="en-US"/>
              <a:t>Performance testing is considered as one of the important and mandatory testing type in terms of following aspects:</a:t>
            </a:r>
            <a:endParaRPr/>
          </a:p>
          <a:p>
            <a:pPr indent="-285750" lvl="1" marL="742950" rtl="0" algn="l">
              <a:lnSpc>
                <a:spcPct val="120000"/>
              </a:lnSpc>
              <a:spcBef>
                <a:spcPts val="0"/>
              </a:spcBef>
              <a:spcAft>
                <a:spcPts val="0"/>
              </a:spcAft>
              <a:buSzPts val="1280"/>
              <a:buChar char="◆"/>
            </a:pPr>
            <a:r>
              <a:rPr lang="en-US"/>
              <a:t>Speed (i.e. Response Time, data rendering and accessing)</a:t>
            </a:r>
            <a:endParaRPr/>
          </a:p>
          <a:p>
            <a:pPr indent="-285750" lvl="1" marL="742950" rtl="0" algn="l">
              <a:lnSpc>
                <a:spcPct val="120000"/>
              </a:lnSpc>
              <a:spcBef>
                <a:spcPts val="0"/>
              </a:spcBef>
              <a:spcAft>
                <a:spcPts val="0"/>
              </a:spcAft>
              <a:buSzPts val="1280"/>
              <a:buChar char="◆"/>
            </a:pPr>
            <a:r>
              <a:rPr lang="en-US"/>
              <a:t>Capacity</a:t>
            </a:r>
            <a:endParaRPr/>
          </a:p>
          <a:p>
            <a:pPr indent="-285750" lvl="1" marL="742950" rtl="0" algn="l">
              <a:lnSpc>
                <a:spcPct val="120000"/>
              </a:lnSpc>
              <a:spcBef>
                <a:spcPts val="0"/>
              </a:spcBef>
              <a:spcAft>
                <a:spcPts val="0"/>
              </a:spcAft>
              <a:buSzPts val="1280"/>
              <a:buChar char="◆"/>
            </a:pPr>
            <a:r>
              <a:rPr lang="en-US"/>
              <a:t>Stability</a:t>
            </a:r>
            <a:endParaRPr/>
          </a:p>
          <a:p>
            <a:pPr indent="-285750" lvl="1" marL="742950" rtl="0" algn="l">
              <a:lnSpc>
                <a:spcPct val="120000"/>
              </a:lnSpc>
              <a:spcBef>
                <a:spcPts val="0"/>
              </a:spcBef>
              <a:spcAft>
                <a:spcPts val="0"/>
              </a:spcAft>
              <a:buSzPts val="1280"/>
              <a:buChar char="◆"/>
            </a:pPr>
            <a:r>
              <a:rPr lang="en-US"/>
              <a:t>Scalability</a:t>
            </a:r>
            <a:endParaRPr/>
          </a:p>
          <a:p>
            <a:pPr indent="-342900" lvl="0" marL="342900" rtl="0" algn="l">
              <a:lnSpc>
                <a:spcPct val="100000"/>
              </a:lnSpc>
              <a:spcBef>
                <a:spcPts val="1000"/>
              </a:spcBef>
              <a:spcAft>
                <a:spcPts val="0"/>
              </a:spcAft>
              <a:buSzPts val="1440"/>
              <a:buChar char="➔"/>
            </a:pPr>
            <a:r>
              <a:rPr lang="en-US"/>
              <a:t>It can be either qualitative or quantitative testing activity and can be divided into different sub types such as Load testing and Stress testing.</a:t>
            </a:r>
            <a:endParaRPr/>
          </a:p>
        </p:txBody>
      </p:sp>
      <p:sp>
        <p:nvSpPr>
          <p:cNvPr id="368" name="Google Shape;368;p1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69" name="Google Shape;369;p15"/>
          <p:cNvPicPr preferRelativeResize="0"/>
          <p:nvPr/>
        </p:nvPicPr>
        <p:blipFill rotWithShape="1">
          <a:blip r:embed="rId3">
            <a:alphaModFix/>
          </a:blip>
          <a:srcRect b="0" l="0" r="0" t="0"/>
          <a:stretch/>
        </p:blipFill>
        <p:spPr>
          <a:xfrm>
            <a:off x="10627568" y="5224298"/>
            <a:ext cx="1259632" cy="112474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16"/>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Non-Functional Testing</a:t>
            </a:r>
            <a:endParaRPr/>
          </a:p>
        </p:txBody>
      </p:sp>
      <p:sp>
        <p:nvSpPr>
          <p:cNvPr id="375" name="Google Shape;375;p16"/>
          <p:cNvSpPr txBox="1"/>
          <p:nvPr>
            <p:ph idx="1" type="body"/>
          </p:nvPr>
        </p:nvSpPr>
        <p:spPr>
          <a:xfrm>
            <a:off x="358462" y="1955447"/>
            <a:ext cx="11475076" cy="4776515"/>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SzPts val="1200"/>
              <a:buChar char="➔"/>
            </a:pPr>
            <a:r>
              <a:rPr b="1" lang="en-US" sz="1500"/>
              <a:t>Load Testing </a:t>
            </a:r>
            <a:endParaRPr sz="1500"/>
          </a:p>
          <a:p>
            <a:pPr indent="-285750" lvl="1" marL="742950" rtl="0" algn="just">
              <a:lnSpc>
                <a:spcPct val="100000"/>
              </a:lnSpc>
              <a:spcBef>
                <a:spcPts val="1000"/>
              </a:spcBef>
              <a:spcAft>
                <a:spcPts val="0"/>
              </a:spcAft>
              <a:buSzPts val="1200"/>
              <a:buChar char="◆"/>
            </a:pPr>
            <a:r>
              <a:rPr lang="en-US" sz="1500"/>
              <a:t>A process of testing the behavior of the Software by applying maximum load in terms of Software accessing and manipulating large input data. It can be done at both normal and peak load conditions. This type of testing identifies the maximum capacity of Software and its behavior at peak time. </a:t>
            </a:r>
            <a:endParaRPr/>
          </a:p>
          <a:p>
            <a:pPr indent="-285750" lvl="1" marL="742950" rtl="0" algn="just">
              <a:lnSpc>
                <a:spcPct val="100000"/>
              </a:lnSpc>
              <a:spcBef>
                <a:spcPts val="1000"/>
              </a:spcBef>
              <a:spcAft>
                <a:spcPts val="0"/>
              </a:spcAft>
              <a:buSzPts val="1200"/>
              <a:buChar char="◆"/>
            </a:pPr>
            <a:r>
              <a:rPr lang="en-US" sz="1500"/>
              <a:t>Most of the time, Load testing is performed with the help of automated tools such as Load Runner, AppLoader, IBM Rational Performance Tester, Apache JMeter, Silk Performer, Visual Studio Load Test etc. </a:t>
            </a:r>
            <a:endParaRPr/>
          </a:p>
          <a:p>
            <a:pPr indent="-342900" lvl="0" marL="342900" rtl="0" algn="just">
              <a:lnSpc>
                <a:spcPct val="100000"/>
              </a:lnSpc>
              <a:spcBef>
                <a:spcPts val="1000"/>
              </a:spcBef>
              <a:spcAft>
                <a:spcPts val="0"/>
              </a:spcAft>
              <a:buSzPts val="1200"/>
              <a:buChar char="➔"/>
            </a:pPr>
            <a:r>
              <a:rPr b="1" lang="en-US" sz="1500"/>
              <a:t>Stress Testing </a:t>
            </a:r>
            <a:endParaRPr sz="1500"/>
          </a:p>
          <a:p>
            <a:pPr indent="-285750" lvl="1" marL="742950" rtl="0" algn="just">
              <a:lnSpc>
                <a:spcPct val="100000"/>
              </a:lnSpc>
              <a:spcBef>
                <a:spcPts val="1000"/>
              </a:spcBef>
              <a:spcAft>
                <a:spcPts val="0"/>
              </a:spcAft>
              <a:buSzPts val="1200"/>
              <a:buChar char="◆"/>
            </a:pPr>
            <a:r>
              <a:rPr lang="en-US" sz="1500"/>
              <a:t>This testing type includes the testing of Software behavior under abnormal conditions. Taking away the resources, applying load beyond the actual load limit is Stress testing. </a:t>
            </a:r>
            <a:endParaRPr/>
          </a:p>
          <a:p>
            <a:pPr indent="-285750" lvl="1" marL="742950" rtl="0" algn="just">
              <a:lnSpc>
                <a:spcPct val="100000"/>
              </a:lnSpc>
              <a:spcBef>
                <a:spcPts val="1000"/>
              </a:spcBef>
              <a:spcAft>
                <a:spcPts val="0"/>
              </a:spcAft>
              <a:buSzPts val="1200"/>
              <a:buChar char="◆"/>
            </a:pPr>
            <a:r>
              <a:rPr lang="en-US" sz="1500"/>
              <a:t>The main intent is to test the Software by applying the load to the system and taking over the resources used by the Software to identify the breaking point. This testing can be performed by testing different scenarios such as: </a:t>
            </a:r>
            <a:endParaRPr/>
          </a:p>
          <a:p>
            <a:pPr indent="-285750" lvl="1" marL="742950" rtl="0" algn="just">
              <a:lnSpc>
                <a:spcPct val="100000"/>
              </a:lnSpc>
              <a:spcBef>
                <a:spcPts val="1000"/>
              </a:spcBef>
              <a:spcAft>
                <a:spcPts val="0"/>
              </a:spcAft>
              <a:buSzPts val="1200"/>
              <a:buChar char="◆"/>
            </a:pPr>
            <a:r>
              <a:rPr lang="en-US" sz="1500"/>
              <a:t>Shutdown or restart of Network ports randomly. </a:t>
            </a:r>
            <a:endParaRPr/>
          </a:p>
          <a:p>
            <a:pPr indent="-285750" lvl="1" marL="742950" rtl="0" algn="just">
              <a:lnSpc>
                <a:spcPct val="100000"/>
              </a:lnSpc>
              <a:spcBef>
                <a:spcPts val="1000"/>
              </a:spcBef>
              <a:spcAft>
                <a:spcPts val="0"/>
              </a:spcAft>
              <a:buSzPts val="1200"/>
              <a:buChar char="◆"/>
            </a:pPr>
            <a:r>
              <a:rPr lang="en-US" sz="1500"/>
              <a:t>Turning the database on or off. </a:t>
            </a:r>
            <a:endParaRPr/>
          </a:p>
          <a:p>
            <a:pPr indent="-285750" lvl="1" marL="742950" rtl="0" algn="just">
              <a:lnSpc>
                <a:spcPct val="100000"/>
              </a:lnSpc>
              <a:spcBef>
                <a:spcPts val="1000"/>
              </a:spcBef>
              <a:spcAft>
                <a:spcPts val="0"/>
              </a:spcAft>
              <a:buSzPts val="1200"/>
              <a:buChar char="◆"/>
            </a:pPr>
            <a:r>
              <a:rPr lang="en-US" sz="1500"/>
              <a:t>Running different processes that consume resources such as CPU, Memory, server etc. </a:t>
            </a:r>
            <a:endParaRPr/>
          </a:p>
        </p:txBody>
      </p:sp>
      <p:sp>
        <p:nvSpPr>
          <p:cNvPr id="376" name="Google Shape;376;p1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77" name="Google Shape;377;p16"/>
          <p:cNvPicPr preferRelativeResize="0"/>
          <p:nvPr/>
        </p:nvPicPr>
        <p:blipFill rotWithShape="1">
          <a:blip r:embed="rId3">
            <a:alphaModFix/>
          </a:blip>
          <a:srcRect b="0" l="0" r="0" t="0"/>
          <a:stretch/>
        </p:blipFill>
        <p:spPr>
          <a:xfrm>
            <a:off x="10932368" y="5733256"/>
            <a:ext cx="1259632" cy="112474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17"/>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Test-Driven Development (TDD)</a:t>
            </a:r>
            <a:endParaRPr/>
          </a:p>
        </p:txBody>
      </p:sp>
      <p:sp>
        <p:nvSpPr>
          <p:cNvPr id="383" name="Google Shape;383;p17"/>
          <p:cNvSpPr txBox="1"/>
          <p:nvPr>
            <p:ph idx="1" type="body"/>
          </p:nvPr>
        </p:nvSpPr>
        <p:spPr>
          <a:xfrm>
            <a:off x="1122817" y="2494624"/>
            <a:ext cx="8825700" cy="3926100"/>
          </a:xfrm>
          <a:prstGeom prst="rect">
            <a:avLst/>
          </a:prstGeom>
          <a:noFill/>
          <a:ln>
            <a:noFill/>
          </a:ln>
        </p:spPr>
        <p:txBody>
          <a:bodyPr anchorCtr="0" anchor="t" bIns="45700" lIns="91425" spcFirstLastPara="1" rIns="91425" wrap="square" tIns="45700">
            <a:normAutofit fontScale="92500" lnSpcReduction="20000"/>
          </a:bodyPr>
          <a:lstStyle/>
          <a:p>
            <a:pPr indent="-336042" lvl="0" marL="342900" rtl="0" algn="l">
              <a:lnSpc>
                <a:spcPct val="100000"/>
              </a:lnSpc>
              <a:spcBef>
                <a:spcPts val="0"/>
              </a:spcBef>
              <a:spcAft>
                <a:spcPts val="0"/>
              </a:spcAft>
              <a:buSzPct val="79999"/>
              <a:buChar char="►"/>
            </a:pPr>
            <a:r>
              <a:rPr lang="en-US"/>
              <a:t>First write the tests, then do the design/implementation</a:t>
            </a:r>
            <a:endParaRPr/>
          </a:p>
          <a:p>
            <a:pPr indent="-336042" lvl="0" marL="342900" rtl="0" algn="l">
              <a:lnSpc>
                <a:spcPct val="100000"/>
              </a:lnSpc>
              <a:spcBef>
                <a:spcPts val="1000"/>
              </a:spcBef>
              <a:spcAft>
                <a:spcPts val="0"/>
              </a:spcAft>
              <a:buSzPct val="79999"/>
              <a:buChar char="►"/>
            </a:pPr>
            <a:r>
              <a:rPr lang="en-US"/>
              <a:t>Part of agile approaches like XP</a:t>
            </a:r>
            <a:endParaRPr/>
          </a:p>
          <a:p>
            <a:pPr indent="-336042" lvl="0" marL="342900" rtl="0" algn="l">
              <a:lnSpc>
                <a:spcPct val="100000"/>
              </a:lnSpc>
              <a:spcBef>
                <a:spcPts val="1000"/>
              </a:spcBef>
              <a:spcAft>
                <a:spcPts val="0"/>
              </a:spcAft>
              <a:buSzPct val="79999"/>
              <a:buChar char="►"/>
            </a:pPr>
            <a:r>
              <a:rPr lang="en-US"/>
              <a:t>Supported by tools, eg. JUnit</a:t>
            </a:r>
            <a:endParaRPr/>
          </a:p>
          <a:p>
            <a:pPr indent="-336042" lvl="0" marL="342900" rtl="0" algn="l">
              <a:lnSpc>
                <a:spcPct val="100000"/>
              </a:lnSpc>
              <a:spcBef>
                <a:spcPts val="1000"/>
              </a:spcBef>
              <a:spcAft>
                <a:spcPts val="0"/>
              </a:spcAft>
              <a:buSzPct val="79999"/>
              <a:buChar char="►"/>
            </a:pPr>
            <a:r>
              <a:rPr lang="en-US"/>
              <a:t>Is more than a mere test technique; it subsumes part of the design work</a:t>
            </a:r>
            <a:endParaRPr/>
          </a:p>
          <a:p>
            <a:pPr indent="-258318" lvl="0" marL="342900" rtl="0" algn="l">
              <a:lnSpc>
                <a:spcPct val="100000"/>
              </a:lnSpc>
              <a:spcBef>
                <a:spcPts val="1000"/>
              </a:spcBef>
              <a:spcAft>
                <a:spcPts val="0"/>
              </a:spcAft>
              <a:buSzPct val="79999"/>
              <a:buNone/>
            </a:pPr>
            <a:r>
              <a:t/>
            </a:r>
            <a:endParaRPr/>
          </a:p>
          <a:p>
            <a:pPr indent="0" lvl="0" marL="0" rtl="0" algn="l">
              <a:lnSpc>
                <a:spcPct val="100000"/>
              </a:lnSpc>
              <a:spcBef>
                <a:spcPts val="1000"/>
              </a:spcBef>
              <a:spcAft>
                <a:spcPts val="0"/>
              </a:spcAft>
              <a:buSzPct val="79999"/>
              <a:buNone/>
            </a:pPr>
            <a:r>
              <a:rPr b="1" lang="en-US" u="sng"/>
              <a:t>Steps of TDD</a:t>
            </a:r>
            <a:endParaRPr/>
          </a:p>
          <a:p>
            <a:pPr indent="-336042" lvl="0" marL="342900" rtl="0" algn="l">
              <a:lnSpc>
                <a:spcPct val="100000"/>
              </a:lnSpc>
              <a:spcBef>
                <a:spcPts val="1000"/>
              </a:spcBef>
              <a:spcAft>
                <a:spcPts val="0"/>
              </a:spcAft>
              <a:buSzPct val="79999"/>
              <a:buFont typeface="Century Gothic"/>
              <a:buAutoNum type="arabicPeriod"/>
            </a:pPr>
            <a:r>
              <a:rPr lang="en-US"/>
              <a:t>Add a test</a:t>
            </a:r>
            <a:endParaRPr/>
          </a:p>
          <a:p>
            <a:pPr indent="-336042" lvl="0" marL="342900" rtl="0" algn="l">
              <a:lnSpc>
                <a:spcPct val="100000"/>
              </a:lnSpc>
              <a:spcBef>
                <a:spcPts val="1000"/>
              </a:spcBef>
              <a:spcAft>
                <a:spcPts val="0"/>
              </a:spcAft>
              <a:buSzPct val="79999"/>
              <a:buFont typeface="Century Gothic"/>
              <a:buAutoNum type="arabicPeriod"/>
            </a:pPr>
            <a:r>
              <a:rPr lang="en-US"/>
              <a:t>Run all tests, and see that the system fails</a:t>
            </a:r>
            <a:endParaRPr/>
          </a:p>
          <a:p>
            <a:pPr indent="-336042" lvl="0" marL="342900" rtl="0" algn="l">
              <a:lnSpc>
                <a:spcPct val="100000"/>
              </a:lnSpc>
              <a:spcBef>
                <a:spcPts val="1000"/>
              </a:spcBef>
              <a:spcAft>
                <a:spcPts val="0"/>
              </a:spcAft>
              <a:buSzPct val="79999"/>
              <a:buFont typeface="Century Gothic"/>
              <a:buAutoNum type="arabicPeriod"/>
            </a:pPr>
            <a:r>
              <a:rPr lang="en-US"/>
              <a:t>Make a small change to make the test work</a:t>
            </a:r>
            <a:endParaRPr/>
          </a:p>
          <a:p>
            <a:pPr indent="-336042" lvl="0" marL="342900" rtl="0" algn="l">
              <a:lnSpc>
                <a:spcPct val="100000"/>
              </a:lnSpc>
              <a:spcBef>
                <a:spcPts val="1000"/>
              </a:spcBef>
              <a:spcAft>
                <a:spcPts val="0"/>
              </a:spcAft>
              <a:buSzPct val="79999"/>
              <a:buFont typeface="Century Gothic"/>
              <a:buAutoNum type="arabicPeriod"/>
            </a:pPr>
            <a:r>
              <a:rPr lang="en-US"/>
              <a:t>Run all tests again, and see they all run properly</a:t>
            </a:r>
            <a:endParaRPr/>
          </a:p>
          <a:p>
            <a:pPr indent="-336042" lvl="0" marL="342900" rtl="0" algn="l">
              <a:lnSpc>
                <a:spcPct val="100000"/>
              </a:lnSpc>
              <a:spcBef>
                <a:spcPts val="1000"/>
              </a:spcBef>
              <a:spcAft>
                <a:spcPts val="0"/>
              </a:spcAft>
              <a:buSzPct val="79999"/>
              <a:buFont typeface="Century Gothic"/>
              <a:buAutoNum type="arabicPeriod"/>
            </a:pPr>
            <a:r>
              <a:rPr lang="en-US"/>
              <a:t>Refactor the system to improve its design and remove redundancies</a:t>
            </a:r>
            <a:endParaRPr/>
          </a:p>
          <a:p>
            <a:pPr indent="-258318" lvl="0" marL="342900" rtl="0" algn="l">
              <a:lnSpc>
                <a:spcPct val="100000"/>
              </a:lnSpc>
              <a:spcBef>
                <a:spcPts val="1000"/>
              </a:spcBef>
              <a:spcAft>
                <a:spcPts val="0"/>
              </a:spcAft>
              <a:buSzPct val="79999"/>
              <a:buNone/>
            </a:pPr>
            <a:r>
              <a:t/>
            </a:r>
            <a:endParaRPr/>
          </a:p>
        </p:txBody>
      </p:sp>
      <p:sp>
        <p:nvSpPr>
          <p:cNvPr id="384" name="Google Shape;384;p1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85" name="Google Shape;385;p17"/>
          <p:cNvPicPr preferRelativeResize="0"/>
          <p:nvPr/>
        </p:nvPicPr>
        <p:blipFill rotWithShape="1">
          <a:blip r:embed="rId3">
            <a:alphaModFix/>
          </a:blip>
          <a:srcRect b="0" l="0" r="0" t="0"/>
          <a:stretch/>
        </p:blipFill>
        <p:spPr>
          <a:xfrm>
            <a:off x="10722458" y="5448584"/>
            <a:ext cx="1259632" cy="112474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18"/>
          <p:cNvSpPr/>
          <p:nvPr/>
        </p:nvSpPr>
        <p:spPr>
          <a:xfrm>
            <a:off x="4304487" y="2967335"/>
            <a:ext cx="3583032" cy="1005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accent1"/>
                </a:solidFill>
                <a:latin typeface="Century Gothic"/>
                <a:ea typeface="Century Gothic"/>
                <a:cs typeface="Century Gothic"/>
                <a:sym typeface="Century Gothic"/>
              </a:rPr>
              <a:t>Thank you</a:t>
            </a:r>
            <a:endParaRPr b="0" i="0" sz="5400" u="none" cap="none" strike="noStrike">
              <a:solidFill>
                <a:schemeClr val="accent1"/>
              </a:solidFill>
              <a:latin typeface="Century Gothic"/>
              <a:ea typeface="Century Gothic"/>
              <a:cs typeface="Century Gothic"/>
              <a:sym typeface="Century Gothic"/>
            </a:endParaRPr>
          </a:p>
        </p:txBody>
      </p:sp>
      <p:sp>
        <p:nvSpPr>
          <p:cNvPr id="392" name="Google Shape;392;p1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93" name="Google Shape;393;p18"/>
          <p:cNvPicPr preferRelativeResize="0"/>
          <p:nvPr/>
        </p:nvPicPr>
        <p:blipFill rotWithShape="1">
          <a:blip r:embed="rId3">
            <a:alphaModFix/>
          </a:blip>
          <a:srcRect b="0" l="0" r="0" t="0"/>
          <a:stretch/>
        </p:blipFill>
        <p:spPr>
          <a:xfrm>
            <a:off x="10670700" y="5258804"/>
            <a:ext cx="1259632" cy="112474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Ion Boardroom">
  <a:themeElements>
    <a:clrScheme name="Ion Boardroom">
      <a:dk1>
        <a:srgbClr val="000000"/>
      </a:dk1>
      <a:lt1>
        <a:srgbClr val="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2018-11-19T06:37:20Z</dcterms:created>
  <dc:creator>Muhammad Iqbal Hossain</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d489804d17024ad89c7c1553690dc5dc</vt:lpwstr>
  </property>
</Properties>
</file>
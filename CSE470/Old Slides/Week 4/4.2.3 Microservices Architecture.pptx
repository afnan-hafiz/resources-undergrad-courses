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fcaa2c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bfcaa2c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bfcaa2c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bfcaa2c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bfcaa2c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bfcaa2c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bfcaa2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bfcaa2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bfcaa2c0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bfcaa2c0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bfcaa2c0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bfcaa2c0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bfcaa2c0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bfcaa2c0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382400" y="3774475"/>
            <a:ext cx="6379200" cy="7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/>
              <a:t>Microservices</a:t>
            </a:r>
            <a:r>
              <a:rPr lang="en" sz="3780"/>
              <a:t> Architecture</a:t>
            </a:r>
            <a:endParaRPr sz="378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ftware-engineering-5b4daa8bab12ae7f4848c482.jp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8" cy="35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2136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Microservice Architecture?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213600" y="2002175"/>
            <a:ext cx="54204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design approach where a single application is built as a suite of small, independent services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service run at its own process and communicates via lightweight mechanism (e.g., API)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Focuses on modularity, scalability and flexibility</a:t>
            </a:r>
            <a:endParaRPr sz="16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000" y="2734038"/>
            <a:ext cx="3510000" cy="240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2003" y="509300"/>
            <a:ext cx="741999" cy="7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 VS Monolithic Architecture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5632500" cy="26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78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Monolithic Architecture: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Single codebase for entire app. 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Tightly coupled components.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Scaling requires to work on the whole app. 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Hard to adopt new tech.</a:t>
            </a:r>
            <a:endParaRPr sz="2250"/>
          </a:p>
          <a:p>
            <a:pPr indent="-3178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Microservices: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Multiple independent services. 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Loosely coupled, modular design.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Scale specific services only.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Flexible tech-agnostic (different languages can be used to implement different services)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351" y="2033925"/>
            <a:ext cx="2628500" cy="1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Characteristics of Microservices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7650" y="1908603"/>
            <a:ext cx="76887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Independence</a:t>
            </a:r>
            <a:r>
              <a:rPr lang="en" sz="1600"/>
              <a:t>: Each service is developed, deployed, and scaled independently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Decentralized</a:t>
            </a:r>
            <a:r>
              <a:rPr lang="en" sz="1600"/>
              <a:t>: No central control; services use their own databases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Single Responsibility</a:t>
            </a:r>
            <a:r>
              <a:rPr lang="en" sz="1600"/>
              <a:t>: Each service focuses on a specific business function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Interoperability</a:t>
            </a:r>
            <a:r>
              <a:rPr lang="en" sz="1600"/>
              <a:t>: Services communicate using standard protocols (HTTP, </a:t>
            </a:r>
            <a:r>
              <a:rPr lang="en" sz="1600"/>
              <a:t>Message brokers</a:t>
            </a:r>
            <a:r>
              <a:rPr lang="en" sz="1600"/>
              <a:t> like Apache Kafka)</a:t>
            </a:r>
            <a:endParaRPr sz="1600"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Microservices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2078875"/>
            <a:ext cx="7688700" cy="11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Scalability: </a:t>
            </a:r>
            <a:r>
              <a:rPr lang="en" sz="1600"/>
              <a:t>Scale individual services based on demand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Flexibility</a:t>
            </a:r>
            <a:r>
              <a:rPr b="1" lang="en" sz="1600"/>
              <a:t>:</a:t>
            </a:r>
            <a:r>
              <a:rPr lang="en" sz="1600"/>
              <a:t> Use different technologies for different services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Faster Development:</a:t>
            </a:r>
            <a:r>
              <a:rPr lang="en" sz="1600"/>
              <a:t> Small teams work on separate services in parallel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Resilience:</a:t>
            </a:r>
            <a:r>
              <a:rPr lang="en" sz="1600"/>
              <a:t> Failure in one service </a:t>
            </a:r>
            <a:r>
              <a:rPr lang="en" sz="1600"/>
              <a:t>does not</a:t>
            </a:r>
            <a:r>
              <a:rPr lang="en" sz="1600"/>
              <a:t> affect the entire system</a:t>
            </a:r>
            <a:endParaRPr sz="1600"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of Microservices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2078875"/>
            <a:ext cx="8074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Complexity: </a:t>
            </a:r>
            <a:r>
              <a:rPr lang="en" sz="1600"/>
              <a:t>Managing multiple services increases </a:t>
            </a:r>
            <a:r>
              <a:rPr lang="en" sz="1600"/>
              <a:t>operational </a:t>
            </a:r>
            <a:r>
              <a:rPr lang="en" sz="1600"/>
              <a:t>overhead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Communication:</a:t>
            </a:r>
            <a:r>
              <a:rPr lang="en" sz="1600"/>
              <a:t> Inter-service communication can introduce latency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Infrastructure Cost</a:t>
            </a:r>
            <a:r>
              <a:rPr lang="en" sz="1600"/>
              <a:t>: Independent CI/CD pipelines for each services increases cost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Testing:</a:t>
            </a:r>
            <a:r>
              <a:rPr lang="en" sz="1600"/>
              <a:t> End-to-end testing across services is difficult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Application:</a:t>
            </a:r>
            <a:r>
              <a:rPr lang="en" sz="1600"/>
              <a:t> Only applicable to a </a:t>
            </a:r>
            <a:r>
              <a:rPr lang="en" sz="1600"/>
              <a:t>large</a:t>
            </a:r>
            <a:r>
              <a:rPr lang="en" sz="1600"/>
              <a:t> software with multiple large teams with multiple services. Small companies cannot adopt it due to above mentioned challenges.</a:t>
            </a:r>
            <a:endParaRPr sz="1600"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</a:t>
            </a:r>
            <a:r>
              <a:rPr lang="en"/>
              <a:t>Examples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25225" y="1975875"/>
            <a:ext cx="8520600" cy="23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in </a:t>
            </a:r>
            <a:r>
              <a:rPr b="1" lang="en"/>
              <a:t>2009 </a:t>
            </a:r>
            <a:r>
              <a:rPr lang="en"/>
              <a:t>shifted from Monolithic to Microservices architecture.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most significant shift involved breaking down customer-facing features like </a:t>
            </a:r>
            <a:r>
              <a:rPr b="1" lang="en"/>
              <a:t>sign-up, movie selection, and configuration</a:t>
            </a:r>
            <a:r>
              <a:rPr lang="en"/>
              <a:t> into separate, independent microservices.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completed the core migration to a microservices architecture by </a:t>
            </a:r>
            <a:r>
              <a:rPr b="1" lang="en"/>
              <a:t>2012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now utilizes </a:t>
            </a:r>
            <a:r>
              <a:rPr b="1" lang="en"/>
              <a:t>hundreds </a:t>
            </a:r>
            <a:r>
              <a:rPr lang="en"/>
              <a:t>of microservices to power its streaming platform, enabling </a:t>
            </a:r>
            <a:r>
              <a:rPr b="1" lang="en"/>
              <a:t>high scalability and frequent deployments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Examples: </a:t>
            </a:r>
            <a:r>
              <a:rPr b="1" lang="en"/>
              <a:t>Amazon, Uber, Airbnb</a:t>
            </a:r>
            <a:r>
              <a:rPr lang="en"/>
              <a:t> etc.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1925" y="4141625"/>
            <a:ext cx="1502075" cy="100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800" y="52357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4338" y="3863837"/>
            <a:ext cx="1502075" cy="100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1278" y="4035950"/>
            <a:ext cx="1687539" cy="10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5138" y="3863825"/>
            <a:ext cx="1781095" cy="100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Microservices offer scalability and flexibility but come with complexity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Ideal for large, dynamic systems but require careful design and management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Essential for modern software engineering in distributed environments</a:t>
            </a:r>
            <a:endParaRPr sz="1600"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
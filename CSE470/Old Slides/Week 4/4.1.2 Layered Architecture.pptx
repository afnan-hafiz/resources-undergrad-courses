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g2KSx6+SiS5+AN5O55hHzFOiuL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illSans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1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1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3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" name="Google Shape;37;p13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4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15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1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5" name="Google Shape;65;p1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" name="Google Shape;72;p1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" name="Google Shape;73;p18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4" name="Google Shape;74;p1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3" name="Google Shape;83;p1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4" name="Google Shape;84;p1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1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9" name="Google Shape;99;p2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0" name="Google Shape;100;p21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" name="Google Shape;12;p10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" name="Google Shape;13;p1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/>
              <a:t>CSE 470 – Layered Architecture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Lets recall Monolithic Software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0" y="1371600"/>
            <a:ext cx="4343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end product come at end of the process model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There is no separation of concern (code) of different software components.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All code may be written in a single file with html, sql queries, logic checking etc.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6400800" y="1295400"/>
            <a:ext cx="2380953" cy="1523924"/>
            <a:chOff x="5943600" y="1524000"/>
            <a:chExt cx="2380953" cy="1523924"/>
          </a:xfrm>
        </p:grpSpPr>
        <p:pic>
          <p:nvPicPr>
            <p:cNvPr descr="go.png" id="116" name="Google Shape;1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43600" y="2438400"/>
              <a:ext cx="2380953" cy="609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2"/>
            <p:cNvSpPr txBox="1"/>
            <p:nvPr/>
          </p:nvSpPr>
          <p:spPr>
            <a:xfrm>
              <a:off x="6172200" y="1524000"/>
              <a:ext cx="1981200" cy="923330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Customer Screen, Browser, Keyboard input</a:t>
              </a:r>
              <a:endParaRPr b="1" i="0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5858171" y="3048000"/>
            <a:ext cx="3285829" cy="1456730"/>
            <a:chOff x="2667000" y="3048000"/>
            <a:chExt cx="3285829" cy="1456730"/>
          </a:xfrm>
        </p:grpSpPr>
        <p:pic>
          <p:nvPicPr>
            <p:cNvPr descr="bus.png" id="119" name="Google Shape;11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81400" y="3048000"/>
              <a:ext cx="2371429" cy="628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2"/>
            <p:cNvSpPr txBox="1"/>
            <p:nvPr/>
          </p:nvSpPr>
          <p:spPr>
            <a:xfrm>
              <a:off x="2667000" y="3581400"/>
              <a:ext cx="2438400" cy="923330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Operation on data – validate, aggregate, calculate</a:t>
              </a:r>
              <a:endParaRPr b="1" i="0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4038600" y="2286000"/>
            <a:ext cx="2371429" cy="1103531"/>
            <a:chOff x="6553200" y="3124200"/>
            <a:chExt cx="2371429" cy="1103531"/>
          </a:xfrm>
        </p:grpSpPr>
        <p:pic>
          <p:nvPicPr>
            <p:cNvPr descr="new.png" id="122" name="Google Shape;122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53200" y="3124200"/>
              <a:ext cx="2371429" cy="571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 txBox="1"/>
            <p:nvPr/>
          </p:nvSpPr>
          <p:spPr>
            <a:xfrm>
              <a:off x="6705600" y="3581400"/>
              <a:ext cx="2057400" cy="646331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Read/ write data on the storage</a:t>
              </a:r>
              <a:endParaRPr b="1" i="0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3962400" y="4495800"/>
            <a:ext cx="3276600" cy="1179731"/>
            <a:chOff x="5029200" y="4343400"/>
            <a:chExt cx="3276600" cy="1179731"/>
          </a:xfrm>
        </p:grpSpPr>
        <p:pic>
          <p:nvPicPr>
            <p:cNvPr descr="dat.png" id="125" name="Google Shape;125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29200" y="4343400"/>
              <a:ext cx="2257143" cy="571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2"/>
            <p:cNvSpPr txBox="1"/>
            <p:nvPr/>
          </p:nvSpPr>
          <p:spPr>
            <a:xfrm>
              <a:off x="6324600" y="4876800"/>
              <a:ext cx="1981200" cy="646331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Actual residence of data</a:t>
              </a:r>
              <a:endParaRPr b="1" i="0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descr="brac.png" id="127" name="Google Shape;12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 txBox="1"/>
          <p:nvPr>
            <p:ph idx="1" type="body"/>
          </p:nvPr>
        </p:nvSpPr>
        <p:spPr>
          <a:xfrm>
            <a:off x="2209800" y="3733800"/>
            <a:ext cx="4953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No separation between components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Changing a component affects other components. For example – What if I want to change the UI from JavaScript to Angular ?</a:t>
            </a:r>
            <a:endParaRPr/>
          </a:p>
          <a:p>
            <a:pPr indent="-15825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pic>
        <p:nvPicPr>
          <p:cNvPr descr="whPmtET.gif"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609600"/>
            <a:ext cx="36195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35" name="Google Shape;13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Layered Architecture</a:t>
            </a:r>
            <a:endParaRPr/>
          </a:p>
        </p:txBody>
      </p:sp>
      <p:sp>
        <p:nvSpPr>
          <p:cNvPr id="141" name="Google Shape;141;p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Organises the system into a set of layers (or abstract machines) each of which provide a set of services.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Supports the incremental development of sub-systems in different layers. When a layer interface changes, only the adjacent layer is affected.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brac.png"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 txBox="1"/>
          <p:nvPr>
            <p:ph idx="1" type="body"/>
          </p:nvPr>
        </p:nvSpPr>
        <p:spPr>
          <a:xfrm>
            <a:off x="0" y="1066800"/>
            <a:ext cx="34290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Organizes the system into layers with related functionality associated with each layer. </a:t>
            </a: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layer provides services to the layer above it so the lowest-level layers represent core services that are likely to be used throughout the system. 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685800"/>
            <a:ext cx="5506420" cy="5030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descr="lay1.PNG" id="156" name="Google Shape;156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914400"/>
            <a:ext cx="61722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0" y="1143000"/>
            <a:ext cx="2895600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Layers can be open or closed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closed layer can only be accessed by the layer above.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change in one layer does not affect others. It provides isolation.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However,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if we want to add a new layer where shared utilities will be provided to be used by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Business Layer.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But, we need to use it sometimes.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rac.png"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descr="lay2.PNG" id="164" name="Google Shape;164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1066800"/>
            <a:ext cx="5953967" cy="487748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 txBox="1"/>
          <p:nvPr/>
        </p:nvSpPr>
        <p:spPr>
          <a:xfrm>
            <a:off x="0" y="1600200"/>
            <a:ext cx="28956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Here comes the concept of open layers.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open can be bypassed by upper layers.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Too many open layers may affect the actual essence of layered architecture.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rac.png"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 !!</a:t>
            </a:r>
            <a:endParaRPr/>
          </a:p>
        </p:txBody>
      </p:sp>
      <p:pic>
        <p:nvPicPr>
          <p:cNvPr descr="lay3.PNG" id="172" name="Google Shape;172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19200"/>
            <a:ext cx="5458194" cy="513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73" name="Google Shape;1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/>
        </p:nvSpPr>
        <p:spPr>
          <a:xfrm>
            <a:off x="228600" y="381000"/>
            <a:ext cx="8257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When Used: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Used when building new facilities on top of existing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the development is spread across several teams with each team responsib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for a layer of functionality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there is a requirement for multi-level security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for instance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, any secured transaction based system)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2438400" y="2209800"/>
            <a:ext cx="6324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Advantages: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Allows  easy replacement or addition of entire layers so long as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interface is maintained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Testing is easy as components are isolated 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304800" y="3657600"/>
            <a:ext cx="7467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Disadvantages: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 practice, providing a clean separation between layers is often difficult and a high-level layer may have to interact directly with lower-level layers rather than through the layer immediately below it. 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Performance can be a problem because of multiple levels of interpretation of a service request as it is processed at each layer.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Parallel processing is not possible (Sequential structure)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AutoNum type="arabicPeriod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Example: OSI model, J2EE/J</a:t>
            </a: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ava 2 Enterprise Edition 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programming model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rac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
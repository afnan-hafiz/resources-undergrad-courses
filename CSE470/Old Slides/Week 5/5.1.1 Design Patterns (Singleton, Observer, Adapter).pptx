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Lst>
  <p:sldSz cy="5143500" cx="9144000"/>
  <p:notesSz cx="6858000" cy="9144000"/>
  <p:embeddedFontLst>
    <p:embeddedFont>
      <p:font typeface="Century Gothic"/>
      <p:regular r:id="rId47"/>
      <p:bold r:id="rId48"/>
      <p:italic r:id="rId49"/>
      <p:boldItalic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51" roundtripDataSignature="AMtx7mgAyaechEkJMrJZPOI8cKDHTK6ac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CenturyGothic-bold.fntdata"/><Relationship Id="rId47" Type="http://schemas.openxmlformats.org/officeDocument/2006/relationships/font" Target="fonts/CenturyGothic-regular.fntdata"/><Relationship Id="rId49" Type="http://schemas.openxmlformats.org/officeDocument/2006/relationships/font" Target="fonts/CenturyGothic-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customschemas.google.com/relationships/presentationmetadata" Target="metadata"/><Relationship Id="rId50" Type="http://schemas.openxmlformats.org/officeDocument/2006/relationships/font" Target="fonts/CenturyGothic-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 name="Google Shape;15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c4f125a95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g2c4f125a958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c4f125a95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g2c4f125a958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c4f125a958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 name="Google Shape;186;g2c4f125a958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4b7e88452c_0_4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4b7e88452c_0_4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2c5b7793c6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 name="Google Shape;205;g2c5b7793c60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2c5b7793c6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3" name="Google Shape;213;g2c5b7793c60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8: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1" name="Google Shape;22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9" name="Google Shape;22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8" name="Google Shape;23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5" name="Google Shape;24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2" name="Google Shape;25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9" name="Google Shape;25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761d991d44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7" name="Google Shape;267;g3761d991d44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761d991d44_1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g3761d991d44_1_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9" name="Google Shape;279;g3761d991d44_1_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761d991d44_1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6" name="Google Shape;286;g3761d991d44_1_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7" name="Google Shape;287;g3761d991d44_1_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761d991d44_1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761d991d44_1_2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g3761d991d44_1_27: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761d991d44_1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g3761d991d44_1_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g3761d991d44_1_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761d991d44_1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4" name="Google Shape;314;g3761d991d44_1_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5" name="Google Shape;315;g3761d991d44_1_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761d991d44_1_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2" name="Google Shape;322;g3761d991d44_1_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761d991d44_1_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g3761d991d44_1_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761d991d44_1_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9" name="Google Shape;339;g3761d991d44_1_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761d991d44_1_7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8" name="Google Shape;348;g3761d991d44_1_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761d991d44_1_8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7" name="Google Shape;357;g3761d991d44_1_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761d991d44_1_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5" name="Google Shape;365;g3761d991d44_1_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761d991d44_1_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4" name="Google Shape;374;g3761d991d44_1_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761d991d44_1_10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2" name="Google Shape;382;g3761d991d44_1_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761d991d44_1_1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0" name="Google Shape;390;g3761d991d44_1_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761d991d44_1_1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0" name="Google Shape;400;g3761d991d44_1_1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761d991d44_1_1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8" name="Google Shape;408;g3761d991d44_1_1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761d991d44_1_1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9" name="Google Shape;419;g3761d991d44_1_1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761d991d44_1_1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9" name="Google Shape;429;g3761d991d44_1_1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761d991d44_1_1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g3761d991d44_1_1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3761d991d44_1_1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5" name="Google Shape;455;g3761d991d44_1_1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3761d991d44_1_1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3" name="Google Shape;463;g3761d991d44_1_1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761d991d44_1_1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2" name="Google Shape;472;g3761d991d44_1_1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761d991d44_1_19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4" name="Google Shape;484;g3761d991d44_1_1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g3761d991d44_1_1410"/>
          <p:cNvSpPr txBox="1"/>
          <p:nvPr>
            <p:ph type="ctrTitle"/>
          </p:nvPr>
        </p:nvSpPr>
        <p:spPr>
          <a:xfrm>
            <a:off x="866442" y="1085851"/>
            <a:ext cx="6621000" cy="2497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lt2"/>
              </a:buClr>
              <a:buSzPts val="7200"/>
              <a:buFont typeface="Century Gothic"/>
              <a:buNone/>
              <a:defRPr sz="7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g3761d991d44_1_1410"/>
          <p:cNvSpPr txBox="1"/>
          <p:nvPr>
            <p:ph idx="1" type="subTitle"/>
          </p:nvPr>
        </p:nvSpPr>
        <p:spPr>
          <a:xfrm>
            <a:off x="866442" y="3583035"/>
            <a:ext cx="6621000" cy="6462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1000"/>
              </a:spcBef>
              <a:spcAft>
                <a:spcPts val="0"/>
              </a:spcAft>
              <a:buSzPts val="1600"/>
              <a:buNone/>
              <a:defRPr cap="none">
                <a:solidFill>
                  <a:srgbClr val="86D1D8"/>
                </a:solidFill>
              </a:defRPr>
            </a:lvl1pPr>
            <a:lvl2pPr lvl="1" algn="ctr">
              <a:lnSpc>
                <a:spcPct val="100000"/>
              </a:lnSpc>
              <a:spcBef>
                <a:spcPts val="1000"/>
              </a:spcBef>
              <a:spcAft>
                <a:spcPts val="0"/>
              </a:spcAft>
              <a:buSzPts val="1440"/>
              <a:buNone/>
              <a:defRPr>
                <a:solidFill>
                  <a:schemeClr val="lt1"/>
                </a:solidFill>
              </a:defRPr>
            </a:lvl2pPr>
            <a:lvl3pPr lvl="2" algn="ctr">
              <a:lnSpc>
                <a:spcPct val="100000"/>
              </a:lnSpc>
              <a:spcBef>
                <a:spcPts val="1000"/>
              </a:spcBef>
              <a:spcAft>
                <a:spcPts val="0"/>
              </a:spcAft>
              <a:buSzPts val="1280"/>
              <a:buNone/>
              <a:defRPr>
                <a:solidFill>
                  <a:schemeClr val="lt1"/>
                </a:solidFill>
              </a:defRPr>
            </a:lvl3pPr>
            <a:lvl4pPr lvl="3" algn="ctr">
              <a:lnSpc>
                <a:spcPct val="100000"/>
              </a:lnSpc>
              <a:spcBef>
                <a:spcPts val="1000"/>
              </a:spcBef>
              <a:spcAft>
                <a:spcPts val="0"/>
              </a:spcAft>
              <a:buSzPts val="1120"/>
              <a:buNone/>
              <a:defRPr>
                <a:solidFill>
                  <a:schemeClr val="lt1"/>
                </a:solidFill>
              </a:defRPr>
            </a:lvl4pPr>
            <a:lvl5pPr lvl="4" algn="ctr">
              <a:lnSpc>
                <a:spcPct val="100000"/>
              </a:lnSpc>
              <a:spcBef>
                <a:spcPts val="1000"/>
              </a:spcBef>
              <a:spcAft>
                <a:spcPts val="0"/>
              </a:spcAft>
              <a:buSzPts val="1120"/>
              <a:buNone/>
              <a:defRPr>
                <a:solidFill>
                  <a:schemeClr val="lt1"/>
                </a:solidFill>
              </a:defRPr>
            </a:lvl5pPr>
            <a:lvl6pPr lvl="5" algn="ctr">
              <a:lnSpc>
                <a:spcPct val="100000"/>
              </a:lnSpc>
              <a:spcBef>
                <a:spcPts val="1000"/>
              </a:spcBef>
              <a:spcAft>
                <a:spcPts val="0"/>
              </a:spcAft>
              <a:buSzPts val="1120"/>
              <a:buNone/>
              <a:defRPr>
                <a:solidFill>
                  <a:schemeClr val="lt1"/>
                </a:solidFill>
              </a:defRPr>
            </a:lvl6pPr>
            <a:lvl7pPr lvl="6" algn="ctr">
              <a:lnSpc>
                <a:spcPct val="100000"/>
              </a:lnSpc>
              <a:spcBef>
                <a:spcPts val="1000"/>
              </a:spcBef>
              <a:spcAft>
                <a:spcPts val="0"/>
              </a:spcAft>
              <a:buSzPts val="1120"/>
              <a:buNone/>
              <a:defRPr>
                <a:solidFill>
                  <a:schemeClr val="lt1"/>
                </a:solidFill>
              </a:defRPr>
            </a:lvl7pPr>
            <a:lvl8pPr lvl="7" algn="ctr">
              <a:lnSpc>
                <a:spcPct val="100000"/>
              </a:lnSpc>
              <a:spcBef>
                <a:spcPts val="1000"/>
              </a:spcBef>
              <a:spcAft>
                <a:spcPts val="0"/>
              </a:spcAft>
              <a:buSzPts val="1120"/>
              <a:buNone/>
              <a:defRPr>
                <a:solidFill>
                  <a:schemeClr val="lt1"/>
                </a:solidFill>
              </a:defRPr>
            </a:lvl8pPr>
            <a:lvl9pPr lvl="8" algn="ctr">
              <a:lnSpc>
                <a:spcPct val="100000"/>
              </a:lnSpc>
              <a:spcBef>
                <a:spcPts val="1000"/>
              </a:spcBef>
              <a:spcAft>
                <a:spcPts val="0"/>
              </a:spcAft>
              <a:buSzPts val="1120"/>
              <a:buNone/>
              <a:defRPr>
                <a:solidFill>
                  <a:schemeClr val="lt1"/>
                </a:solidFill>
              </a:defRPr>
            </a:lvl9pPr>
          </a:lstStyle>
          <a:p/>
        </p:txBody>
      </p:sp>
      <p:sp>
        <p:nvSpPr>
          <p:cNvPr id="20" name="Google Shape;20;g3761d991d44_1_1410"/>
          <p:cNvSpPr txBox="1"/>
          <p:nvPr>
            <p:ph idx="10" type="dt"/>
          </p:nvPr>
        </p:nvSpPr>
        <p:spPr>
          <a:xfrm rot="5400000">
            <a:off x="7618918" y="1342951"/>
            <a:ext cx="742800" cy="2286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g3761d991d44_1_1410"/>
          <p:cNvSpPr txBox="1"/>
          <p:nvPr>
            <p:ph idx="11" type="ftr"/>
          </p:nvPr>
        </p:nvSpPr>
        <p:spPr>
          <a:xfrm rot="5400000">
            <a:off x="6715913" y="2418903"/>
            <a:ext cx="2894700" cy="2286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g3761d991d44_1_1410"/>
          <p:cNvSpPr txBox="1"/>
          <p:nvPr>
            <p:ph idx="12" type="sldNum"/>
          </p:nvPr>
        </p:nvSpPr>
        <p:spPr>
          <a:xfrm>
            <a:off x="7766431" y="221802"/>
            <a:ext cx="628800" cy="575700"/>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g3761d991d44_1_1416"/>
          <p:cNvSpPr txBox="1"/>
          <p:nvPr>
            <p:ph type="title"/>
          </p:nvPr>
        </p:nvSpPr>
        <p:spPr>
          <a:xfrm>
            <a:off x="484710" y="339539"/>
            <a:ext cx="7055400" cy="10503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l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g3761d991d44_1_1416"/>
          <p:cNvSpPr txBox="1"/>
          <p:nvPr>
            <p:ph idx="1" type="body"/>
          </p:nvPr>
        </p:nvSpPr>
        <p:spPr>
          <a:xfrm>
            <a:off x="827700" y="1539694"/>
            <a:ext cx="6711600" cy="3146700"/>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39" lvl="2" marL="1371600" algn="l">
              <a:lnSpc>
                <a:spcPct val="100000"/>
              </a:lnSpc>
              <a:spcBef>
                <a:spcPts val="1000"/>
              </a:spcBef>
              <a:spcAft>
                <a:spcPts val="0"/>
              </a:spcAft>
              <a:buSzPts val="1440"/>
              <a:buChar char="►"/>
              <a:defRPr/>
            </a:lvl3pPr>
            <a:lvl4pPr indent="-320039" lvl="3" marL="1828800" algn="l">
              <a:lnSpc>
                <a:spcPct val="100000"/>
              </a:lnSpc>
              <a:spcBef>
                <a:spcPts val="1000"/>
              </a:spcBef>
              <a:spcAft>
                <a:spcPts val="0"/>
              </a:spcAft>
              <a:buSzPts val="1440"/>
              <a:buChar char="►"/>
              <a:defRPr/>
            </a:lvl4pPr>
            <a:lvl5pPr indent="-320039" lvl="4" marL="2286000" algn="l">
              <a:lnSpc>
                <a:spcPct val="100000"/>
              </a:lnSpc>
              <a:spcBef>
                <a:spcPts val="1000"/>
              </a:spcBef>
              <a:spcAft>
                <a:spcPts val="0"/>
              </a:spcAft>
              <a:buSzPts val="1440"/>
              <a:buChar char="►"/>
              <a:defRPr/>
            </a:lvl5pPr>
            <a:lvl6pPr indent="-320039" lvl="5" marL="2743200" algn="l">
              <a:lnSpc>
                <a:spcPct val="100000"/>
              </a:lnSpc>
              <a:spcBef>
                <a:spcPts val="1000"/>
              </a:spcBef>
              <a:spcAft>
                <a:spcPts val="0"/>
              </a:spcAft>
              <a:buSzPts val="1440"/>
              <a:buChar char="►"/>
              <a:defRPr/>
            </a:lvl6pPr>
            <a:lvl7pPr indent="-320039"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26" name="Google Shape;26;g3761d991d44_1_1416"/>
          <p:cNvSpPr txBox="1"/>
          <p:nvPr>
            <p:ph idx="10" type="dt"/>
          </p:nvPr>
        </p:nvSpPr>
        <p:spPr>
          <a:xfrm rot="5400000">
            <a:off x="7618918" y="1342951"/>
            <a:ext cx="742800" cy="2286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g3761d991d44_1_1416"/>
          <p:cNvSpPr txBox="1"/>
          <p:nvPr>
            <p:ph idx="11" type="ftr"/>
          </p:nvPr>
        </p:nvSpPr>
        <p:spPr>
          <a:xfrm rot="5400000">
            <a:off x="6715913" y="2418903"/>
            <a:ext cx="2894700" cy="2286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g3761d991d44_1_1416"/>
          <p:cNvSpPr txBox="1"/>
          <p:nvPr>
            <p:ph idx="12" type="sldNum"/>
          </p:nvPr>
        </p:nvSpPr>
        <p:spPr>
          <a:xfrm>
            <a:off x="7766431" y="221802"/>
            <a:ext cx="628800" cy="575700"/>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sp>
        <p:nvSpPr>
          <p:cNvPr id="30" name="Google Shape;30;g3761d991d44_1_1422"/>
          <p:cNvSpPr txBox="1"/>
          <p:nvPr>
            <p:ph type="title"/>
          </p:nvPr>
        </p:nvSpPr>
        <p:spPr>
          <a:xfrm>
            <a:off x="866443" y="2146300"/>
            <a:ext cx="6621000" cy="14367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lt2"/>
              </a:buClr>
              <a:buSzPts val="4000"/>
              <a:buFont typeface="Century Gothic"/>
              <a:buNone/>
              <a:defRPr b="0"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g3761d991d44_1_1422"/>
          <p:cNvSpPr txBox="1"/>
          <p:nvPr>
            <p:ph idx="1" type="body"/>
          </p:nvPr>
        </p:nvSpPr>
        <p:spPr>
          <a:xfrm>
            <a:off x="866442" y="3583036"/>
            <a:ext cx="6621000" cy="6453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600"/>
              <a:buNone/>
              <a:defRPr sz="2000" cap="none">
                <a:solidFill>
                  <a:srgbClr val="86D1D8"/>
                </a:solidFill>
              </a:defRPr>
            </a:lvl1pPr>
            <a:lvl2pPr indent="-228600" lvl="1" marL="914400" algn="l">
              <a:lnSpc>
                <a:spcPct val="100000"/>
              </a:lnSpc>
              <a:spcBef>
                <a:spcPts val="1000"/>
              </a:spcBef>
              <a:spcAft>
                <a:spcPts val="0"/>
              </a:spcAft>
              <a:buSzPts val="1440"/>
              <a:buNone/>
              <a:defRPr sz="1800">
                <a:solidFill>
                  <a:schemeClr val="lt1"/>
                </a:solidFill>
              </a:defRPr>
            </a:lvl2pPr>
            <a:lvl3pPr indent="-228600" lvl="2" marL="1371600" algn="l">
              <a:lnSpc>
                <a:spcPct val="100000"/>
              </a:lnSpc>
              <a:spcBef>
                <a:spcPts val="1000"/>
              </a:spcBef>
              <a:spcAft>
                <a:spcPts val="0"/>
              </a:spcAft>
              <a:buSzPts val="1280"/>
              <a:buNone/>
              <a:defRPr sz="1600">
                <a:solidFill>
                  <a:schemeClr val="lt1"/>
                </a:solidFill>
              </a:defRPr>
            </a:lvl3pPr>
            <a:lvl4pPr indent="-228600" lvl="3" marL="1828800" algn="l">
              <a:lnSpc>
                <a:spcPct val="100000"/>
              </a:lnSpc>
              <a:spcBef>
                <a:spcPts val="1000"/>
              </a:spcBef>
              <a:spcAft>
                <a:spcPts val="0"/>
              </a:spcAft>
              <a:buSzPts val="1120"/>
              <a:buNone/>
              <a:defRPr sz="1400">
                <a:solidFill>
                  <a:schemeClr val="lt1"/>
                </a:solidFill>
              </a:defRPr>
            </a:lvl4pPr>
            <a:lvl5pPr indent="-228600" lvl="4" marL="2286000" algn="l">
              <a:lnSpc>
                <a:spcPct val="100000"/>
              </a:lnSpc>
              <a:spcBef>
                <a:spcPts val="1000"/>
              </a:spcBef>
              <a:spcAft>
                <a:spcPts val="0"/>
              </a:spcAft>
              <a:buSzPts val="1120"/>
              <a:buNone/>
              <a:defRPr sz="1400">
                <a:solidFill>
                  <a:schemeClr val="lt1"/>
                </a:solidFill>
              </a:defRPr>
            </a:lvl5pPr>
            <a:lvl6pPr indent="-228600" lvl="5" marL="2743200" algn="l">
              <a:lnSpc>
                <a:spcPct val="100000"/>
              </a:lnSpc>
              <a:spcBef>
                <a:spcPts val="1000"/>
              </a:spcBef>
              <a:spcAft>
                <a:spcPts val="0"/>
              </a:spcAft>
              <a:buSzPts val="1120"/>
              <a:buNone/>
              <a:defRPr sz="1400">
                <a:solidFill>
                  <a:schemeClr val="lt1"/>
                </a:solidFill>
              </a:defRPr>
            </a:lvl6pPr>
            <a:lvl7pPr indent="-228600" lvl="6" marL="3200400" algn="l">
              <a:lnSpc>
                <a:spcPct val="100000"/>
              </a:lnSpc>
              <a:spcBef>
                <a:spcPts val="1000"/>
              </a:spcBef>
              <a:spcAft>
                <a:spcPts val="0"/>
              </a:spcAft>
              <a:buSzPts val="1120"/>
              <a:buNone/>
              <a:defRPr sz="1400">
                <a:solidFill>
                  <a:schemeClr val="lt1"/>
                </a:solidFill>
              </a:defRPr>
            </a:lvl7pPr>
            <a:lvl8pPr indent="-228600" lvl="7" marL="3657600" algn="l">
              <a:lnSpc>
                <a:spcPct val="100000"/>
              </a:lnSpc>
              <a:spcBef>
                <a:spcPts val="1000"/>
              </a:spcBef>
              <a:spcAft>
                <a:spcPts val="0"/>
              </a:spcAft>
              <a:buSzPts val="1120"/>
              <a:buNone/>
              <a:defRPr sz="1400">
                <a:solidFill>
                  <a:schemeClr val="lt1"/>
                </a:solidFill>
              </a:defRPr>
            </a:lvl8pPr>
            <a:lvl9pPr indent="-228600" lvl="8" marL="4114800" algn="l">
              <a:lnSpc>
                <a:spcPct val="100000"/>
              </a:lnSpc>
              <a:spcBef>
                <a:spcPts val="1000"/>
              </a:spcBef>
              <a:spcAft>
                <a:spcPts val="0"/>
              </a:spcAft>
              <a:buSzPts val="1120"/>
              <a:buNone/>
              <a:defRPr sz="1400">
                <a:solidFill>
                  <a:schemeClr val="lt1"/>
                </a:solidFill>
              </a:defRPr>
            </a:lvl9pPr>
          </a:lstStyle>
          <a:p/>
        </p:txBody>
      </p:sp>
      <p:sp>
        <p:nvSpPr>
          <p:cNvPr id="32" name="Google Shape;32;g3761d991d44_1_1422"/>
          <p:cNvSpPr txBox="1"/>
          <p:nvPr>
            <p:ph idx="10" type="dt"/>
          </p:nvPr>
        </p:nvSpPr>
        <p:spPr>
          <a:xfrm rot="5400000">
            <a:off x="7618918" y="1342951"/>
            <a:ext cx="742800" cy="2286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g3761d991d44_1_1422"/>
          <p:cNvSpPr txBox="1"/>
          <p:nvPr>
            <p:ph idx="11" type="ftr"/>
          </p:nvPr>
        </p:nvSpPr>
        <p:spPr>
          <a:xfrm rot="5400000">
            <a:off x="6715913" y="2418903"/>
            <a:ext cx="2894700" cy="2286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g3761d991d44_1_1422"/>
          <p:cNvSpPr txBox="1"/>
          <p:nvPr>
            <p:ph idx="12" type="sldNum"/>
          </p:nvPr>
        </p:nvSpPr>
        <p:spPr>
          <a:xfrm>
            <a:off x="7766431" y="221802"/>
            <a:ext cx="628800" cy="575700"/>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5" name="Shape 35"/>
        <p:cNvGrpSpPr/>
        <p:nvPr/>
      </p:nvGrpSpPr>
      <p:grpSpPr>
        <a:xfrm>
          <a:off x="0" y="0"/>
          <a:ext cx="0" cy="0"/>
          <a:chOff x="0" y="0"/>
          <a:chExt cx="0" cy="0"/>
        </a:xfrm>
      </p:grpSpPr>
      <p:sp>
        <p:nvSpPr>
          <p:cNvPr id="36" name="Google Shape;36;g3761d991d44_1_1428"/>
          <p:cNvSpPr txBox="1"/>
          <p:nvPr>
            <p:ph type="title"/>
          </p:nvPr>
        </p:nvSpPr>
        <p:spPr>
          <a:xfrm>
            <a:off x="484710" y="339539"/>
            <a:ext cx="7055400" cy="10503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l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g3761d991d44_1_1428"/>
          <p:cNvSpPr txBox="1"/>
          <p:nvPr>
            <p:ph idx="1" type="body"/>
          </p:nvPr>
        </p:nvSpPr>
        <p:spPr>
          <a:xfrm>
            <a:off x="827700" y="1545432"/>
            <a:ext cx="3298200" cy="3146700"/>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sz="1800"/>
            </a:lvl1pPr>
            <a:lvl2pPr indent="-309880" lvl="1" marL="914400" algn="l">
              <a:lnSpc>
                <a:spcPct val="100000"/>
              </a:lnSpc>
              <a:spcBef>
                <a:spcPts val="1000"/>
              </a:spcBef>
              <a:spcAft>
                <a:spcPts val="0"/>
              </a:spcAft>
              <a:buSzPts val="1280"/>
              <a:buChar char="►"/>
              <a:defRPr sz="1600"/>
            </a:lvl2pPr>
            <a:lvl3pPr indent="-299719" lvl="2" marL="1371600" algn="l">
              <a:lnSpc>
                <a:spcPct val="100000"/>
              </a:lnSpc>
              <a:spcBef>
                <a:spcPts val="1000"/>
              </a:spcBef>
              <a:spcAft>
                <a:spcPts val="0"/>
              </a:spcAft>
              <a:buSzPts val="1120"/>
              <a:buChar char="►"/>
              <a:defRPr sz="1400"/>
            </a:lvl3pPr>
            <a:lvl4pPr indent="-289560" lvl="3" marL="1828800" algn="l">
              <a:lnSpc>
                <a:spcPct val="100000"/>
              </a:lnSpc>
              <a:spcBef>
                <a:spcPts val="1000"/>
              </a:spcBef>
              <a:spcAft>
                <a:spcPts val="0"/>
              </a:spcAft>
              <a:buSzPts val="960"/>
              <a:buChar char="►"/>
              <a:defRPr sz="1200"/>
            </a:lvl4pPr>
            <a:lvl5pPr indent="-289560" lvl="4" marL="2286000" algn="l">
              <a:lnSpc>
                <a:spcPct val="100000"/>
              </a:lnSpc>
              <a:spcBef>
                <a:spcPts val="1000"/>
              </a:spcBef>
              <a:spcAft>
                <a:spcPts val="0"/>
              </a:spcAft>
              <a:buSzPts val="960"/>
              <a:buChar char="►"/>
              <a:defRPr sz="1200"/>
            </a:lvl5pPr>
            <a:lvl6pPr indent="-289560" lvl="5" marL="2743200" algn="l">
              <a:lnSpc>
                <a:spcPct val="100000"/>
              </a:lnSpc>
              <a:spcBef>
                <a:spcPts val="1000"/>
              </a:spcBef>
              <a:spcAft>
                <a:spcPts val="0"/>
              </a:spcAft>
              <a:buSzPts val="960"/>
              <a:buChar char="►"/>
              <a:defRPr sz="1200"/>
            </a:lvl6pPr>
            <a:lvl7pPr indent="-289560" lvl="6" marL="3200400" algn="l">
              <a:lnSpc>
                <a:spcPct val="100000"/>
              </a:lnSpc>
              <a:spcBef>
                <a:spcPts val="1000"/>
              </a:spcBef>
              <a:spcAft>
                <a:spcPts val="0"/>
              </a:spcAft>
              <a:buSzPts val="960"/>
              <a:buChar char="►"/>
              <a:defRPr sz="1200"/>
            </a:lvl7pPr>
            <a:lvl8pPr indent="-289559" lvl="7" marL="3657600" algn="l">
              <a:lnSpc>
                <a:spcPct val="100000"/>
              </a:lnSpc>
              <a:spcBef>
                <a:spcPts val="1000"/>
              </a:spcBef>
              <a:spcAft>
                <a:spcPts val="0"/>
              </a:spcAft>
              <a:buSzPts val="960"/>
              <a:buChar char="►"/>
              <a:defRPr sz="1200"/>
            </a:lvl8pPr>
            <a:lvl9pPr indent="-289559" lvl="8" marL="4114800" algn="l">
              <a:lnSpc>
                <a:spcPct val="100000"/>
              </a:lnSpc>
              <a:spcBef>
                <a:spcPts val="1000"/>
              </a:spcBef>
              <a:spcAft>
                <a:spcPts val="0"/>
              </a:spcAft>
              <a:buSzPts val="960"/>
              <a:buChar char="►"/>
              <a:defRPr sz="1200"/>
            </a:lvl9pPr>
          </a:lstStyle>
          <a:p/>
        </p:txBody>
      </p:sp>
      <p:sp>
        <p:nvSpPr>
          <p:cNvPr id="38" name="Google Shape;38;g3761d991d44_1_1428"/>
          <p:cNvSpPr txBox="1"/>
          <p:nvPr>
            <p:ph idx="2" type="body"/>
          </p:nvPr>
        </p:nvSpPr>
        <p:spPr>
          <a:xfrm>
            <a:off x="4241975" y="1542070"/>
            <a:ext cx="3298200" cy="3150300"/>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sz="1800"/>
            </a:lvl1pPr>
            <a:lvl2pPr indent="-309880" lvl="1" marL="914400" algn="l">
              <a:lnSpc>
                <a:spcPct val="100000"/>
              </a:lnSpc>
              <a:spcBef>
                <a:spcPts val="1000"/>
              </a:spcBef>
              <a:spcAft>
                <a:spcPts val="0"/>
              </a:spcAft>
              <a:buSzPts val="1280"/>
              <a:buChar char="►"/>
              <a:defRPr sz="1600"/>
            </a:lvl2pPr>
            <a:lvl3pPr indent="-299719" lvl="2" marL="1371600" algn="l">
              <a:lnSpc>
                <a:spcPct val="100000"/>
              </a:lnSpc>
              <a:spcBef>
                <a:spcPts val="1000"/>
              </a:spcBef>
              <a:spcAft>
                <a:spcPts val="0"/>
              </a:spcAft>
              <a:buSzPts val="1120"/>
              <a:buChar char="►"/>
              <a:defRPr sz="1400"/>
            </a:lvl3pPr>
            <a:lvl4pPr indent="-289560" lvl="3" marL="1828800" algn="l">
              <a:lnSpc>
                <a:spcPct val="100000"/>
              </a:lnSpc>
              <a:spcBef>
                <a:spcPts val="1000"/>
              </a:spcBef>
              <a:spcAft>
                <a:spcPts val="0"/>
              </a:spcAft>
              <a:buSzPts val="960"/>
              <a:buChar char="►"/>
              <a:defRPr sz="1200"/>
            </a:lvl4pPr>
            <a:lvl5pPr indent="-289560" lvl="4" marL="2286000" algn="l">
              <a:lnSpc>
                <a:spcPct val="100000"/>
              </a:lnSpc>
              <a:spcBef>
                <a:spcPts val="1000"/>
              </a:spcBef>
              <a:spcAft>
                <a:spcPts val="0"/>
              </a:spcAft>
              <a:buSzPts val="960"/>
              <a:buChar char="►"/>
              <a:defRPr sz="1200"/>
            </a:lvl5pPr>
            <a:lvl6pPr indent="-289560" lvl="5" marL="2743200" algn="l">
              <a:lnSpc>
                <a:spcPct val="100000"/>
              </a:lnSpc>
              <a:spcBef>
                <a:spcPts val="1000"/>
              </a:spcBef>
              <a:spcAft>
                <a:spcPts val="0"/>
              </a:spcAft>
              <a:buSzPts val="960"/>
              <a:buChar char="►"/>
              <a:defRPr sz="1200"/>
            </a:lvl6pPr>
            <a:lvl7pPr indent="-289560" lvl="6" marL="3200400" algn="l">
              <a:lnSpc>
                <a:spcPct val="100000"/>
              </a:lnSpc>
              <a:spcBef>
                <a:spcPts val="1000"/>
              </a:spcBef>
              <a:spcAft>
                <a:spcPts val="0"/>
              </a:spcAft>
              <a:buSzPts val="960"/>
              <a:buChar char="►"/>
              <a:defRPr sz="1200"/>
            </a:lvl7pPr>
            <a:lvl8pPr indent="-289559" lvl="7" marL="3657600" algn="l">
              <a:lnSpc>
                <a:spcPct val="100000"/>
              </a:lnSpc>
              <a:spcBef>
                <a:spcPts val="1000"/>
              </a:spcBef>
              <a:spcAft>
                <a:spcPts val="0"/>
              </a:spcAft>
              <a:buSzPts val="960"/>
              <a:buChar char="►"/>
              <a:defRPr sz="1200"/>
            </a:lvl8pPr>
            <a:lvl9pPr indent="-289559" lvl="8" marL="4114800" algn="l">
              <a:lnSpc>
                <a:spcPct val="100000"/>
              </a:lnSpc>
              <a:spcBef>
                <a:spcPts val="1000"/>
              </a:spcBef>
              <a:spcAft>
                <a:spcPts val="0"/>
              </a:spcAft>
              <a:buSzPts val="960"/>
              <a:buChar char="►"/>
              <a:defRPr sz="1200"/>
            </a:lvl9pPr>
          </a:lstStyle>
          <a:p/>
        </p:txBody>
      </p:sp>
      <p:sp>
        <p:nvSpPr>
          <p:cNvPr id="39" name="Google Shape;39;g3761d991d44_1_1428"/>
          <p:cNvSpPr txBox="1"/>
          <p:nvPr>
            <p:ph idx="10" type="dt"/>
          </p:nvPr>
        </p:nvSpPr>
        <p:spPr>
          <a:xfrm rot="5400000">
            <a:off x="7618918" y="1342951"/>
            <a:ext cx="742800" cy="2286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g3761d991d44_1_1428"/>
          <p:cNvSpPr txBox="1"/>
          <p:nvPr>
            <p:ph idx="11" type="ftr"/>
          </p:nvPr>
        </p:nvSpPr>
        <p:spPr>
          <a:xfrm rot="5400000">
            <a:off x="6715913" y="2418903"/>
            <a:ext cx="2894700" cy="2286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g3761d991d44_1_1428"/>
          <p:cNvSpPr txBox="1"/>
          <p:nvPr>
            <p:ph idx="12" type="sldNum"/>
          </p:nvPr>
        </p:nvSpPr>
        <p:spPr>
          <a:xfrm>
            <a:off x="7766431" y="221802"/>
            <a:ext cx="628800" cy="575700"/>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2" name="Shape 42"/>
        <p:cNvGrpSpPr/>
        <p:nvPr/>
      </p:nvGrpSpPr>
      <p:grpSpPr>
        <a:xfrm>
          <a:off x="0" y="0"/>
          <a:ext cx="0" cy="0"/>
          <a:chOff x="0" y="0"/>
          <a:chExt cx="0" cy="0"/>
        </a:xfrm>
      </p:grpSpPr>
      <p:sp>
        <p:nvSpPr>
          <p:cNvPr id="43" name="Google Shape;43;g3761d991d44_1_1435"/>
          <p:cNvSpPr txBox="1"/>
          <p:nvPr>
            <p:ph type="title"/>
          </p:nvPr>
        </p:nvSpPr>
        <p:spPr>
          <a:xfrm>
            <a:off x="484710" y="339539"/>
            <a:ext cx="7055400" cy="10503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lt2"/>
              </a:buClr>
              <a:buSzPts val="42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g3761d991d44_1_1435"/>
          <p:cNvSpPr txBox="1"/>
          <p:nvPr>
            <p:ph idx="1" type="body"/>
          </p:nvPr>
        </p:nvSpPr>
        <p:spPr>
          <a:xfrm>
            <a:off x="827700" y="1428750"/>
            <a:ext cx="3298200" cy="4323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86D1D8"/>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45" name="Google Shape;45;g3761d991d44_1_1435"/>
          <p:cNvSpPr txBox="1"/>
          <p:nvPr>
            <p:ph idx="2" type="body"/>
          </p:nvPr>
        </p:nvSpPr>
        <p:spPr>
          <a:xfrm>
            <a:off x="827700" y="1885950"/>
            <a:ext cx="3298200" cy="2806200"/>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sz="1800"/>
            </a:lvl1pPr>
            <a:lvl2pPr indent="-309880" lvl="1" marL="914400" algn="l">
              <a:lnSpc>
                <a:spcPct val="100000"/>
              </a:lnSpc>
              <a:spcBef>
                <a:spcPts val="1000"/>
              </a:spcBef>
              <a:spcAft>
                <a:spcPts val="0"/>
              </a:spcAft>
              <a:buSzPts val="1280"/>
              <a:buChar char="►"/>
              <a:defRPr sz="1600"/>
            </a:lvl2pPr>
            <a:lvl3pPr indent="-299719" lvl="2" marL="1371600" algn="l">
              <a:lnSpc>
                <a:spcPct val="100000"/>
              </a:lnSpc>
              <a:spcBef>
                <a:spcPts val="1000"/>
              </a:spcBef>
              <a:spcAft>
                <a:spcPts val="0"/>
              </a:spcAft>
              <a:buSzPts val="1120"/>
              <a:buChar char="►"/>
              <a:defRPr sz="1400"/>
            </a:lvl3pPr>
            <a:lvl4pPr indent="-289560" lvl="3" marL="1828800" algn="l">
              <a:lnSpc>
                <a:spcPct val="100000"/>
              </a:lnSpc>
              <a:spcBef>
                <a:spcPts val="1000"/>
              </a:spcBef>
              <a:spcAft>
                <a:spcPts val="0"/>
              </a:spcAft>
              <a:buSzPts val="960"/>
              <a:buChar char="►"/>
              <a:defRPr sz="1200"/>
            </a:lvl4pPr>
            <a:lvl5pPr indent="-289560" lvl="4" marL="2286000" algn="l">
              <a:lnSpc>
                <a:spcPct val="100000"/>
              </a:lnSpc>
              <a:spcBef>
                <a:spcPts val="1000"/>
              </a:spcBef>
              <a:spcAft>
                <a:spcPts val="0"/>
              </a:spcAft>
              <a:buSzPts val="960"/>
              <a:buChar char="►"/>
              <a:defRPr sz="1200"/>
            </a:lvl5pPr>
            <a:lvl6pPr indent="-289560" lvl="5" marL="2743200" algn="l">
              <a:lnSpc>
                <a:spcPct val="100000"/>
              </a:lnSpc>
              <a:spcBef>
                <a:spcPts val="1000"/>
              </a:spcBef>
              <a:spcAft>
                <a:spcPts val="0"/>
              </a:spcAft>
              <a:buSzPts val="960"/>
              <a:buChar char="►"/>
              <a:defRPr sz="1200"/>
            </a:lvl6pPr>
            <a:lvl7pPr indent="-289560" lvl="6" marL="3200400" algn="l">
              <a:lnSpc>
                <a:spcPct val="100000"/>
              </a:lnSpc>
              <a:spcBef>
                <a:spcPts val="1000"/>
              </a:spcBef>
              <a:spcAft>
                <a:spcPts val="0"/>
              </a:spcAft>
              <a:buSzPts val="960"/>
              <a:buChar char="►"/>
              <a:defRPr sz="1200"/>
            </a:lvl7pPr>
            <a:lvl8pPr indent="-289559" lvl="7" marL="3657600" algn="l">
              <a:lnSpc>
                <a:spcPct val="100000"/>
              </a:lnSpc>
              <a:spcBef>
                <a:spcPts val="1000"/>
              </a:spcBef>
              <a:spcAft>
                <a:spcPts val="0"/>
              </a:spcAft>
              <a:buSzPts val="960"/>
              <a:buChar char="►"/>
              <a:defRPr sz="1200"/>
            </a:lvl8pPr>
            <a:lvl9pPr indent="-289559" lvl="8" marL="4114800" algn="l">
              <a:lnSpc>
                <a:spcPct val="100000"/>
              </a:lnSpc>
              <a:spcBef>
                <a:spcPts val="1000"/>
              </a:spcBef>
              <a:spcAft>
                <a:spcPts val="0"/>
              </a:spcAft>
              <a:buSzPts val="960"/>
              <a:buChar char="►"/>
              <a:defRPr sz="1200"/>
            </a:lvl9pPr>
          </a:lstStyle>
          <a:p/>
        </p:txBody>
      </p:sp>
      <p:sp>
        <p:nvSpPr>
          <p:cNvPr id="46" name="Google Shape;46;g3761d991d44_1_1435"/>
          <p:cNvSpPr txBox="1"/>
          <p:nvPr>
            <p:ph idx="3" type="body"/>
          </p:nvPr>
        </p:nvSpPr>
        <p:spPr>
          <a:xfrm>
            <a:off x="4241976" y="1428750"/>
            <a:ext cx="3298200" cy="4323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86D1D8"/>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47" name="Google Shape;47;g3761d991d44_1_1435"/>
          <p:cNvSpPr txBox="1"/>
          <p:nvPr>
            <p:ph idx="4" type="body"/>
          </p:nvPr>
        </p:nvSpPr>
        <p:spPr>
          <a:xfrm>
            <a:off x="4241976" y="1885950"/>
            <a:ext cx="3298200" cy="2806200"/>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sz="1800"/>
            </a:lvl1pPr>
            <a:lvl2pPr indent="-309880" lvl="1" marL="914400" algn="l">
              <a:lnSpc>
                <a:spcPct val="100000"/>
              </a:lnSpc>
              <a:spcBef>
                <a:spcPts val="1000"/>
              </a:spcBef>
              <a:spcAft>
                <a:spcPts val="0"/>
              </a:spcAft>
              <a:buSzPts val="1280"/>
              <a:buChar char="►"/>
              <a:defRPr sz="1600"/>
            </a:lvl2pPr>
            <a:lvl3pPr indent="-299719" lvl="2" marL="1371600" algn="l">
              <a:lnSpc>
                <a:spcPct val="100000"/>
              </a:lnSpc>
              <a:spcBef>
                <a:spcPts val="1000"/>
              </a:spcBef>
              <a:spcAft>
                <a:spcPts val="0"/>
              </a:spcAft>
              <a:buSzPts val="1120"/>
              <a:buChar char="►"/>
              <a:defRPr sz="1400"/>
            </a:lvl3pPr>
            <a:lvl4pPr indent="-289560" lvl="3" marL="1828800" algn="l">
              <a:lnSpc>
                <a:spcPct val="100000"/>
              </a:lnSpc>
              <a:spcBef>
                <a:spcPts val="1000"/>
              </a:spcBef>
              <a:spcAft>
                <a:spcPts val="0"/>
              </a:spcAft>
              <a:buSzPts val="960"/>
              <a:buChar char="►"/>
              <a:defRPr sz="1200"/>
            </a:lvl4pPr>
            <a:lvl5pPr indent="-289560" lvl="4" marL="2286000" algn="l">
              <a:lnSpc>
                <a:spcPct val="100000"/>
              </a:lnSpc>
              <a:spcBef>
                <a:spcPts val="1000"/>
              </a:spcBef>
              <a:spcAft>
                <a:spcPts val="0"/>
              </a:spcAft>
              <a:buSzPts val="960"/>
              <a:buChar char="►"/>
              <a:defRPr sz="1200"/>
            </a:lvl5pPr>
            <a:lvl6pPr indent="-289560" lvl="5" marL="2743200" algn="l">
              <a:lnSpc>
                <a:spcPct val="100000"/>
              </a:lnSpc>
              <a:spcBef>
                <a:spcPts val="1000"/>
              </a:spcBef>
              <a:spcAft>
                <a:spcPts val="0"/>
              </a:spcAft>
              <a:buSzPts val="960"/>
              <a:buChar char="►"/>
              <a:defRPr sz="1200"/>
            </a:lvl6pPr>
            <a:lvl7pPr indent="-289560" lvl="6" marL="3200400" algn="l">
              <a:lnSpc>
                <a:spcPct val="100000"/>
              </a:lnSpc>
              <a:spcBef>
                <a:spcPts val="1000"/>
              </a:spcBef>
              <a:spcAft>
                <a:spcPts val="0"/>
              </a:spcAft>
              <a:buSzPts val="960"/>
              <a:buChar char="►"/>
              <a:defRPr sz="1200"/>
            </a:lvl7pPr>
            <a:lvl8pPr indent="-289559" lvl="7" marL="3657600" algn="l">
              <a:lnSpc>
                <a:spcPct val="100000"/>
              </a:lnSpc>
              <a:spcBef>
                <a:spcPts val="1000"/>
              </a:spcBef>
              <a:spcAft>
                <a:spcPts val="0"/>
              </a:spcAft>
              <a:buSzPts val="960"/>
              <a:buChar char="►"/>
              <a:defRPr sz="1200"/>
            </a:lvl8pPr>
            <a:lvl9pPr indent="-289559" lvl="8" marL="4114800" algn="l">
              <a:lnSpc>
                <a:spcPct val="100000"/>
              </a:lnSpc>
              <a:spcBef>
                <a:spcPts val="1000"/>
              </a:spcBef>
              <a:spcAft>
                <a:spcPts val="0"/>
              </a:spcAft>
              <a:buSzPts val="960"/>
              <a:buChar char="►"/>
              <a:defRPr sz="1200"/>
            </a:lvl9pPr>
          </a:lstStyle>
          <a:p/>
        </p:txBody>
      </p:sp>
      <p:sp>
        <p:nvSpPr>
          <p:cNvPr id="48" name="Google Shape;48;g3761d991d44_1_1435"/>
          <p:cNvSpPr txBox="1"/>
          <p:nvPr>
            <p:ph idx="10" type="dt"/>
          </p:nvPr>
        </p:nvSpPr>
        <p:spPr>
          <a:xfrm rot="5400000">
            <a:off x="7618918" y="1342951"/>
            <a:ext cx="742800" cy="2286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g3761d991d44_1_1435"/>
          <p:cNvSpPr txBox="1"/>
          <p:nvPr>
            <p:ph idx="11" type="ftr"/>
          </p:nvPr>
        </p:nvSpPr>
        <p:spPr>
          <a:xfrm rot="5400000">
            <a:off x="6715913" y="2418903"/>
            <a:ext cx="2894700" cy="2286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g3761d991d44_1_1435"/>
          <p:cNvSpPr txBox="1"/>
          <p:nvPr>
            <p:ph idx="12" type="sldNum"/>
          </p:nvPr>
        </p:nvSpPr>
        <p:spPr>
          <a:xfrm>
            <a:off x="7766431" y="221802"/>
            <a:ext cx="628800" cy="575700"/>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1" name="Shape 51"/>
        <p:cNvGrpSpPr/>
        <p:nvPr/>
      </p:nvGrpSpPr>
      <p:grpSpPr>
        <a:xfrm>
          <a:off x="0" y="0"/>
          <a:ext cx="0" cy="0"/>
          <a:chOff x="0" y="0"/>
          <a:chExt cx="0" cy="0"/>
        </a:xfrm>
      </p:grpSpPr>
      <p:sp>
        <p:nvSpPr>
          <p:cNvPr id="52" name="Google Shape;52;g3761d991d44_1_1444"/>
          <p:cNvSpPr txBox="1"/>
          <p:nvPr>
            <p:ph type="title"/>
          </p:nvPr>
        </p:nvSpPr>
        <p:spPr>
          <a:xfrm>
            <a:off x="484710" y="339539"/>
            <a:ext cx="7055400" cy="10503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l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g3761d991d44_1_1444"/>
          <p:cNvSpPr txBox="1"/>
          <p:nvPr>
            <p:ph idx="10" type="dt"/>
          </p:nvPr>
        </p:nvSpPr>
        <p:spPr>
          <a:xfrm rot="5400000">
            <a:off x="7618918" y="1342951"/>
            <a:ext cx="742800" cy="2286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g3761d991d44_1_1444"/>
          <p:cNvSpPr txBox="1"/>
          <p:nvPr>
            <p:ph idx="11" type="ftr"/>
          </p:nvPr>
        </p:nvSpPr>
        <p:spPr>
          <a:xfrm rot="5400000">
            <a:off x="6715913" y="2418903"/>
            <a:ext cx="2894700" cy="2286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g3761d991d44_1_1444"/>
          <p:cNvSpPr txBox="1"/>
          <p:nvPr>
            <p:ph idx="12" type="sldNum"/>
          </p:nvPr>
        </p:nvSpPr>
        <p:spPr>
          <a:xfrm>
            <a:off x="7766431" y="221802"/>
            <a:ext cx="628800" cy="575700"/>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g3761d991d44_1_1449"/>
          <p:cNvSpPr txBox="1"/>
          <p:nvPr>
            <p:ph idx="10" type="dt"/>
          </p:nvPr>
        </p:nvSpPr>
        <p:spPr>
          <a:xfrm rot="5400000">
            <a:off x="7618918" y="1342951"/>
            <a:ext cx="742800" cy="2286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g3761d991d44_1_1449"/>
          <p:cNvSpPr txBox="1"/>
          <p:nvPr>
            <p:ph idx="11" type="ftr"/>
          </p:nvPr>
        </p:nvSpPr>
        <p:spPr>
          <a:xfrm rot="5400000">
            <a:off x="6715913" y="2418903"/>
            <a:ext cx="2894700" cy="2286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g3761d991d44_1_1449"/>
          <p:cNvSpPr txBox="1"/>
          <p:nvPr>
            <p:ph idx="12" type="sldNum"/>
          </p:nvPr>
        </p:nvSpPr>
        <p:spPr>
          <a:xfrm>
            <a:off x="7766431" y="221802"/>
            <a:ext cx="628800" cy="575700"/>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0" name="Shape 60"/>
        <p:cNvGrpSpPr/>
        <p:nvPr/>
      </p:nvGrpSpPr>
      <p:grpSpPr>
        <a:xfrm>
          <a:off x="0" y="0"/>
          <a:ext cx="0" cy="0"/>
          <a:chOff x="0" y="0"/>
          <a:chExt cx="0" cy="0"/>
        </a:xfrm>
      </p:grpSpPr>
      <p:sp>
        <p:nvSpPr>
          <p:cNvPr id="61" name="Google Shape;61;g3761d991d44_1_1453"/>
          <p:cNvSpPr txBox="1"/>
          <p:nvPr>
            <p:ph type="title"/>
          </p:nvPr>
        </p:nvSpPr>
        <p:spPr>
          <a:xfrm>
            <a:off x="866441" y="1085850"/>
            <a:ext cx="2551500" cy="10860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lt2"/>
              </a:buClr>
              <a:buSzPts val="2400"/>
              <a:buFont typeface="Century Gothic"/>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g3761d991d44_1_1453"/>
          <p:cNvSpPr txBox="1"/>
          <p:nvPr>
            <p:ph idx="1" type="body"/>
          </p:nvPr>
        </p:nvSpPr>
        <p:spPr>
          <a:xfrm>
            <a:off x="3589397" y="1085850"/>
            <a:ext cx="3897900" cy="3429000"/>
          </a:xfrm>
          <a:prstGeom prst="rect">
            <a:avLst/>
          </a:prstGeom>
          <a:noFill/>
          <a:ln>
            <a:noFill/>
          </a:ln>
        </p:spPr>
        <p:txBody>
          <a:bodyPr anchorCtr="0" anchor="ctr" bIns="45700" lIns="91425" spcFirstLastPara="1" rIns="91425" wrap="square" tIns="45700">
            <a:normAutofit/>
          </a:bodyPr>
          <a:lstStyle>
            <a:lvl1pPr indent="-330200" lvl="0" marL="457200" algn="l">
              <a:lnSpc>
                <a:spcPct val="100000"/>
              </a:lnSpc>
              <a:spcBef>
                <a:spcPts val="1000"/>
              </a:spcBef>
              <a:spcAft>
                <a:spcPts val="0"/>
              </a:spcAft>
              <a:buSzPts val="1600"/>
              <a:buChar char="►"/>
              <a:defRPr sz="2000"/>
            </a:lvl1pPr>
            <a:lvl2pPr indent="-320040" lvl="1" marL="914400" algn="l">
              <a:lnSpc>
                <a:spcPct val="100000"/>
              </a:lnSpc>
              <a:spcBef>
                <a:spcPts val="1000"/>
              </a:spcBef>
              <a:spcAft>
                <a:spcPts val="0"/>
              </a:spcAft>
              <a:buSzPts val="1440"/>
              <a:buChar char="►"/>
              <a:defRPr sz="1800"/>
            </a:lvl2pPr>
            <a:lvl3pPr indent="-309880" lvl="2" marL="1371600" algn="l">
              <a:lnSpc>
                <a:spcPct val="100000"/>
              </a:lnSpc>
              <a:spcBef>
                <a:spcPts val="1000"/>
              </a:spcBef>
              <a:spcAft>
                <a:spcPts val="0"/>
              </a:spcAft>
              <a:buSzPts val="1280"/>
              <a:buChar char="►"/>
              <a:defRPr sz="1600"/>
            </a:lvl3pPr>
            <a:lvl4pPr indent="-299719" lvl="3" marL="1828800" algn="l">
              <a:lnSpc>
                <a:spcPct val="100000"/>
              </a:lnSpc>
              <a:spcBef>
                <a:spcPts val="1000"/>
              </a:spcBef>
              <a:spcAft>
                <a:spcPts val="0"/>
              </a:spcAft>
              <a:buSzPts val="1120"/>
              <a:buChar char="►"/>
              <a:defRPr sz="1400"/>
            </a:lvl4pPr>
            <a:lvl5pPr indent="-299720" lvl="4" marL="2286000" algn="l">
              <a:lnSpc>
                <a:spcPct val="100000"/>
              </a:lnSpc>
              <a:spcBef>
                <a:spcPts val="1000"/>
              </a:spcBef>
              <a:spcAft>
                <a:spcPts val="0"/>
              </a:spcAft>
              <a:buSzPts val="1120"/>
              <a:buChar char="►"/>
              <a:defRPr sz="1400"/>
            </a:lvl5pPr>
            <a:lvl6pPr indent="-299720" lvl="5" marL="2743200" algn="l">
              <a:lnSpc>
                <a:spcPct val="100000"/>
              </a:lnSpc>
              <a:spcBef>
                <a:spcPts val="1000"/>
              </a:spcBef>
              <a:spcAft>
                <a:spcPts val="0"/>
              </a:spcAft>
              <a:buSzPts val="1120"/>
              <a:buChar char="►"/>
              <a:defRPr sz="1400"/>
            </a:lvl6pPr>
            <a:lvl7pPr indent="-299720" lvl="6" marL="3200400" algn="l">
              <a:lnSpc>
                <a:spcPct val="100000"/>
              </a:lnSpc>
              <a:spcBef>
                <a:spcPts val="1000"/>
              </a:spcBef>
              <a:spcAft>
                <a:spcPts val="0"/>
              </a:spcAft>
              <a:buSzPts val="1120"/>
              <a:buChar char="►"/>
              <a:defRPr sz="1400"/>
            </a:lvl7pPr>
            <a:lvl8pPr indent="-299720" lvl="7" marL="3657600" algn="l">
              <a:lnSpc>
                <a:spcPct val="100000"/>
              </a:lnSpc>
              <a:spcBef>
                <a:spcPts val="1000"/>
              </a:spcBef>
              <a:spcAft>
                <a:spcPts val="0"/>
              </a:spcAft>
              <a:buSzPts val="1120"/>
              <a:buChar char="►"/>
              <a:defRPr sz="1400"/>
            </a:lvl8pPr>
            <a:lvl9pPr indent="-299720" lvl="8" marL="4114800" algn="l">
              <a:lnSpc>
                <a:spcPct val="100000"/>
              </a:lnSpc>
              <a:spcBef>
                <a:spcPts val="1000"/>
              </a:spcBef>
              <a:spcAft>
                <a:spcPts val="0"/>
              </a:spcAft>
              <a:buSzPts val="1120"/>
              <a:buChar char="►"/>
              <a:defRPr sz="1400"/>
            </a:lvl9pPr>
          </a:lstStyle>
          <a:p/>
        </p:txBody>
      </p:sp>
      <p:sp>
        <p:nvSpPr>
          <p:cNvPr id="63" name="Google Shape;63;g3761d991d44_1_1453"/>
          <p:cNvSpPr txBox="1"/>
          <p:nvPr>
            <p:ph idx="2" type="body"/>
          </p:nvPr>
        </p:nvSpPr>
        <p:spPr>
          <a:xfrm>
            <a:off x="866441" y="2346961"/>
            <a:ext cx="2551500" cy="21717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64" name="Google Shape;64;g3761d991d44_1_1453"/>
          <p:cNvSpPr txBox="1"/>
          <p:nvPr>
            <p:ph idx="10" type="dt"/>
          </p:nvPr>
        </p:nvSpPr>
        <p:spPr>
          <a:xfrm rot="5400000">
            <a:off x="7618918" y="1342951"/>
            <a:ext cx="742800" cy="2286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g3761d991d44_1_1453"/>
          <p:cNvSpPr txBox="1"/>
          <p:nvPr>
            <p:ph idx="11" type="ftr"/>
          </p:nvPr>
        </p:nvSpPr>
        <p:spPr>
          <a:xfrm rot="5400000">
            <a:off x="6715913" y="2418903"/>
            <a:ext cx="2894700" cy="2286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g3761d991d44_1_1453"/>
          <p:cNvSpPr txBox="1"/>
          <p:nvPr>
            <p:ph idx="12" type="sldNum"/>
          </p:nvPr>
        </p:nvSpPr>
        <p:spPr>
          <a:xfrm>
            <a:off x="7766431" y="221802"/>
            <a:ext cx="628800" cy="575700"/>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7" name="Shape 67"/>
        <p:cNvGrpSpPr/>
        <p:nvPr/>
      </p:nvGrpSpPr>
      <p:grpSpPr>
        <a:xfrm>
          <a:off x="0" y="0"/>
          <a:ext cx="0" cy="0"/>
          <a:chOff x="0" y="0"/>
          <a:chExt cx="0" cy="0"/>
        </a:xfrm>
      </p:grpSpPr>
      <p:sp>
        <p:nvSpPr>
          <p:cNvPr id="68" name="Google Shape;68;g3761d991d44_1_1460"/>
          <p:cNvSpPr txBox="1"/>
          <p:nvPr>
            <p:ph type="title"/>
          </p:nvPr>
        </p:nvSpPr>
        <p:spPr>
          <a:xfrm>
            <a:off x="865656" y="1390644"/>
            <a:ext cx="3820800" cy="11811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2"/>
              </a:buClr>
              <a:buSzPts val="3600"/>
              <a:buFont typeface="Century Gothic"/>
              <a:buNone/>
              <a:defRPr b="0" sz="3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g3761d991d44_1_1460"/>
          <p:cNvSpPr/>
          <p:nvPr>
            <p:ph idx="2" type="pic"/>
          </p:nvPr>
        </p:nvSpPr>
        <p:spPr>
          <a:xfrm>
            <a:off x="5213517" y="857250"/>
            <a:ext cx="2400900" cy="3429000"/>
          </a:xfrm>
          <a:prstGeom prst="roundRect">
            <a:avLst>
              <a:gd fmla="val 1858" name="adj"/>
            </a:avLst>
          </a:prstGeom>
          <a:noFill/>
          <a:ln>
            <a:noFill/>
          </a:ln>
          <a:effectLst>
            <a:outerShdw blurRad="50800" rotWithShape="0" algn="tl" dir="5400000" dist="50800">
              <a:srgbClr val="000000">
                <a:alpha val="41960"/>
              </a:srgbClr>
            </a:outerShdw>
          </a:effectLst>
        </p:spPr>
      </p:sp>
      <p:sp>
        <p:nvSpPr>
          <p:cNvPr id="70" name="Google Shape;70;g3761d991d44_1_1460"/>
          <p:cNvSpPr txBox="1"/>
          <p:nvPr>
            <p:ph idx="1" type="body"/>
          </p:nvPr>
        </p:nvSpPr>
        <p:spPr>
          <a:xfrm>
            <a:off x="866441" y="2743200"/>
            <a:ext cx="3814800" cy="10287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71" name="Google Shape;71;g3761d991d44_1_1460"/>
          <p:cNvSpPr txBox="1"/>
          <p:nvPr>
            <p:ph idx="10" type="dt"/>
          </p:nvPr>
        </p:nvSpPr>
        <p:spPr>
          <a:xfrm rot="5400000">
            <a:off x="7618918" y="1342951"/>
            <a:ext cx="742800" cy="2286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g3761d991d44_1_1460"/>
          <p:cNvSpPr txBox="1"/>
          <p:nvPr>
            <p:ph idx="11" type="ftr"/>
          </p:nvPr>
        </p:nvSpPr>
        <p:spPr>
          <a:xfrm rot="5400000">
            <a:off x="6715913" y="2418903"/>
            <a:ext cx="2894700" cy="2286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g3761d991d44_1_1460"/>
          <p:cNvSpPr txBox="1"/>
          <p:nvPr>
            <p:ph idx="12" type="sldNum"/>
          </p:nvPr>
        </p:nvSpPr>
        <p:spPr>
          <a:xfrm>
            <a:off x="7766431" y="221802"/>
            <a:ext cx="628800" cy="575700"/>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74" name="Shape 74"/>
        <p:cNvGrpSpPr/>
        <p:nvPr/>
      </p:nvGrpSpPr>
      <p:grpSpPr>
        <a:xfrm>
          <a:off x="0" y="0"/>
          <a:ext cx="0" cy="0"/>
          <a:chOff x="0" y="0"/>
          <a:chExt cx="0" cy="0"/>
        </a:xfrm>
      </p:grpSpPr>
      <p:sp>
        <p:nvSpPr>
          <p:cNvPr id="75" name="Google Shape;75;g3761d991d44_1_1467"/>
          <p:cNvSpPr txBox="1"/>
          <p:nvPr>
            <p:ph type="title"/>
          </p:nvPr>
        </p:nvSpPr>
        <p:spPr>
          <a:xfrm>
            <a:off x="866443" y="3600440"/>
            <a:ext cx="6621000" cy="4251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2"/>
              </a:buClr>
              <a:buSzPts val="2400"/>
              <a:buFont typeface="Century Gothic"/>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g3761d991d44_1_1467"/>
          <p:cNvSpPr/>
          <p:nvPr>
            <p:ph idx="2" type="pic"/>
          </p:nvPr>
        </p:nvSpPr>
        <p:spPr>
          <a:xfrm>
            <a:off x="866442" y="514350"/>
            <a:ext cx="6621000" cy="2730600"/>
          </a:xfrm>
          <a:prstGeom prst="roundRect">
            <a:avLst>
              <a:gd fmla="val 1858" name="adj"/>
            </a:avLst>
          </a:prstGeom>
          <a:noFill/>
          <a:ln>
            <a:noFill/>
          </a:ln>
          <a:effectLst>
            <a:outerShdw blurRad="50800" rotWithShape="0" algn="tl" dir="5400000" dist="50800">
              <a:srgbClr val="000000">
                <a:alpha val="41960"/>
              </a:srgbClr>
            </a:outerShdw>
          </a:effectLst>
        </p:spPr>
      </p:sp>
      <p:sp>
        <p:nvSpPr>
          <p:cNvPr id="77" name="Google Shape;77;g3761d991d44_1_1467"/>
          <p:cNvSpPr txBox="1"/>
          <p:nvPr>
            <p:ph idx="1" type="body"/>
          </p:nvPr>
        </p:nvSpPr>
        <p:spPr>
          <a:xfrm>
            <a:off x="866443" y="4025494"/>
            <a:ext cx="6621000" cy="3702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960"/>
              <a:buNone/>
              <a:defRPr sz="12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78" name="Google Shape;78;g3761d991d44_1_1467"/>
          <p:cNvSpPr txBox="1"/>
          <p:nvPr>
            <p:ph idx="10" type="dt"/>
          </p:nvPr>
        </p:nvSpPr>
        <p:spPr>
          <a:xfrm rot="5400000">
            <a:off x="7618918" y="1342951"/>
            <a:ext cx="742800" cy="2286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g3761d991d44_1_1467"/>
          <p:cNvSpPr txBox="1"/>
          <p:nvPr>
            <p:ph idx="11" type="ftr"/>
          </p:nvPr>
        </p:nvSpPr>
        <p:spPr>
          <a:xfrm rot="5400000">
            <a:off x="6715913" y="2418903"/>
            <a:ext cx="2894700" cy="2286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g3761d991d44_1_1467"/>
          <p:cNvSpPr txBox="1"/>
          <p:nvPr>
            <p:ph idx="12" type="sldNum"/>
          </p:nvPr>
        </p:nvSpPr>
        <p:spPr>
          <a:xfrm>
            <a:off x="7766431" y="221802"/>
            <a:ext cx="628800" cy="575700"/>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81" name="Shape 81"/>
        <p:cNvGrpSpPr/>
        <p:nvPr/>
      </p:nvGrpSpPr>
      <p:grpSpPr>
        <a:xfrm>
          <a:off x="0" y="0"/>
          <a:ext cx="0" cy="0"/>
          <a:chOff x="0" y="0"/>
          <a:chExt cx="0" cy="0"/>
        </a:xfrm>
      </p:grpSpPr>
      <p:sp>
        <p:nvSpPr>
          <p:cNvPr id="82" name="Google Shape;82;g3761d991d44_1_1474"/>
          <p:cNvSpPr txBox="1"/>
          <p:nvPr>
            <p:ph type="title"/>
          </p:nvPr>
        </p:nvSpPr>
        <p:spPr>
          <a:xfrm>
            <a:off x="866442" y="1085850"/>
            <a:ext cx="6621000" cy="14859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lt2"/>
              </a:buClr>
              <a:buSzPts val="4800"/>
              <a:buFont typeface="Century Gothic"/>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g3761d991d44_1_1474"/>
          <p:cNvSpPr txBox="1"/>
          <p:nvPr>
            <p:ph idx="1" type="body"/>
          </p:nvPr>
        </p:nvSpPr>
        <p:spPr>
          <a:xfrm>
            <a:off x="866442" y="2743200"/>
            <a:ext cx="6621000" cy="17718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1000"/>
              </a:spcBef>
              <a:spcAft>
                <a:spcPts val="0"/>
              </a:spcAft>
              <a:buSzPts val="1440"/>
              <a:buNone/>
              <a:defRPr sz="18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84" name="Google Shape;84;g3761d991d44_1_1474"/>
          <p:cNvSpPr txBox="1"/>
          <p:nvPr>
            <p:ph idx="10" type="dt"/>
          </p:nvPr>
        </p:nvSpPr>
        <p:spPr>
          <a:xfrm rot="5400000">
            <a:off x="7618918" y="1342951"/>
            <a:ext cx="742800" cy="2286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g3761d991d44_1_1474"/>
          <p:cNvSpPr txBox="1"/>
          <p:nvPr>
            <p:ph idx="11" type="ftr"/>
          </p:nvPr>
        </p:nvSpPr>
        <p:spPr>
          <a:xfrm rot="5400000">
            <a:off x="6715913" y="2418903"/>
            <a:ext cx="2894700" cy="2286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g3761d991d44_1_1474"/>
          <p:cNvSpPr txBox="1"/>
          <p:nvPr>
            <p:ph idx="12" type="sldNum"/>
          </p:nvPr>
        </p:nvSpPr>
        <p:spPr>
          <a:xfrm>
            <a:off x="7766431" y="221802"/>
            <a:ext cx="628800" cy="575700"/>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87" name="Shape 87"/>
        <p:cNvGrpSpPr/>
        <p:nvPr/>
      </p:nvGrpSpPr>
      <p:grpSpPr>
        <a:xfrm>
          <a:off x="0" y="0"/>
          <a:ext cx="0" cy="0"/>
          <a:chOff x="0" y="0"/>
          <a:chExt cx="0" cy="0"/>
        </a:xfrm>
      </p:grpSpPr>
      <p:sp>
        <p:nvSpPr>
          <p:cNvPr id="88" name="Google Shape;88;g3761d991d44_1_1480"/>
          <p:cNvSpPr txBox="1"/>
          <p:nvPr>
            <p:ph type="title"/>
          </p:nvPr>
        </p:nvSpPr>
        <p:spPr>
          <a:xfrm>
            <a:off x="1181409" y="1085850"/>
            <a:ext cx="6000900" cy="17424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lt2"/>
              </a:buClr>
              <a:buSzPts val="4800"/>
              <a:buFont typeface="Century Gothic"/>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g3761d991d44_1_1480"/>
          <p:cNvSpPr txBox="1"/>
          <p:nvPr>
            <p:ph idx="1" type="body"/>
          </p:nvPr>
        </p:nvSpPr>
        <p:spPr>
          <a:xfrm>
            <a:off x="1448177" y="2828381"/>
            <a:ext cx="5461200" cy="2565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b="0" i="0" sz="1400" cap="small">
                <a:solidFill>
                  <a:srgbClr val="86D1D8"/>
                </a:solidFill>
                <a:latin typeface="Century Gothic"/>
                <a:ea typeface="Century Gothic"/>
                <a:cs typeface="Century Gothic"/>
                <a:sym typeface="Century Gothic"/>
              </a:defRPr>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90" name="Google Shape;90;g3761d991d44_1_1480"/>
          <p:cNvSpPr txBox="1"/>
          <p:nvPr>
            <p:ph idx="2" type="body"/>
          </p:nvPr>
        </p:nvSpPr>
        <p:spPr>
          <a:xfrm>
            <a:off x="866442" y="3262993"/>
            <a:ext cx="6621000" cy="12573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1000"/>
              </a:spcBef>
              <a:spcAft>
                <a:spcPts val="0"/>
              </a:spcAft>
              <a:buSzPts val="1440"/>
              <a:buNone/>
              <a:defRPr sz="18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91" name="Google Shape;91;g3761d991d44_1_1480"/>
          <p:cNvSpPr txBox="1"/>
          <p:nvPr>
            <p:ph idx="10" type="dt"/>
          </p:nvPr>
        </p:nvSpPr>
        <p:spPr>
          <a:xfrm rot="5400000">
            <a:off x="7618918" y="1342951"/>
            <a:ext cx="742800" cy="2286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g3761d991d44_1_1480"/>
          <p:cNvSpPr txBox="1"/>
          <p:nvPr>
            <p:ph idx="11" type="ftr"/>
          </p:nvPr>
        </p:nvSpPr>
        <p:spPr>
          <a:xfrm rot="5400000">
            <a:off x="6715913" y="2418903"/>
            <a:ext cx="2894700" cy="2286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g3761d991d44_1_1480"/>
          <p:cNvSpPr txBox="1"/>
          <p:nvPr>
            <p:ph idx="12" type="sldNum"/>
          </p:nvPr>
        </p:nvSpPr>
        <p:spPr>
          <a:xfrm>
            <a:off x="7766431" y="221802"/>
            <a:ext cx="628800" cy="575700"/>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
              <a:t>‹#›</a:t>
            </a:fld>
            <a:endParaRPr/>
          </a:p>
        </p:txBody>
      </p:sp>
      <p:sp>
        <p:nvSpPr>
          <p:cNvPr id="94" name="Google Shape;94;g3761d991d44_1_1480"/>
          <p:cNvSpPr txBox="1"/>
          <p:nvPr/>
        </p:nvSpPr>
        <p:spPr>
          <a:xfrm>
            <a:off x="673897" y="728440"/>
            <a:ext cx="601500" cy="19701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200"/>
              <a:buFont typeface="Arial"/>
              <a:buNone/>
            </a:pPr>
            <a:r>
              <a:rPr b="0" i="0" lang="en" sz="12200" u="none" cap="none" strike="noStrike">
                <a:solidFill>
                  <a:srgbClr val="86D1D8"/>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95" name="Google Shape;95;g3761d991d44_1_1480"/>
          <p:cNvSpPr txBox="1"/>
          <p:nvPr/>
        </p:nvSpPr>
        <p:spPr>
          <a:xfrm>
            <a:off x="6999690" y="1960340"/>
            <a:ext cx="601500" cy="19701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2200"/>
              <a:buFont typeface="Arial"/>
              <a:buNone/>
            </a:pPr>
            <a:r>
              <a:rPr b="0" i="0" lang="en" sz="12200" u="none" cap="none" strike="noStrike">
                <a:solidFill>
                  <a:srgbClr val="86D1D8"/>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96" name="Shape 96"/>
        <p:cNvGrpSpPr/>
        <p:nvPr/>
      </p:nvGrpSpPr>
      <p:grpSpPr>
        <a:xfrm>
          <a:off x="0" y="0"/>
          <a:ext cx="0" cy="0"/>
          <a:chOff x="0" y="0"/>
          <a:chExt cx="0" cy="0"/>
        </a:xfrm>
      </p:grpSpPr>
      <p:sp>
        <p:nvSpPr>
          <p:cNvPr id="97" name="Google Shape;97;g3761d991d44_1_1489"/>
          <p:cNvSpPr txBox="1"/>
          <p:nvPr>
            <p:ph type="title"/>
          </p:nvPr>
        </p:nvSpPr>
        <p:spPr>
          <a:xfrm>
            <a:off x="866441" y="2343151"/>
            <a:ext cx="6621000" cy="12399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lt2"/>
              </a:buClr>
              <a:buSzPts val="4000"/>
              <a:buFont typeface="Century Gothic"/>
              <a:buNone/>
              <a:defRPr b="0"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g3761d991d44_1_1489"/>
          <p:cNvSpPr txBox="1"/>
          <p:nvPr>
            <p:ph idx="1" type="body"/>
          </p:nvPr>
        </p:nvSpPr>
        <p:spPr>
          <a:xfrm>
            <a:off x="866442" y="3583036"/>
            <a:ext cx="6621000" cy="6453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600"/>
              <a:buNone/>
              <a:defRPr sz="2000" cap="none">
                <a:solidFill>
                  <a:srgbClr val="86D1D8"/>
                </a:solidFill>
              </a:defRPr>
            </a:lvl1pPr>
            <a:lvl2pPr indent="-228600" lvl="1" marL="914400" algn="l">
              <a:lnSpc>
                <a:spcPct val="100000"/>
              </a:lnSpc>
              <a:spcBef>
                <a:spcPts val="1000"/>
              </a:spcBef>
              <a:spcAft>
                <a:spcPts val="0"/>
              </a:spcAft>
              <a:buSzPts val="1440"/>
              <a:buNone/>
              <a:defRPr sz="1800">
                <a:solidFill>
                  <a:schemeClr val="lt1"/>
                </a:solidFill>
              </a:defRPr>
            </a:lvl2pPr>
            <a:lvl3pPr indent="-228600" lvl="2" marL="1371600" algn="l">
              <a:lnSpc>
                <a:spcPct val="100000"/>
              </a:lnSpc>
              <a:spcBef>
                <a:spcPts val="1000"/>
              </a:spcBef>
              <a:spcAft>
                <a:spcPts val="0"/>
              </a:spcAft>
              <a:buSzPts val="1280"/>
              <a:buNone/>
              <a:defRPr sz="1600">
                <a:solidFill>
                  <a:schemeClr val="lt1"/>
                </a:solidFill>
              </a:defRPr>
            </a:lvl3pPr>
            <a:lvl4pPr indent="-228600" lvl="3" marL="1828800" algn="l">
              <a:lnSpc>
                <a:spcPct val="100000"/>
              </a:lnSpc>
              <a:spcBef>
                <a:spcPts val="1000"/>
              </a:spcBef>
              <a:spcAft>
                <a:spcPts val="0"/>
              </a:spcAft>
              <a:buSzPts val="1120"/>
              <a:buNone/>
              <a:defRPr sz="1400">
                <a:solidFill>
                  <a:schemeClr val="lt1"/>
                </a:solidFill>
              </a:defRPr>
            </a:lvl4pPr>
            <a:lvl5pPr indent="-228600" lvl="4" marL="2286000" algn="l">
              <a:lnSpc>
                <a:spcPct val="100000"/>
              </a:lnSpc>
              <a:spcBef>
                <a:spcPts val="1000"/>
              </a:spcBef>
              <a:spcAft>
                <a:spcPts val="0"/>
              </a:spcAft>
              <a:buSzPts val="1120"/>
              <a:buNone/>
              <a:defRPr sz="1400">
                <a:solidFill>
                  <a:schemeClr val="lt1"/>
                </a:solidFill>
              </a:defRPr>
            </a:lvl5pPr>
            <a:lvl6pPr indent="-228600" lvl="5" marL="2743200" algn="l">
              <a:lnSpc>
                <a:spcPct val="100000"/>
              </a:lnSpc>
              <a:spcBef>
                <a:spcPts val="1000"/>
              </a:spcBef>
              <a:spcAft>
                <a:spcPts val="0"/>
              </a:spcAft>
              <a:buSzPts val="1120"/>
              <a:buNone/>
              <a:defRPr sz="1400">
                <a:solidFill>
                  <a:schemeClr val="lt1"/>
                </a:solidFill>
              </a:defRPr>
            </a:lvl6pPr>
            <a:lvl7pPr indent="-228600" lvl="6" marL="3200400" algn="l">
              <a:lnSpc>
                <a:spcPct val="100000"/>
              </a:lnSpc>
              <a:spcBef>
                <a:spcPts val="1000"/>
              </a:spcBef>
              <a:spcAft>
                <a:spcPts val="0"/>
              </a:spcAft>
              <a:buSzPts val="1120"/>
              <a:buNone/>
              <a:defRPr sz="1400">
                <a:solidFill>
                  <a:schemeClr val="lt1"/>
                </a:solidFill>
              </a:defRPr>
            </a:lvl7pPr>
            <a:lvl8pPr indent="-228600" lvl="7" marL="3657600" algn="l">
              <a:lnSpc>
                <a:spcPct val="100000"/>
              </a:lnSpc>
              <a:spcBef>
                <a:spcPts val="1000"/>
              </a:spcBef>
              <a:spcAft>
                <a:spcPts val="0"/>
              </a:spcAft>
              <a:buSzPts val="1120"/>
              <a:buNone/>
              <a:defRPr sz="1400">
                <a:solidFill>
                  <a:schemeClr val="lt1"/>
                </a:solidFill>
              </a:defRPr>
            </a:lvl8pPr>
            <a:lvl9pPr indent="-228600" lvl="8" marL="4114800" algn="l">
              <a:lnSpc>
                <a:spcPct val="100000"/>
              </a:lnSpc>
              <a:spcBef>
                <a:spcPts val="1000"/>
              </a:spcBef>
              <a:spcAft>
                <a:spcPts val="0"/>
              </a:spcAft>
              <a:buSzPts val="1120"/>
              <a:buNone/>
              <a:defRPr sz="1400">
                <a:solidFill>
                  <a:schemeClr val="lt1"/>
                </a:solidFill>
              </a:defRPr>
            </a:lvl9pPr>
          </a:lstStyle>
          <a:p/>
        </p:txBody>
      </p:sp>
      <p:sp>
        <p:nvSpPr>
          <p:cNvPr id="99" name="Google Shape;99;g3761d991d44_1_1489"/>
          <p:cNvSpPr txBox="1"/>
          <p:nvPr>
            <p:ph idx="10" type="dt"/>
          </p:nvPr>
        </p:nvSpPr>
        <p:spPr>
          <a:xfrm rot="5400000">
            <a:off x="7618918" y="1342951"/>
            <a:ext cx="742800" cy="2286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g3761d991d44_1_1489"/>
          <p:cNvSpPr txBox="1"/>
          <p:nvPr>
            <p:ph idx="11" type="ftr"/>
          </p:nvPr>
        </p:nvSpPr>
        <p:spPr>
          <a:xfrm rot="5400000">
            <a:off x="6715913" y="2418903"/>
            <a:ext cx="2894700" cy="2286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g3761d991d44_1_1489"/>
          <p:cNvSpPr txBox="1"/>
          <p:nvPr>
            <p:ph idx="12" type="sldNum"/>
          </p:nvPr>
        </p:nvSpPr>
        <p:spPr>
          <a:xfrm>
            <a:off x="7766431" y="221802"/>
            <a:ext cx="628800" cy="575700"/>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02" name="Shape 102"/>
        <p:cNvGrpSpPr/>
        <p:nvPr/>
      </p:nvGrpSpPr>
      <p:grpSpPr>
        <a:xfrm>
          <a:off x="0" y="0"/>
          <a:ext cx="0" cy="0"/>
          <a:chOff x="0" y="0"/>
          <a:chExt cx="0" cy="0"/>
        </a:xfrm>
      </p:grpSpPr>
      <p:sp>
        <p:nvSpPr>
          <p:cNvPr id="103" name="Google Shape;103;g3761d991d44_1_1495"/>
          <p:cNvSpPr txBox="1"/>
          <p:nvPr>
            <p:ph type="title"/>
          </p:nvPr>
        </p:nvSpPr>
        <p:spPr>
          <a:xfrm>
            <a:off x="484710" y="339539"/>
            <a:ext cx="7055400" cy="10503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lt2"/>
              </a:buClr>
              <a:buSzPts val="4200"/>
              <a:buFont typeface="Century Gothic"/>
              <a:buNone/>
              <a:defRPr sz="4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g3761d991d44_1_1495"/>
          <p:cNvSpPr txBox="1"/>
          <p:nvPr>
            <p:ph idx="1" type="body"/>
          </p:nvPr>
        </p:nvSpPr>
        <p:spPr>
          <a:xfrm>
            <a:off x="474834" y="1485900"/>
            <a:ext cx="2210700" cy="4323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86D1D8"/>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105" name="Google Shape;105;g3761d991d44_1_1495"/>
          <p:cNvSpPr txBox="1"/>
          <p:nvPr>
            <p:ph idx="2" type="body"/>
          </p:nvPr>
        </p:nvSpPr>
        <p:spPr>
          <a:xfrm>
            <a:off x="489475" y="2000250"/>
            <a:ext cx="2196000" cy="26919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106" name="Google Shape;106;g3761d991d44_1_1495"/>
          <p:cNvSpPr txBox="1"/>
          <p:nvPr>
            <p:ph idx="3" type="body"/>
          </p:nvPr>
        </p:nvSpPr>
        <p:spPr>
          <a:xfrm>
            <a:off x="2913504" y="1485900"/>
            <a:ext cx="2202900" cy="4323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86D1D8"/>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107" name="Google Shape;107;g3761d991d44_1_1495"/>
          <p:cNvSpPr txBox="1"/>
          <p:nvPr>
            <p:ph idx="4" type="body"/>
          </p:nvPr>
        </p:nvSpPr>
        <p:spPr>
          <a:xfrm>
            <a:off x="2905586" y="2000250"/>
            <a:ext cx="2210700" cy="26919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108" name="Google Shape;108;g3761d991d44_1_1495"/>
          <p:cNvSpPr txBox="1"/>
          <p:nvPr>
            <p:ph idx="5" type="body"/>
          </p:nvPr>
        </p:nvSpPr>
        <p:spPr>
          <a:xfrm>
            <a:off x="5344917" y="1485900"/>
            <a:ext cx="2199600" cy="4323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86D1D8"/>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109" name="Google Shape;109;g3761d991d44_1_1495"/>
          <p:cNvSpPr txBox="1"/>
          <p:nvPr>
            <p:ph idx="6" type="body"/>
          </p:nvPr>
        </p:nvSpPr>
        <p:spPr>
          <a:xfrm>
            <a:off x="5344917" y="2000250"/>
            <a:ext cx="2199600" cy="26919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cxnSp>
        <p:nvCxnSpPr>
          <p:cNvPr id="110" name="Google Shape;110;g3761d991d44_1_1495"/>
          <p:cNvCxnSpPr/>
          <p:nvPr/>
        </p:nvCxnSpPr>
        <p:spPr>
          <a:xfrm>
            <a:off x="2795334" y="1600200"/>
            <a:ext cx="0" cy="2971800"/>
          </a:xfrm>
          <a:prstGeom prst="straightConnector1">
            <a:avLst/>
          </a:prstGeom>
          <a:noFill/>
          <a:ln cap="flat" cmpd="sng" w="12700">
            <a:solidFill>
              <a:srgbClr val="86D1D8">
                <a:alpha val="40000"/>
              </a:srgbClr>
            </a:solidFill>
            <a:prstDash val="solid"/>
            <a:round/>
            <a:headEnd len="sm" w="sm" type="none"/>
            <a:tailEnd len="sm" w="sm" type="none"/>
          </a:ln>
        </p:spPr>
      </p:cxnSp>
      <p:cxnSp>
        <p:nvCxnSpPr>
          <p:cNvPr id="111" name="Google Shape;111;g3761d991d44_1_1495"/>
          <p:cNvCxnSpPr/>
          <p:nvPr/>
        </p:nvCxnSpPr>
        <p:spPr>
          <a:xfrm>
            <a:off x="5223030" y="1600200"/>
            <a:ext cx="0" cy="2975100"/>
          </a:xfrm>
          <a:prstGeom prst="straightConnector1">
            <a:avLst/>
          </a:prstGeom>
          <a:noFill/>
          <a:ln cap="flat" cmpd="sng" w="12700">
            <a:solidFill>
              <a:srgbClr val="86D1D8">
                <a:alpha val="40000"/>
              </a:srgbClr>
            </a:solidFill>
            <a:prstDash val="solid"/>
            <a:round/>
            <a:headEnd len="sm" w="sm" type="none"/>
            <a:tailEnd len="sm" w="sm" type="none"/>
          </a:ln>
        </p:spPr>
      </p:cxnSp>
      <p:sp>
        <p:nvSpPr>
          <p:cNvPr id="112" name="Google Shape;112;g3761d991d44_1_1495"/>
          <p:cNvSpPr txBox="1"/>
          <p:nvPr>
            <p:ph idx="10" type="dt"/>
          </p:nvPr>
        </p:nvSpPr>
        <p:spPr>
          <a:xfrm rot="5400000">
            <a:off x="7618918" y="1342951"/>
            <a:ext cx="742800" cy="2286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g3761d991d44_1_1495"/>
          <p:cNvSpPr txBox="1"/>
          <p:nvPr>
            <p:ph idx="11" type="ftr"/>
          </p:nvPr>
        </p:nvSpPr>
        <p:spPr>
          <a:xfrm rot="5400000">
            <a:off x="6715913" y="2418903"/>
            <a:ext cx="2894700" cy="2286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g3761d991d44_1_1495"/>
          <p:cNvSpPr txBox="1"/>
          <p:nvPr>
            <p:ph idx="12" type="sldNum"/>
          </p:nvPr>
        </p:nvSpPr>
        <p:spPr>
          <a:xfrm>
            <a:off x="7766431" y="221802"/>
            <a:ext cx="628800" cy="575700"/>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115" name="Shape 115"/>
        <p:cNvGrpSpPr/>
        <p:nvPr/>
      </p:nvGrpSpPr>
      <p:grpSpPr>
        <a:xfrm>
          <a:off x="0" y="0"/>
          <a:ext cx="0" cy="0"/>
          <a:chOff x="0" y="0"/>
          <a:chExt cx="0" cy="0"/>
        </a:xfrm>
      </p:grpSpPr>
      <p:sp>
        <p:nvSpPr>
          <p:cNvPr id="116" name="Google Shape;116;g3761d991d44_1_1508"/>
          <p:cNvSpPr txBox="1"/>
          <p:nvPr>
            <p:ph type="title"/>
          </p:nvPr>
        </p:nvSpPr>
        <p:spPr>
          <a:xfrm>
            <a:off x="484710" y="339539"/>
            <a:ext cx="7055400" cy="10503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lt2"/>
              </a:buClr>
              <a:buSzPts val="4200"/>
              <a:buFont typeface="Century Gothic"/>
              <a:buNone/>
              <a:defRPr sz="4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g3761d991d44_1_1508"/>
          <p:cNvSpPr txBox="1"/>
          <p:nvPr>
            <p:ph idx="1" type="body"/>
          </p:nvPr>
        </p:nvSpPr>
        <p:spPr>
          <a:xfrm>
            <a:off x="489475" y="3188212"/>
            <a:ext cx="2205600" cy="4323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86D1D8"/>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118" name="Google Shape;118;g3761d991d44_1_1508"/>
          <p:cNvSpPr/>
          <p:nvPr>
            <p:ph idx="2" type="pic"/>
          </p:nvPr>
        </p:nvSpPr>
        <p:spPr>
          <a:xfrm>
            <a:off x="489475" y="1657350"/>
            <a:ext cx="2205600" cy="1143000"/>
          </a:xfrm>
          <a:prstGeom prst="roundRect">
            <a:avLst>
              <a:gd fmla="val 1858" name="adj"/>
            </a:avLst>
          </a:prstGeom>
          <a:noFill/>
          <a:ln>
            <a:noFill/>
          </a:ln>
          <a:effectLst>
            <a:outerShdw blurRad="50800" rotWithShape="0" algn="tl" dir="5400000" dist="50800">
              <a:srgbClr val="000000">
                <a:alpha val="41960"/>
              </a:srgbClr>
            </a:outerShdw>
          </a:effectLst>
        </p:spPr>
      </p:sp>
      <p:sp>
        <p:nvSpPr>
          <p:cNvPr id="119" name="Google Shape;119;g3761d991d44_1_1508"/>
          <p:cNvSpPr txBox="1"/>
          <p:nvPr>
            <p:ph idx="3" type="body"/>
          </p:nvPr>
        </p:nvSpPr>
        <p:spPr>
          <a:xfrm>
            <a:off x="489475" y="3620409"/>
            <a:ext cx="2205600" cy="4944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120" name="Google Shape;120;g3761d991d44_1_1508"/>
          <p:cNvSpPr txBox="1"/>
          <p:nvPr>
            <p:ph idx="4" type="body"/>
          </p:nvPr>
        </p:nvSpPr>
        <p:spPr>
          <a:xfrm>
            <a:off x="2917792" y="3188212"/>
            <a:ext cx="2198400" cy="4323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86D1D8"/>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121" name="Google Shape;121;g3761d991d44_1_1508"/>
          <p:cNvSpPr/>
          <p:nvPr>
            <p:ph idx="5" type="pic"/>
          </p:nvPr>
        </p:nvSpPr>
        <p:spPr>
          <a:xfrm>
            <a:off x="2917791" y="1657350"/>
            <a:ext cx="2198400" cy="1143000"/>
          </a:xfrm>
          <a:prstGeom prst="roundRect">
            <a:avLst>
              <a:gd fmla="val 1858" name="adj"/>
            </a:avLst>
          </a:prstGeom>
          <a:noFill/>
          <a:ln>
            <a:noFill/>
          </a:ln>
          <a:effectLst>
            <a:outerShdw blurRad="50800" rotWithShape="0" algn="tl" dir="5400000" dist="50800">
              <a:srgbClr val="000000">
                <a:alpha val="41960"/>
              </a:srgbClr>
            </a:outerShdw>
          </a:effectLst>
        </p:spPr>
      </p:sp>
      <p:sp>
        <p:nvSpPr>
          <p:cNvPr id="122" name="Google Shape;122;g3761d991d44_1_1508"/>
          <p:cNvSpPr txBox="1"/>
          <p:nvPr>
            <p:ph idx="6" type="body"/>
          </p:nvPr>
        </p:nvSpPr>
        <p:spPr>
          <a:xfrm>
            <a:off x="2916776" y="3620408"/>
            <a:ext cx="2201400" cy="4944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sp>
        <p:nvSpPr>
          <p:cNvPr id="123" name="Google Shape;123;g3761d991d44_1_1508"/>
          <p:cNvSpPr txBox="1"/>
          <p:nvPr>
            <p:ph idx="7" type="body"/>
          </p:nvPr>
        </p:nvSpPr>
        <p:spPr>
          <a:xfrm>
            <a:off x="5344917" y="3188212"/>
            <a:ext cx="2199600" cy="4323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b="0" sz="2400">
                <a:solidFill>
                  <a:srgbClr val="86D1D8"/>
                </a:solidFill>
              </a:defRPr>
            </a:lvl1pPr>
            <a:lvl2pPr indent="-228600" lvl="1" marL="914400" algn="l">
              <a:lnSpc>
                <a:spcPct val="100000"/>
              </a:lnSpc>
              <a:spcBef>
                <a:spcPts val="1000"/>
              </a:spcBef>
              <a:spcAft>
                <a:spcPts val="0"/>
              </a:spcAft>
              <a:buSzPts val="1600"/>
              <a:buNone/>
              <a:defRPr b="1" sz="2000"/>
            </a:lvl2pPr>
            <a:lvl3pPr indent="-228600" lvl="2" marL="1371600" algn="l">
              <a:lnSpc>
                <a:spcPct val="100000"/>
              </a:lnSpc>
              <a:spcBef>
                <a:spcPts val="1000"/>
              </a:spcBef>
              <a:spcAft>
                <a:spcPts val="0"/>
              </a:spcAft>
              <a:buSzPts val="1440"/>
              <a:buNone/>
              <a:defRPr b="1" sz="1800"/>
            </a:lvl3pPr>
            <a:lvl4pPr indent="-228600" lvl="3" marL="1828800" algn="l">
              <a:lnSpc>
                <a:spcPct val="100000"/>
              </a:lnSpc>
              <a:spcBef>
                <a:spcPts val="1000"/>
              </a:spcBef>
              <a:spcAft>
                <a:spcPts val="0"/>
              </a:spcAft>
              <a:buSzPts val="1280"/>
              <a:buNone/>
              <a:defRPr b="1" sz="1600"/>
            </a:lvl4pPr>
            <a:lvl5pPr indent="-228600" lvl="4" marL="2286000" algn="l">
              <a:lnSpc>
                <a:spcPct val="100000"/>
              </a:lnSpc>
              <a:spcBef>
                <a:spcPts val="1000"/>
              </a:spcBef>
              <a:spcAft>
                <a:spcPts val="0"/>
              </a:spcAft>
              <a:buSzPts val="1280"/>
              <a:buNone/>
              <a:defRPr b="1" sz="1600"/>
            </a:lvl5pPr>
            <a:lvl6pPr indent="-228600" lvl="5" marL="2743200" algn="l">
              <a:lnSpc>
                <a:spcPct val="100000"/>
              </a:lnSpc>
              <a:spcBef>
                <a:spcPts val="1000"/>
              </a:spcBef>
              <a:spcAft>
                <a:spcPts val="0"/>
              </a:spcAft>
              <a:buSzPts val="1280"/>
              <a:buNone/>
              <a:defRPr b="1" sz="1600"/>
            </a:lvl6pPr>
            <a:lvl7pPr indent="-228600" lvl="6" marL="3200400" algn="l">
              <a:lnSpc>
                <a:spcPct val="100000"/>
              </a:lnSpc>
              <a:spcBef>
                <a:spcPts val="1000"/>
              </a:spcBef>
              <a:spcAft>
                <a:spcPts val="0"/>
              </a:spcAft>
              <a:buSzPts val="1280"/>
              <a:buNone/>
              <a:defRPr b="1" sz="1600"/>
            </a:lvl7pPr>
            <a:lvl8pPr indent="-228600" lvl="7" marL="3657600" algn="l">
              <a:lnSpc>
                <a:spcPct val="100000"/>
              </a:lnSpc>
              <a:spcBef>
                <a:spcPts val="1000"/>
              </a:spcBef>
              <a:spcAft>
                <a:spcPts val="0"/>
              </a:spcAft>
              <a:buSzPts val="1280"/>
              <a:buNone/>
              <a:defRPr b="1" sz="1600"/>
            </a:lvl8pPr>
            <a:lvl9pPr indent="-228600" lvl="8" marL="4114800" algn="l">
              <a:lnSpc>
                <a:spcPct val="100000"/>
              </a:lnSpc>
              <a:spcBef>
                <a:spcPts val="1000"/>
              </a:spcBef>
              <a:spcAft>
                <a:spcPts val="0"/>
              </a:spcAft>
              <a:buSzPts val="1280"/>
              <a:buNone/>
              <a:defRPr b="1" sz="1600"/>
            </a:lvl9pPr>
          </a:lstStyle>
          <a:p/>
        </p:txBody>
      </p:sp>
      <p:sp>
        <p:nvSpPr>
          <p:cNvPr id="124" name="Google Shape;124;g3761d991d44_1_1508"/>
          <p:cNvSpPr/>
          <p:nvPr>
            <p:ph idx="8" type="pic"/>
          </p:nvPr>
        </p:nvSpPr>
        <p:spPr>
          <a:xfrm>
            <a:off x="5344916" y="1657350"/>
            <a:ext cx="2199600" cy="1143000"/>
          </a:xfrm>
          <a:prstGeom prst="roundRect">
            <a:avLst>
              <a:gd fmla="val 1858" name="adj"/>
            </a:avLst>
          </a:prstGeom>
          <a:noFill/>
          <a:ln>
            <a:noFill/>
          </a:ln>
          <a:effectLst>
            <a:outerShdw blurRad="50800" rotWithShape="0" algn="tl" dir="5400000" dist="50800">
              <a:srgbClr val="000000">
                <a:alpha val="41960"/>
              </a:srgbClr>
            </a:outerShdw>
          </a:effectLst>
        </p:spPr>
      </p:sp>
      <p:sp>
        <p:nvSpPr>
          <p:cNvPr id="125" name="Google Shape;125;g3761d991d44_1_1508"/>
          <p:cNvSpPr txBox="1"/>
          <p:nvPr>
            <p:ph idx="9" type="body"/>
          </p:nvPr>
        </p:nvSpPr>
        <p:spPr>
          <a:xfrm>
            <a:off x="5344824" y="3620407"/>
            <a:ext cx="2202600" cy="4944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228600" lvl="1" marL="914400" algn="l">
              <a:lnSpc>
                <a:spcPct val="100000"/>
              </a:lnSpc>
              <a:spcBef>
                <a:spcPts val="1000"/>
              </a:spcBef>
              <a:spcAft>
                <a:spcPts val="0"/>
              </a:spcAft>
              <a:buSzPts val="960"/>
              <a:buNone/>
              <a:defRPr sz="1200"/>
            </a:lvl2pPr>
            <a:lvl3pPr indent="-228600" lvl="2" marL="1371600" algn="l">
              <a:lnSpc>
                <a:spcPct val="100000"/>
              </a:lnSpc>
              <a:spcBef>
                <a:spcPts val="1000"/>
              </a:spcBef>
              <a:spcAft>
                <a:spcPts val="0"/>
              </a:spcAft>
              <a:buSzPts val="800"/>
              <a:buNone/>
              <a:defRPr sz="1000"/>
            </a:lvl3pPr>
            <a:lvl4pPr indent="-228600" lvl="3" marL="1828800" algn="l">
              <a:lnSpc>
                <a:spcPct val="100000"/>
              </a:lnSpc>
              <a:spcBef>
                <a:spcPts val="1000"/>
              </a:spcBef>
              <a:spcAft>
                <a:spcPts val="0"/>
              </a:spcAft>
              <a:buSzPts val="720"/>
              <a:buNone/>
              <a:defRPr sz="900"/>
            </a:lvl4pPr>
            <a:lvl5pPr indent="-228600" lvl="4" marL="2286000" algn="l">
              <a:lnSpc>
                <a:spcPct val="100000"/>
              </a:lnSpc>
              <a:spcBef>
                <a:spcPts val="1000"/>
              </a:spcBef>
              <a:spcAft>
                <a:spcPts val="0"/>
              </a:spcAft>
              <a:buSzPts val="720"/>
              <a:buNone/>
              <a:defRPr sz="900"/>
            </a:lvl5pPr>
            <a:lvl6pPr indent="-228600" lvl="5" marL="2743200" algn="l">
              <a:lnSpc>
                <a:spcPct val="100000"/>
              </a:lnSpc>
              <a:spcBef>
                <a:spcPts val="1000"/>
              </a:spcBef>
              <a:spcAft>
                <a:spcPts val="0"/>
              </a:spcAft>
              <a:buSzPts val="720"/>
              <a:buNone/>
              <a:defRPr sz="900"/>
            </a:lvl6pPr>
            <a:lvl7pPr indent="-228600" lvl="6" marL="3200400" algn="l">
              <a:lnSpc>
                <a:spcPct val="100000"/>
              </a:lnSpc>
              <a:spcBef>
                <a:spcPts val="1000"/>
              </a:spcBef>
              <a:spcAft>
                <a:spcPts val="0"/>
              </a:spcAft>
              <a:buSzPts val="720"/>
              <a:buNone/>
              <a:defRPr sz="900"/>
            </a:lvl7pPr>
            <a:lvl8pPr indent="-228600" lvl="7" marL="3657600" algn="l">
              <a:lnSpc>
                <a:spcPct val="100000"/>
              </a:lnSpc>
              <a:spcBef>
                <a:spcPts val="1000"/>
              </a:spcBef>
              <a:spcAft>
                <a:spcPts val="0"/>
              </a:spcAft>
              <a:buSzPts val="720"/>
              <a:buNone/>
              <a:defRPr sz="900"/>
            </a:lvl8pPr>
            <a:lvl9pPr indent="-228600" lvl="8" marL="4114800" algn="l">
              <a:lnSpc>
                <a:spcPct val="100000"/>
              </a:lnSpc>
              <a:spcBef>
                <a:spcPts val="1000"/>
              </a:spcBef>
              <a:spcAft>
                <a:spcPts val="0"/>
              </a:spcAft>
              <a:buSzPts val="720"/>
              <a:buNone/>
              <a:defRPr sz="900"/>
            </a:lvl9pPr>
          </a:lstStyle>
          <a:p/>
        </p:txBody>
      </p:sp>
      <p:cxnSp>
        <p:nvCxnSpPr>
          <p:cNvPr id="126" name="Google Shape;126;g3761d991d44_1_1508"/>
          <p:cNvCxnSpPr/>
          <p:nvPr/>
        </p:nvCxnSpPr>
        <p:spPr>
          <a:xfrm>
            <a:off x="2795334" y="1600200"/>
            <a:ext cx="0" cy="2971800"/>
          </a:xfrm>
          <a:prstGeom prst="straightConnector1">
            <a:avLst/>
          </a:prstGeom>
          <a:noFill/>
          <a:ln cap="flat" cmpd="sng" w="12700">
            <a:solidFill>
              <a:srgbClr val="86D1D8">
                <a:alpha val="40000"/>
              </a:srgbClr>
            </a:solidFill>
            <a:prstDash val="solid"/>
            <a:round/>
            <a:headEnd len="sm" w="sm" type="none"/>
            <a:tailEnd len="sm" w="sm" type="none"/>
          </a:ln>
        </p:spPr>
      </p:cxnSp>
      <p:cxnSp>
        <p:nvCxnSpPr>
          <p:cNvPr id="127" name="Google Shape;127;g3761d991d44_1_1508"/>
          <p:cNvCxnSpPr/>
          <p:nvPr/>
        </p:nvCxnSpPr>
        <p:spPr>
          <a:xfrm>
            <a:off x="5223030" y="1600200"/>
            <a:ext cx="0" cy="2975100"/>
          </a:xfrm>
          <a:prstGeom prst="straightConnector1">
            <a:avLst/>
          </a:prstGeom>
          <a:noFill/>
          <a:ln cap="flat" cmpd="sng" w="12700">
            <a:solidFill>
              <a:srgbClr val="86D1D8">
                <a:alpha val="40000"/>
              </a:srgbClr>
            </a:solidFill>
            <a:prstDash val="solid"/>
            <a:round/>
            <a:headEnd len="sm" w="sm" type="none"/>
            <a:tailEnd len="sm" w="sm" type="none"/>
          </a:ln>
        </p:spPr>
      </p:cxnSp>
      <p:sp>
        <p:nvSpPr>
          <p:cNvPr id="128" name="Google Shape;128;g3761d991d44_1_1508"/>
          <p:cNvSpPr txBox="1"/>
          <p:nvPr>
            <p:ph idx="10" type="dt"/>
          </p:nvPr>
        </p:nvSpPr>
        <p:spPr>
          <a:xfrm rot="5400000">
            <a:off x="7618918" y="1342951"/>
            <a:ext cx="742800" cy="2286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g3761d991d44_1_1508"/>
          <p:cNvSpPr txBox="1"/>
          <p:nvPr>
            <p:ph idx="11" type="ftr"/>
          </p:nvPr>
        </p:nvSpPr>
        <p:spPr>
          <a:xfrm rot="5400000">
            <a:off x="6715913" y="2418903"/>
            <a:ext cx="2894700" cy="2286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0" name="Google Shape;130;g3761d991d44_1_1508"/>
          <p:cNvSpPr txBox="1"/>
          <p:nvPr>
            <p:ph idx="12" type="sldNum"/>
          </p:nvPr>
        </p:nvSpPr>
        <p:spPr>
          <a:xfrm>
            <a:off x="7766431" y="221802"/>
            <a:ext cx="628800" cy="575700"/>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1" name="Shape 131"/>
        <p:cNvGrpSpPr/>
        <p:nvPr/>
      </p:nvGrpSpPr>
      <p:grpSpPr>
        <a:xfrm>
          <a:off x="0" y="0"/>
          <a:ext cx="0" cy="0"/>
          <a:chOff x="0" y="0"/>
          <a:chExt cx="0" cy="0"/>
        </a:xfrm>
      </p:grpSpPr>
      <p:sp>
        <p:nvSpPr>
          <p:cNvPr id="132" name="Google Shape;132;g3761d991d44_1_1524"/>
          <p:cNvSpPr txBox="1"/>
          <p:nvPr>
            <p:ph type="title"/>
          </p:nvPr>
        </p:nvSpPr>
        <p:spPr>
          <a:xfrm>
            <a:off x="484710" y="339539"/>
            <a:ext cx="7055400" cy="10503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chemeClr val="l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g3761d991d44_1_1524"/>
          <p:cNvSpPr txBox="1"/>
          <p:nvPr>
            <p:ph idx="1" type="body"/>
          </p:nvPr>
        </p:nvSpPr>
        <p:spPr>
          <a:xfrm rot="5400000">
            <a:off x="2610205" y="-242756"/>
            <a:ext cx="3146700" cy="6711600"/>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39" lvl="2" marL="1371600" algn="l">
              <a:lnSpc>
                <a:spcPct val="100000"/>
              </a:lnSpc>
              <a:spcBef>
                <a:spcPts val="1000"/>
              </a:spcBef>
              <a:spcAft>
                <a:spcPts val="0"/>
              </a:spcAft>
              <a:buSzPts val="1440"/>
              <a:buChar char="►"/>
              <a:defRPr/>
            </a:lvl3pPr>
            <a:lvl4pPr indent="-320039" lvl="3" marL="1828800" algn="l">
              <a:lnSpc>
                <a:spcPct val="100000"/>
              </a:lnSpc>
              <a:spcBef>
                <a:spcPts val="1000"/>
              </a:spcBef>
              <a:spcAft>
                <a:spcPts val="0"/>
              </a:spcAft>
              <a:buSzPts val="1440"/>
              <a:buChar char="►"/>
              <a:defRPr/>
            </a:lvl4pPr>
            <a:lvl5pPr indent="-320039" lvl="4" marL="2286000" algn="l">
              <a:lnSpc>
                <a:spcPct val="100000"/>
              </a:lnSpc>
              <a:spcBef>
                <a:spcPts val="1000"/>
              </a:spcBef>
              <a:spcAft>
                <a:spcPts val="0"/>
              </a:spcAft>
              <a:buSzPts val="1440"/>
              <a:buChar char="►"/>
              <a:defRPr/>
            </a:lvl5pPr>
            <a:lvl6pPr indent="-320039" lvl="5" marL="2743200" algn="l">
              <a:lnSpc>
                <a:spcPct val="100000"/>
              </a:lnSpc>
              <a:spcBef>
                <a:spcPts val="1000"/>
              </a:spcBef>
              <a:spcAft>
                <a:spcPts val="0"/>
              </a:spcAft>
              <a:buSzPts val="1440"/>
              <a:buChar char="►"/>
              <a:defRPr/>
            </a:lvl6pPr>
            <a:lvl7pPr indent="-320039"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134" name="Google Shape;134;g3761d991d44_1_1524"/>
          <p:cNvSpPr txBox="1"/>
          <p:nvPr>
            <p:ph idx="10" type="dt"/>
          </p:nvPr>
        </p:nvSpPr>
        <p:spPr>
          <a:xfrm rot="5400000">
            <a:off x="7618918" y="1342951"/>
            <a:ext cx="742800" cy="2286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g3761d991d44_1_1524"/>
          <p:cNvSpPr txBox="1"/>
          <p:nvPr>
            <p:ph idx="11" type="ftr"/>
          </p:nvPr>
        </p:nvSpPr>
        <p:spPr>
          <a:xfrm rot="5400000">
            <a:off x="6715913" y="2418903"/>
            <a:ext cx="2894700" cy="2286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g3761d991d44_1_1524"/>
          <p:cNvSpPr txBox="1"/>
          <p:nvPr>
            <p:ph idx="12" type="sldNum"/>
          </p:nvPr>
        </p:nvSpPr>
        <p:spPr>
          <a:xfrm>
            <a:off x="7766431" y="221802"/>
            <a:ext cx="628800" cy="575700"/>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7" name="Shape 137"/>
        <p:cNvGrpSpPr/>
        <p:nvPr/>
      </p:nvGrpSpPr>
      <p:grpSpPr>
        <a:xfrm>
          <a:off x="0" y="0"/>
          <a:ext cx="0" cy="0"/>
          <a:chOff x="0" y="0"/>
          <a:chExt cx="0" cy="0"/>
        </a:xfrm>
      </p:grpSpPr>
      <p:sp>
        <p:nvSpPr>
          <p:cNvPr id="138" name="Google Shape;138;g3761d991d44_1_1530"/>
          <p:cNvSpPr txBox="1"/>
          <p:nvPr>
            <p:ph type="title"/>
          </p:nvPr>
        </p:nvSpPr>
        <p:spPr>
          <a:xfrm rot="5400000">
            <a:off x="4702375" y="1849961"/>
            <a:ext cx="4369500" cy="13149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l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g3761d991d44_1_1530"/>
          <p:cNvSpPr txBox="1"/>
          <p:nvPr>
            <p:ph idx="1" type="body"/>
          </p:nvPr>
        </p:nvSpPr>
        <p:spPr>
          <a:xfrm rot="5400000">
            <a:off x="1217637" y="-148346"/>
            <a:ext cx="4112400" cy="5568900"/>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1000"/>
              </a:spcBef>
              <a:spcAft>
                <a:spcPts val="0"/>
              </a:spcAft>
              <a:buSzPts val="1440"/>
              <a:buChar char="►"/>
              <a:defRPr/>
            </a:lvl1pPr>
            <a:lvl2pPr indent="-320040" lvl="1" marL="914400" algn="l">
              <a:lnSpc>
                <a:spcPct val="100000"/>
              </a:lnSpc>
              <a:spcBef>
                <a:spcPts val="1000"/>
              </a:spcBef>
              <a:spcAft>
                <a:spcPts val="0"/>
              </a:spcAft>
              <a:buSzPts val="1440"/>
              <a:buChar char="►"/>
              <a:defRPr/>
            </a:lvl2pPr>
            <a:lvl3pPr indent="-320039" lvl="2" marL="1371600" algn="l">
              <a:lnSpc>
                <a:spcPct val="100000"/>
              </a:lnSpc>
              <a:spcBef>
                <a:spcPts val="1000"/>
              </a:spcBef>
              <a:spcAft>
                <a:spcPts val="0"/>
              </a:spcAft>
              <a:buSzPts val="1440"/>
              <a:buChar char="►"/>
              <a:defRPr/>
            </a:lvl3pPr>
            <a:lvl4pPr indent="-320039" lvl="3" marL="1828800" algn="l">
              <a:lnSpc>
                <a:spcPct val="100000"/>
              </a:lnSpc>
              <a:spcBef>
                <a:spcPts val="1000"/>
              </a:spcBef>
              <a:spcAft>
                <a:spcPts val="0"/>
              </a:spcAft>
              <a:buSzPts val="1440"/>
              <a:buChar char="►"/>
              <a:defRPr/>
            </a:lvl4pPr>
            <a:lvl5pPr indent="-320039" lvl="4" marL="2286000" algn="l">
              <a:lnSpc>
                <a:spcPct val="100000"/>
              </a:lnSpc>
              <a:spcBef>
                <a:spcPts val="1000"/>
              </a:spcBef>
              <a:spcAft>
                <a:spcPts val="0"/>
              </a:spcAft>
              <a:buSzPts val="1440"/>
              <a:buChar char="►"/>
              <a:defRPr/>
            </a:lvl5pPr>
            <a:lvl6pPr indent="-320039" lvl="5" marL="2743200" algn="l">
              <a:lnSpc>
                <a:spcPct val="100000"/>
              </a:lnSpc>
              <a:spcBef>
                <a:spcPts val="1000"/>
              </a:spcBef>
              <a:spcAft>
                <a:spcPts val="0"/>
              </a:spcAft>
              <a:buSzPts val="1440"/>
              <a:buChar char="►"/>
              <a:defRPr/>
            </a:lvl6pPr>
            <a:lvl7pPr indent="-320039" lvl="6" marL="3200400" algn="l">
              <a:lnSpc>
                <a:spcPct val="100000"/>
              </a:lnSpc>
              <a:spcBef>
                <a:spcPts val="1000"/>
              </a:spcBef>
              <a:spcAft>
                <a:spcPts val="0"/>
              </a:spcAft>
              <a:buSzPts val="1440"/>
              <a:buChar char="►"/>
              <a:defRPr/>
            </a:lvl7pPr>
            <a:lvl8pPr indent="-320040" lvl="7" marL="3657600" algn="l">
              <a:lnSpc>
                <a:spcPct val="100000"/>
              </a:lnSpc>
              <a:spcBef>
                <a:spcPts val="1000"/>
              </a:spcBef>
              <a:spcAft>
                <a:spcPts val="0"/>
              </a:spcAft>
              <a:buSzPts val="1440"/>
              <a:buChar char="►"/>
              <a:defRPr/>
            </a:lvl8pPr>
            <a:lvl9pPr indent="-320040" lvl="8" marL="4114800" algn="l">
              <a:lnSpc>
                <a:spcPct val="100000"/>
              </a:lnSpc>
              <a:spcBef>
                <a:spcPts val="1000"/>
              </a:spcBef>
              <a:spcAft>
                <a:spcPts val="0"/>
              </a:spcAft>
              <a:buSzPts val="1440"/>
              <a:buChar char="►"/>
              <a:defRPr/>
            </a:lvl9pPr>
          </a:lstStyle>
          <a:p/>
        </p:txBody>
      </p:sp>
      <p:sp>
        <p:nvSpPr>
          <p:cNvPr id="140" name="Google Shape;140;g3761d991d44_1_1530"/>
          <p:cNvSpPr txBox="1"/>
          <p:nvPr>
            <p:ph idx="10" type="dt"/>
          </p:nvPr>
        </p:nvSpPr>
        <p:spPr>
          <a:xfrm rot="5400000">
            <a:off x="7618918" y="1342951"/>
            <a:ext cx="742800" cy="2286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1" name="Google Shape;141;g3761d991d44_1_1530"/>
          <p:cNvSpPr txBox="1"/>
          <p:nvPr>
            <p:ph idx="11" type="ftr"/>
          </p:nvPr>
        </p:nvSpPr>
        <p:spPr>
          <a:xfrm rot="5400000">
            <a:off x="6715913" y="2418903"/>
            <a:ext cx="2894700" cy="2286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g3761d991d44_1_1530"/>
          <p:cNvSpPr txBox="1"/>
          <p:nvPr>
            <p:ph idx="12" type="sldNum"/>
          </p:nvPr>
        </p:nvSpPr>
        <p:spPr>
          <a:xfrm>
            <a:off x="7766431" y="221802"/>
            <a:ext cx="628800" cy="575700"/>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1pPr>
            <a:lvl2pPr indent="0" lvl="1"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2pPr>
            <a:lvl3pPr indent="0" lvl="2"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3pPr>
            <a:lvl4pPr indent="0" lvl="3"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4pPr>
            <a:lvl5pPr indent="0" lvl="4"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5pPr>
            <a:lvl6pPr indent="0" lvl="5"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6pPr>
            <a:lvl7pPr indent="0" lvl="6"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7pPr>
            <a:lvl8pPr indent="0" lvl="7"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8pPr>
            <a:lvl9pPr indent="0" lvl="8" marL="0" marR="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3" name="Shape 143"/>
        <p:cNvGrpSpPr/>
        <p:nvPr/>
      </p:nvGrpSpPr>
      <p:grpSpPr>
        <a:xfrm>
          <a:off x="0" y="0"/>
          <a:ext cx="0" cy="0"/>
          <a:chOff x="0" y="0"/>
          <a:chExt cx="0" cy="0"/>
        </a:xfrm>
      </p:grpSpPr>
      <p:cxnSp>
        <p:nvCxnSpPr>
          <p:cNvPr id="144" name="Google Shape;144;g3761d991d44_1_1536"/>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145" name="Google Shape;145;g3761d991d44_1_1536"/>
          <p:cNvSpPr txBox="1"/>
          <p:nvPr>
            <p:ph type="title"/>
          </p:nvPr>
        </p:nvSpPr>
        <p:spPr>
          <a:xfrm>
            <a:off x="387900" y="458025"/>
            <a:ext cx="8368200" cy="686100"/>
          </a:xfrm>
          <a:prstGeom prst="rect">
            <a:avLst/>
          </a:prstGeom>
        </p:spPr>
        <p:txBody>
          <a:bodyPr anchorCtr="0" anchor="t" bIns="45700" lIns="91425" spcFirstLastPara="1" rIns="91425" wrap="square" tIns="45700">
            <a:noAutofit/>
          </a:bodyPr>
          <a:lstStyle>
            <a:lvl1pPr lvl="0">
              <a:spcBef>
                <a:spcPts val="0"/>
              </a:spcBef>
              <a:spcAft>
                <a:spcPts val="0"/>
              </a:spcAft>
              <a:buSzPts val="4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6" name="Google Shape;146;g3761d991d44_1_1536"/>
          <p:cNvSpPr txBox="1"/>
          <p:nvPr>
            <p:ph idx="1" type="body"/>
          </p:nvPr>
        </p:nvSpPr>
        <p:spPr>
          <a:xfrm>
            <a:off x="387900" y="1489824"/>
            <a:ext cx="8368200" cy="3078900"/>
          </a:xfrm>
          <a:prstGeom prst="rect">
            <a:avLst/>
          </a:prstGeom>
        </p:spPr>
        <p:txBody>
          <a:bodyPr anchorCtr="0" anchor="t" bIns="45700" lIns="91425" spcFirstLastPara="1" rIns="91425" wrap="square" tIns="45700">
            <a:normAutofit/>
          </a:bodyPr>
          <a:lstStyle>
            <a:lvl1pPr indent="-330200" lvl="0" marL="457200">
              <a:spcBef>
                <a:spcPts val="1000"/>
              </a:spcBef>
              <a:spcAft>
                <a:spcPts val="0"/>
              </a:spcAft>
              <a:buSzPts val="1600"/>
              <a:buChar char="►"/>
              <a:defRPr/>
            </a:lvl1pPr>
            <a:lvl2pPr indent="-320040" lvl="1" marL="914400">
              <a:spcBef>
                <a:spcPts val="1000"/>
              </a:spcBef>
              <a:spcAft>
                <a:spcPts val="0"/>
              </a:spcAft>
              <a:buSzPts val="1440"/>
              <a:buChar char="►"/>
              <a:defRPr/>
            </a:lvl2pPr>
            <a:lvl3pPr indent="-309880" lvl="2" marL="1371600">
              <a:spcBef>
                <a:spcPts val="1000"/>
              </a:spcBef>
              <a:spcAft>
                <a:spcPts val="0"/>
              </a:spcAft>
              <a:buSzPts val="1280"/>
              <a:buChar char="►"/>
              <a:defRPr/>
            </a:lvl3pPr>
            <a:lvl4pPr indent="-299719" lvl="3" marL="1828800">
              <a:spcBef>
                <a:spcPts val="1000"/>
              </a:spcBef>
              <a:spcAft>
                <a:spcPts val="0"/>
              </a:spcAft>
              <a:buSzPts val="1120"/>
              <a:buChar char="►"/>
              <a:defRPr/>
            </a:lvl4pPr>
            <a:lvl5pPr indent="-299720" lvl="4" marL="2286000">
              <a:spcBef>
                <a:spcPts val="1000"/>
              </a:spcBef>
              <a:spcAft>
                <a:spcPts val="0"/>
              </a:spcAft>
              <a:buSzPts val="1120"/>
              <a:buChar char="►"/>
              <a:defRPr/>
            </a:lvl5pPr>
            <a:lvl6pPr indent="-299720" lvl="5" marL="2743200">
              <a:spcBef>
                <a:spcPts val="1000"/>
              </a:spcBef>
              <a:spcAft>
                <a:spcPts val="0"/>
              </a:spcAft>
              <a:buSzPts val="1120"/>
              <a:buChar char="►"/>
              <a:defRPr/>
            </a:lvl6pPr>
            <a:lvl7pPr indent="-299720" lvl="6" marL="3200400">
              <a:spcBef>
                <a:spcPts val="1000"/>
              </a:spcBef>
              <a:spcAft>
                <a:spcPts val="0"/>
              </a:spcAft>
              <a:buSzPts val="1120"/>
              <a:buChar char="►"/>
              <a:defRPr/>
            </a:lvl7pPr>
            <a:lvl8pPr indent="-299720" lvl="7" marL="3657600">
              <a:spcBef>
                <a:spcPts val="1000"/>
              </a:spcBef>
              <a:spcAft>
                <a:spcPts val="0"/>
              </a:spcAft>
              <a:buSzPts val="1120"/>
              <a:buChar char="►"/>
              <a:defRPr/>
            </a:lvl8pPr>
            <a:lvl9pPr indent="-299720" lvl="8" marL="4114800">
              <a:spcBef>
                <a:spcPts val="1000"/>
              </a:spcBef>
              <a:spcAft>
                <a:spcPts val="0"/>
              </a:spcAft>
              <a:buSzPts val="1120"/>
              <a:buChar char="►"/>
              <a:defRPr/>
            </a:lvl9pPr>
          </a:lstStyle>
          <a:p/>
        </p:txBody>
      </p:sp>
      <p:sp>
        <p:nvSpPr>
          <p:cNvPr id="147" name="Google Shape;147;g3761d991d44_1_1536"/>
          <p:cNvSpPr txBox="1"/>
          <p:nvPr>
            <p:ph idx="12" type="sldNum"/>
          </p:nvPr>
        </p:nvSpPr>
        <p:spPr>
          <a:xfrm>
            <a:off x="8472458" y="4663217"/>
            <a:ext cx="548700" cy="393600"/>
          </a:xfrm>
          <a:prstGeom prst="rect">
            <a:avLst/>
          </a:prstGeom>
        </p:spPr>
        <p:txBody>
          <a:bodyPr anchorCtr="0" anchor="b" bIns="45700" lIns="91425" spcFirstLastPara="1" rIns="91425" wrap="square" tIns="457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2.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slideLayout" Target="../slideLayouts/slideLayout18.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g3761d991d44_1_1398"/>
          <p:cNvSpPr/>
          <p:nvPr/>
        </p:nvSpPr>
        <p:spPr>
          <a:xfrm>
            <a:off x="6299432" y="1257300"/>
            <a:ext cx="2819400" cy="2114700"/>
          </a:xfrm>
          <a:prstGeom prst="ellipse">
            <a:avLst/>
          </a:prstGeom>
          <a:gradFill>
            <a:gsLst>
              <a:gs pos="0">
                <a:srgbClr val="4CB9C3">
                  <a:alpha val="5882"/>
                </a:srgbClr>
              </a:gs>
              <a:gs pos="36000">
                <a:srgbClr val="4CB9C3">
                  <a:alpha val="5098"/>
                </a:srgbClr>
              </a:gs>
              <a:gs pos="69000">
                <a:srgbClr val="4CB9C3">
                  <a:alpha val="0"/>
                </a:srgbClr>
              </a:gs>
              <a:gs pos="100000">
                <a:srgbClr val="4CB9C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 name="Google Shape;7;g3761d991d44_1_1398"/>
          <p:cNvSpPr/>
          <p:nvPr/>
        </p:nvSpPr>
        <p:spPr>
          <a:xfrm>
            <a:off x="5689832" y="-342900"/>
            <a:ext cx="1600200" cy="1200300"/>
          </a:xfrm>
          <a:prstGeom prst="ellipse">
            <a:avLst/>
          </a:prstGeom>
          <a:gradFill>
            <a:gsLst>
              <a:gs pos="0">
                <a:srgbClr val="4CB9C3">
                  <a:alpha val="12941"/>
                </a:srgbClr>
              </a:gs>
              <a:gs pos="36000">
                <a:srgbClr val="4CB9C3">
                  <a:alpha val="5882"/>
                </a:srgbClr>
              </a:gs>
              <a:gs pos="73000">
                <a:srgbClr val="4CB9C3">
                  <a:alpha val="0"/>
                </a:srgbClr>
              </a:gs>
              <a:gs pos="100000">
                <a:srgbClr val="4CB9C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 name="Google Shape;8;g3761d991d44_1_1398"/>
          <p:cNvSpPr/>
          <p:nvPr/>
        </p:nvSpPr>
        <p:spPr>
          <a:xfrm>
            <a:off x="6299432" y="4572000"/>
            <a:ext cx="990600" cy="743100"/>
          </a:xfrm>
          <a:prstGeom prst="ellipse">
            <a:avLst/>
          </a:prstGeom>
          <a:gradFill>
            <a:gsLst>
              <a:gs pos="0">
                <a:srgbClr val="4CB9C3">
                  <a:alpha val="7843"/>
                </a:srgbClr>
              </a:gs>
              <a:gs pos="36000">
                <a:srgbClr val="4CB9C3">
                  <a:alpha val="3921"/>
                </a:srgbClr>
              </a:gs>
              <a:gs pos="66000">
                <a:srgbClr val="4CB9C3">
                  <a:alpha val="0"/>
                </a:srgbClr>
              </a:gs>
              <a:gs pos="100000">
                <a:srgbClr val="4CB9C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 name="Google Shape;9;g3761d991d44_1_1398"/>
          <p:cNvSpPr/>
          <p:nvPr/>
        </p:nvSpPr>
        <p:spPr>
          <a:xfrm>
            <a:off x="-153988" y="2000250"/>
            <a:ext cx="4191000" cy="3143400"/>
          </a:xfrm>
          <a:prstGeom prst="ellipse">
            <a:avLst/>
          </a:prstGeom>
          <a:gradFill>
            <a:gsLst>
              <a:gs pos="0">
                <a:srgbClr val="4CB9C3">
                  <a:alpha val="10196"/>
                </a:srgbClr>
              </a:gs>
              <a:gs pos="36000">
                <a:srgbClr val="4CB9C3">
                  <a:alpha val="9019"/>
                </a:srgbClr>
              </a:gs>
              <a:gs pos="75000">
                <a:srgbClr val="4CB9C3">
                  <a:alpha val="0"/>
                </a:srgbClr>
              </a:gs>
              <a:gs pos="100000">
                <a:srgbClr val="4CB9C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 name="Google Shape;10;g3761d991d44_1_1398"/>
          <p:cNvSpPr/>
          <p:nvPr/>
        </p:nvSpPr>
        <p:spPr>
          <a:xfrm>
            <a:off x="-839788" y="2171700"/>
            <a:ext cx="2362200" cy="1771800"/>
          </a:xfrm>
          <a:prstGeom prst="ellipse">
            <a:avLst/>
          </a:prstGeom>
          <a:gradFill>
            <a:gsLst>
              <a:gs pos="0">
                <a:srgbClr val="4CB9C3">
                  <a:alpha val="7058"/>
                </a:srgbClr>
              </a:gs>
              <a:gs pos="36000">
                <a:srgbClr val="4CB9C3">
                  <a:alpha val="7058"/>
                </a:srgbClr>
              </a:gs>
              <a:gs pos="72000">
                <a:srgbClr val="4CB9C3">
                  <a:alpha val="0"/>
                </a:srgbClr>
              </a:gs>
              <a:gs pos="100000">
                <a:srgbClr val="4CB9C3">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g3761d991d44_1_1398"/>
          <p:cNvSpPr/>
          <p:nvPr/>
        </p:nvSpPr>
        <p:spPr>
          <a:xfrm>
            <a:off x="7745644" y="0"/>
            <a:ext cx="685800" cy="824700"/>
          </a:xfrm>
          <a:prstGeom prst="rect">
            <a:avLst/>
          </a:prstGeom>
          <a:solidFill>
            <a:schemeClr val="accent1"/>
          </a:solidFill>
          <a:ln>
            <a:noFill/>
          </a:ln>
          <a:effectLst>
            <a:outerShdw blurRad="38100" rotWithShape="0" dir="5400000" dist="25400">
              <a:srgbClr val="000000">
                <a:alpha val="43921"/>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g3761d991d44_1_1398"/>
          <p:cNvSpPr txBox="1"/>
          <p:nvPr>
            <p:ph type="title"/>
          </p:nvPr>
        </p:nvSpPr>
        <p:spPr>
          <a:xfrm>
            <a:off x="484710" y="339539"/>
            <a:ext cx="7055400" cy="10503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lt2"/>
              </a:buClr>
              <a:buSzPts val="4200"/>
              <a:buFont typeface="Century Gothic"/>
              <a:buNone/>
              <a:defRPr b="0" i="0" sz="4200" u="none" cap="none" strike="noStrike">
                <a:solidFill>
                  <a:schemeClr val="lt2"/>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9pPr>
          </a:lstStyle>
          <a:p/>
        </p:txBody>
      </p:sp>
      <p:sp>
        <p:nvSpPr>
          <p:cNvPr id="13" name="Google Shape;13;g3761d991d44_1_1398"/>
          <p:cNvSpPr txBox="1"/>
          <p:nvPr>
            <p:ph idx="1" type="body"/>
          </p:nvPr>
        </p:nvSpPr>
        <p:spPr>
          <a:xfrm>
            <a:off x="827700" y="1539694"/>
            <a:ext cx="6711600" cy="3146700"/>
          </a:xfrm>
          <a:prstGeom prst="rect">
            <a:avLst/>
          </a:prstGeom>
          <a:noFill/>
          <a:ln>
            <a:noFill/>
          </a:ln>
        </p:spPr>
        <p:txBody>
          <a:bodyPr anchorCtr="0" anchor="t" bIns="45700" lIns="91425" spcFirstLastPara="1" rIns="91425" wrap="square" tIns="45700">
            <a:normAutofit/>
          </a:bodyPr>
          <a:lstStyle>
            <a:lvl1pPr indent="-330200" lvl="0" marL="457200" marR="0" rtl="0" algn="l">
              <a:lnSpc>
                <a:spcPct val="100000"/>
              </a:lnSpc>
              <a:spcBef>
                <a:spcPts val="1000"/>
              </a:spcBef>
              <a:spcAft>
                <a:spcPts val="0"/>
              </a:spcAft>
              <a:buClr>
                <a:srgbClr val="86D1D8"/>
              </a:buClr>
              <a:buSzPts val="1600"/>
              <a:buFont typeface="Noto Sans Symbols"/>
              <a:buChar char="►"/>
              <a:defRPr b="0" i="0" sz="2000" u="none" cap="none" strike="noStrike">
                <a:solidFill>
                  <a:schemeClr val="lt1"/>
                </a:solidFill>
                <a:latin typeface="Century Gothic"/>
                <a:ea typeface="Century Gothic"/>
                <a:cs typeface="Century Gothic"/>
                <a:sym typeface="Century Gothic"/>
              </a:defRPr>
            </a:lvl1pPr>
            <a:lvl2pPr indent="-320040" lvl="1" marL="914400" marR="0" rtl="0" algn="l">
              <a:lnSpc>
                <a:spcPct val="100000"/>
              </a:lnSpc>
              <a:spcBef>
                <a:spcPts val="1000"/>
              </a:spcBef>
              <a:spcAft>
                <a:spcPts val="0"/>
              </a:spcAft>
              <a:buClr>
                <a:srgbClr val="86D1D8"/>
              </a:buClr>
              <a:buSzPts val="1440"/>
              <a:buFont typeface="Noto Sans Symbols"/>
              <a:buChar char="►"/>
              <a:defRPr b="0" i="0" sz="1800" u="none" cap="none" strike="noStrike">
                <a:solidFill>
                  <a:schemeClr val="lt1"/>
                </a:solidFill>
                <a:latin typeface="Century Gothic"/>
                <a:ea typeface="Century Gothic"/>
                <a:cs typeface="Century Gothic"/>
                <a:sym typeface="Century Gothic"/>
              </a:defRPr>
            </a:lvl2pPr>
            <a:lvl3pPr indent="-309880" lvl="2" marL="1371600" marR="0" rtl="0" algn="l">
              <a:lnSpc>
                <a:spcPct val="100000"/>
              </a:lnSpc>
              <a:spcBef>
                <a:spcPts val="1000"/>
              </a:spcBef>
              <a:spcAft>
                <a:spcPts val="0"/>
              </a:spcAft>
              <a:buClr>
                <a:srgbClr val="86D1D8"/>
              </a:buClr>
              <a:buSzPts val="1280"/>
              <a:buFont typeface="Noto Sans Symbols"/>
              <a:buChar char="►"/>
              <a:defRPr b="0" i="0" sz="1600" u="none" cap="none" strike="noStrike">
                <a:solidFill>
                  <a:schemeClr val="lt1"/>
                </a:solidFill>
                <a:latin typeface="Century Gothic"/>
                <a:ea typeface="Century Gothic"/>
                <a:cs typeface="Century Gothic"/>
                <a:sym typeface="Century Gothic"/>
              </a:defRPr>
            </a:lvl3pPr>
            <a:lvl4pPr indent="-299719" lvl="3" marL="1828800" marR="0" rtl="0" algn="l">
              <a:lnSpc>
                <a:spcPct val="100000"/>
              </a:lnSpc>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4pPr>
            <a:lvl5pPr indent="-299720" lvl="4" marL="2286000" marR="0" rtl="0" algn="l">
              <a:lnSpc>
                <a:spcPct val="100000"/>
              </a:lnSpc>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5pPr>
            <a:lvl6pPr indent="-299720" lvl="5" marL="2743200" marR="0" rtl="0" algn="l">
              <a:lnSpc>
                <a:spcPct val="100000"/>
              </a:lnSpc>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6pPr>
            <a:lvl7pPr indent="-299720" lvl="6" marL="3200400" marR="0" rtl="0" algn="l">
              <a:lnSpc>
                <a:spcPct val="100000"/>
              </a:lnSpc>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7pPr>
            <a:lvl8pPr indent="-299720" lvl="7" marL="3657600" marR="0" rtl="0" algn="l">
              <a:lnSpc>
                <a:spcPct val="100000"/>
              </a:lnSpc>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8pPr>
            <a:lvl9pPr indent="-299720" lvl="8" marL="4114800" marR="0" rtl="0" algn="l">
              <a:lnSpc>
                <a:spcPct val="100000"/>
              </a:lnSpc>
              <a:spcBef>
                <a:spcPts val="1000"/>
              </a:spcBef>
              <a:spcAft>
                <a:spcPts val="0"/>
              </a:spcAft>
              <a:buClr>
                <a:srgbClr val="86D1D8"/>
              </a:buClr>
              <a:buSzPts val="1120"/>
              <a:buFont typeface="Noto Sans Symbols"/>
              <a:buChar char="►"/>
              <a:defRPr b="0" i="0" sz="1400" u="none" cap="none" strike="noStrike">
                <a:solidFill>
                  <a:schemeClr val="lt1"/>
                </a:solidFill>
                <a:latin typeface="Century Gothic"/>
                <a:ea typeface="Century Gothic"/>
                <a:cs typeface="Century Gothic"/>
                <a:sym typeface="Century Gothic"/>
              </a:defRPr>
            </a:lvl9pPr>
          </a:lstStyle>
          <a:p/>
        </p:txBody>
      </p:sp>
      <p:sp>
        <p:nvSpPr>
          <p:cNvPr id="14" name="Google Shape;14;g3761d991d44_1_1398"/>
          <p:cNvSpPr txBox="1"/>
          <p:nvPr>
            <p:ph idx="10" type="dt"/>
          </p:nvPr>
        </p:nvSpPr>
        <p:spPr>
          <a:xfrm rot="5400000">
            <a:off x="7618918" y="1342951"/>
            <a:ext cx="742800" cy="2286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100" u="none" cap="none" strike="noStrike">
                <a:solidFill>
                  <a:schemeClr val="lt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9pPr>
          </a:lstStyle>
          <a:p/>
        </p:txBody>
      </p:sp>
      <p:sp>
        <p:nvSpPr>
          <p:cNvPr id="15" name="Google Shape;15;g3761d991d44_1_1398"/>
          <p:cNvSpPr txBox="1"/>
          <p:nvPr>
            <p:ph idx="11" type="ftr"/>
          </p:nvPr>
        </p:nvSpPr>
        <p:spPr>
          <a:xfrm rot="5400000">
            <a:off x="6715913" y="2418903"/>
            <a:ext cx="2894700" cy="2286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100" u="none" cap="none" strike="noStrike">
                <a:solidFill>
                  <a:schemeClr val="lt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9pPr>
          </a:lstStyle>
          <a:p/>
        </p:txBody>
      </p:sp>
      <p:sp>
        <p:nvSpPr>
          <p:cNvPr id="16" name="Google Shape;16;g3761d991d44_1_1398"/>
          <p:cNvSpPr txBox="1"/>
          <p:nvPr>
            <p:ph idx="12" type="sldNum"/>
          </p:nvPr>
        </p:nvSpPr>
        <p:spPr>
          <a:xfrm>
            <a:off x="7766431" y="221802"/>
            <a:ext cx="628800" cy="575700"/>
          </a:xfrm>
          <a:prstGeom prst="rect">
            <a:avLst/>
          </a:prstGeom>
          <a:noFill/>
          <a:ln>
            <a:noFill/>
          </a:ln>
        </p:spPr>
        <p:txBody>
          <a:bodyPr anchorCtr="0" anchor="b"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1pPr>
            <a:lvl2pPr indent="0" lvl="1" marL="0" marR="0" rtl="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2pPr>
            <a:lvl3pPr indent="0" lvl="2" marL="0" marR="0" rtl="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3pPr>
            <a:lvl4pPr indent="0" lvl="3" marL="0" marR="0" rtl="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4pPr>
            <a:lvl5pPr indent="0" lvl="4" marL="0" marR="0" rtl="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5pPr>
            <a:lvl6pPr indent="0" lvl="5" marL="0" marR="0" rtl="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6pPr>
            <a:lvl7pPr indent="0" lvl="6" marL="0" marR="0" rtl="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7pPr>
            <a:lvl8pPr indent="0" lvl="7" marL="0" marR="0" rtl="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8pPr>
            <a:lvl9pPr indent="0" lvl="8" marL="0" marR="0" rtl="0" algn="ctr">
              <a:lnSpc>
                <a:spcPct val="100000"/>
              </a:lnSpc>
              <a:spcBef>
                <a:spcPts val="0"/>
              </a:spcBef>
              <a:spcAft>
                <a:spcPts val="0"/>
              </a:spcAft>
              <a:buClr>
                <a:srgbClr val="000000"/>
              </a:buClr>
              <a:buSzPts val="2801"/>
              <a:buFont typeface="Arial"/>
              <a:buNone/>
              <a:defRPr b="0" i="0" sz="2801"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9.xml"/><Relationship Id="rId3" Type="http://schemas.openxmlformats.org/officeDocument/2006/relationships/hyperlink" Target="https://colab.research.google.com/drive/1LE51e2mRX0CsJZq_JEA3uY00_ELBIGf6?usp=sharing"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5.png"/><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hyperlink" Target="https://stackoverflow.com/questions/978759/what-is-lazy-initialization-and-why-is-it-useful" TargetMode="External"/><Relationship Id="rId4"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8.png"/><Relationship Id="rId4"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9.jpg"/><Relationship Id="rId4" Type="http://schemas.openxmlformats.org/officeDocument/2006/relationships/image" Target="../media/image6.jpg"/><Relationship Id="rId5" Type="http://schemas.openxmlformats.org/officeDocument/2006/relationships/image" Target="../media/image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hyperlink" Target="https://refactoring.guru/design-patterns/adapter/python/example" TargetMode="External"/><Relationship Id="rId4" Type="http://schemas.openxmlformats.org/officeDocument/2006/relationships/image" Target="../media/image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7.png"/><Relationship Id="rId4" Type="http://schemas.openxmlformats.org/officeDocument/2006/relationships/image" Target="../media/image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hyperlink" Target="https://colab.research.google.com/drive/1LE51e2mRX0CsJZq_JEA3uY00_ELBIGf6?usp=sharing" TargetMode="External"/><Relationship Id="rId4" Type="http://schemas.openxmlformats.org/officeDocument/2006/relationships/hyperlink" Target="https://refactoring.guru/design-patterns/adapter" TargetMode="External"/><Relationship Id="rId5" Type="http://schemas.openxmlformats.org/officeDocument/2006/relationships/hyperlink" Target="https://medium.com/@akshatsharma0610/adapter-design-pattern-in-java-fa20d6df25b8" TargetMode="External"/><Relationship Id="rId6"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
          <p:cNvSpPr txBox="1"/>
          <p:nvPr>
            <p:ph type="title"/>
          </p:nvPr>
        </p:nvSpPr>
        <p:spPr>
          <a:xfrm>
            <a:off x="387900" y="458025"/>
            <a:ext cx="8368200" cy="6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b="1" lang="en"/>
              <a:t>Design Pattern</a:t>
            </a:r>
            <a:endParaRPr b="1"/>
          </a:p>
        </p:txBody>
      </p:sp>
      <p:sp>
        <p:nvSpPr>
          <p:cNvPr id="153" name="Google Shape;153;p1"/>
          <p:cNvSpPr txBox="1"/>
          <p:nvPr>
            <p:ph idx="1" type="body"/>
          </p:nvPr>
        </p:nvSpPr>
        <p:spPr>
          <a:xfrm>
            <a:off x="311700" y="1511100"/>
            <a:ext cx="8520600" cy="2427600"/>
          </a:xfrm>
          <a:prstGeom prst="rect">
            <a:avLst/>
          </a:prstGeom>
          <a:noFill/>
          <a:ln>
            <a:noFill/>
          </a:ln>
        </p:spPr>
        <p:txBody>
          <a:bodyPr anchorCtr="0" anchor="t" bIns="91425" lIns="91425" spcFirstLastPara="1" rIns="91425" wrap="square" tIns="91425">
            <a:noAutofit/>
          </a:bodyPr>
          <a:lstStyle/>
          <a:p>
            <a:pPr indent="-355600" lvl="0" marL="457200" rtl="0" algn="l">
              <a:lnSpc>
                <a:spcPct val="115000"/>
              </a:lnSpc>
              <a:spcBef>
                <a:spcPts val="1600"/>
              </a:spcBef>
              <a:spcAft>
                <a:spcPts val="0"/>
              </a:spcAft>
              <a:buClr>
                <a:schemeClr val="lt1"/>
              </a:buClr>
              <a:buSzPts val="2000"/>
              <a:buChar char="►"/>
            </a:pPr>
            <a:r>
              <a:rPr lang="en" sz="2000"/>
              <a:t>Design patterns represent the best practices used by experienced object-oriented software developers. </a:t>
            </a:r>
            <a:endParaRPr sz="2000"/>
          </a:p>
          <a:p>
            <a:pPr indent="-355600" lvl="0" marL="457200" rtl="0" algn="l">
              <a:lnSpc>
                <a:spcPct val="115000"/>
              </a:lnSpc>
              <a:spcBef>
                <a:spcPts val="0"/>
              </a:spcBef>
              <a:spcAft>
                <a:spcPts val="0"/>
              </a:spcAft>
              <a:buClr>
                <a:schemeClr val="lt1"/>
              </a:buClr>
              <a:buSzPts val="2000"/>
              <a:buChar char="►"/>
            </a:pPr>
            <a:r>
              <a:rPr lang="en" sz="2000"/>
              <a:t>Design patterns are solutions to general problems that software developers faced during software development. </a:t>
            </a:r>
            <a:endParaRPr sz="2000"/>
          </a:p>
          <a:p>
            <a:pPr indent="-355600" lvl="0" marL="457200" rtl="0" algn="l">
              <a:lnSpc>
                <a:spcPct val="115000"/>
              </a:lnSpc>
              <a:spcBef>
                <a:spcPts val="0"/>
              </a:spcBef>
              <a:spcAft>
                <a:spcPts val="0"/>
              </a:spcAft>
              <a:buClr>
                <a:schemeClr val="lt1"/>
              </a:buClr>
              <a:buSzPts val="2000"/>
              <a:buChar char="►"/>
            </a:pPr>
            <a:r>
              <a:rPr lang="en" sz="2000"/>
              <a:t>These solutions were obtained by trial and error by numerous software developers over quite a substantial period of time.</a:t>
            </a:r>
            <a:endParaRPr sz="21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
          <p:cNvSpPr txBox="1"/>
          <p:nvPr>
            <p:ph type="title"/>
          </p:nvPr>
        </p:nvSpPr>
        <p:spPr>
          <a:xfrm>
            <a:off x="311700" y="457950"/>
            <a:ext cx="8368200" cy="939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 sz="4100"/>
              <a:t>What is Gang of Four (GOF)?</a:t>
            </a:r>
            <a:endParaRPr b="1" sz="4100"/>
          </a:p>
          <a:p>
            <a:pPr indent="0" lvl="0" marL="0" rtl="0" algn="l">
              <a:lnSpc>
                <a:spcPct val="100000"/>
              </a:lnSpc>
              <a:spcBef>
                <a:spcPts val="400"/>
              </a:spcBef>
              <a:spcAft>
                <a:spcPts val="0"/>
              </a:spcAft>
              <a:buSzPts val="2800"/>
              <a:buNone/>
            </a:pPr>
            <a:r>
              <a:t/>
            </a:r>
            <a:endParaRPr sz="4100"/>
          </a:p>
        </p:txBody>
      </p:sp>
      <p:sp>
        <p:nvSpPr>
          <p:cNvPr id="159" name="Google Shape;159;p2"/>
          <p:cNvSpPr txBox="1"/>
          <p:nvPr>
            <p:ph idx="1" type="body"/>
          </p:nvPr>
        </p:nvSpPr>
        <p:spPr>
          <a:xfrm>
            <a:off x="311700" y="1397550"/>
            <a:ext cx="8832300" cy="3657900"/>
          </a:xfrm>
          <a:prstGeom prst="rect">
            <a:avLst/>
          </a:prstGeom>
          <a:noFill/>
          <a:ln>
            <a:noFill/>
          </a:ln>
        </p:spPr>
        <p:txBody>
          <a:bodyPr anchorCtr="0" anchor="t" bIns="91425" lIns="91425" spcFirstLastPara="1" rIns="91425" wrap="square" tIns="91425">
            <a:noAutofit/>
          </a:bodyPr>
          <a:lstStyle/>
          <a:p>
            <a:pPr indent="0" lvl="0" marL="25400" marR="25400" rtl="0" algn="just">
              <a:lnSpc>
                <a:spcPct val="115000"/>
              </a:lnSpc>
              <a:spcBef>
                <a:spcPts val="600"/>
              </a:spcBef>
              <a:spcAft>
                <a:spcPts val="0"/>
              </a:spcAft>
              <a:buClr>
                <a:schemeClr val="dk1"/>
              </a:buClr>
              <a:buSzPts val="1100"/>
              <a:buFont typeface="Arial"/>
              <a:buNone/>
            </a:pPr>
            <a:r>
              <a:rPr lang="en"/>
              <a:t>In 1994, four authors Erich Gamma, Richard Helm, Ralph Johnson and John Vlissides published a book titled </a:t>
            </a:r>
            <a:r>
              <a:rPr b="1" lang="en"/>
              <a:t>Design Patterns - Elements of Reusable Object-Oriented Software</a:t>
            </a:r>
            <a:r>
              <a:rPr lang="en"/>
              <a:t> which initiated the concept of Design Pattern in Software development. </a:t>
            </a:r>
            <a:endParaRPr/>
          </a:p>
          <a:p>
            <a:pPr indent="0" lvl="0" marL="25400" marR="25400" rtl="0" algn="just">
              <a:lnSpc>
                <a:spcPct val="115000"/>
              </a:lnSpc>
              <a:spcBef>
                <a:spcPts val="700"/>
              </a:spcBef>
              <a:spcAft>
                <a:spcPts val="0"/>
              </a:spcAft>
              <a:buClr>
                <a:schemeClr val="dk1"/>
              </a:buClr>
              <a:buSzPts val="1100"/>
              <a:buFont typeface="Arial"/>
              <a:buNone/>
            </a:pPr>
            <a:r>
              <a:rPr lang="en"/>
              <a:t>These authors are collectively known as Gang of Four (GOF). According to these authors design patterns are primarily based on the following principles of object </a:t>
            </a:r>
            <a:r>
              <a:rPr lang="en"/>
              <a:t>oriented</a:t>
            </a:r>
            <a:r>
              <a:rPr lang="en"/>
              <a:t> design.</a:t>
            </a:r>
            <a:endParaRPr/>
          </a:p>
          <a:p>
            <a:pPr indent="-342900" lvl="0" marL="457200" rtl="0" algn="l">
              <a:lnSpc>
                <a:spcPct val="115000"/>
              </a:lnSpc>
              <a:spcBef>
                <a:spcPts val="700"/>
              </a:spcBef>
              <a:spcAft>
                <a:spcPts val="0"/>
              </a:spcAft>
              <a:buClr>
                <a:schemeClr val="lt1"/>
              </a:buClr>
              <a:buSzPts val="1800"/>
              <a:buChar char="●"/>
            </a:pPr>
            <a:r>
              <a:rPr lang="en"/>
              <a:t>Program to an interface not an implementation</a:t>
            </a:r>
            <a:endParaRPr/>
          </a:p>
          <a:p>
            <a:pPr indent="-342900" lvl="0" marL="457200" rtl="0" algn="l">
              <a:lnSpc>
                <a:spcPct val="115000"/>
              </a:lnSpc>
              <a:spcBef>
                <a:spcPts val="0"/>
              </a:spcBef>
              <a:spcAft>
                <a:spcPts val="0"/>
              </a:spcAft>
              <a:buClr>
                <a:schemeClr val="lt1"/>
              </a:buClr>
              <a:buSzPts val="1800"/>
              <a:buChar char="●"/>
            </a:pPr>
            <a:r>
              <a:rPr lang="en"/>
              <a:t>Favor object composition over inheritance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
          <p:cNvSpPr txBox="1"/>
          <p:nvPr>
            <p:ph type="title"/>
          </p:nvPr>
        </p:nvSpPr>
        <p:spPr>
          <a:xfrm>
            <a:off x="387900" y="458025"/>
            <a:ext cx="8368200" cy="686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
              <a:t>Usage of Design Pattern</a:t>
            </a:r>
            <a:endParaRPr b="1"/>
          </a:p>
          <a:p>
            <a:pPr indent="0" lvl="0" marL="0" rtl="0" algn="l">
              <a:lnSpc>
                <a:spcPct val="100000"/>
              </a:lnSpc>
              <a:spcBef>
                <a:spcPts val="400"/>
              </a:spcBef>
              <a:spcAft>
                <a:spcPts val="0"/>
              </a:spcAft>
              <a:buSzPts val="2800"/>
              <a:buNone/>
            </a:pPr>
            <a:r>
              <a:t/>
            </a:r>
            <a:endParaRPr/>
          </a:p>
        </p:txBody>
      </p:sp>
      <p:sp>
        <p:nvSpPr>
          <p:cNvPr id="165" name="Google Shape;165;p3"/>
          <p:cNvSpPr txBox="1"/>
          <p:nvPr>
            <p:ph idx="1" type="body"/>
          </p:nvPr>
        </p:nvSpPr>
        <p:spPr>
          <a:xfrm>
            <a:off x="387900" y="1489825"/>
            <a:ext cx="8368200" cy="359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1500"/>
              <a:t>Design Patterns have two main usages in software development.</a:t>
            </a:r>
            <a:endParaRPr sz="1500"/>
          </a:p>
          <a:p>
            <a:pPr indent="0" lvl="0" marL="0" rtl="0" algn="l">
              <a:lnSpc>
                <a:spcPct val="115000"/>
              </a:lnSpc>
              <a:spcBef>
                <a:spcPts val="1600"/>
              </a:spcBef>
              <a:spcAft>
                <a:spcPts val="0"/>
              </a:spcAft>
              <a:buClr>
                <a:schemeClr val="dk1"/>
              </a:buClr>
              <a:buSzPts val="1100"/>
              <a:buFont typeface="Arial"/>
              <a:buNone/>
            </a:pPr>
            <a:r>
              <a:rPr b="1" lang="en" sz="1650"/>
              <a:t>Common platform for developers</a:t>
            </a:r>
            <a:endParaRPr b="1" sz="1650"/>
          </a:p>
          <a:p>
            <a:pPr indent="0" lvl="0" marL="25400" marR="25400" rtl="0" algn="just">
              <a:lnSpc>
                <a:spcPct val="115000"/>
              </a:lnSpc>
              <a:spcBef>
                <a:spcPts val="600"/>
              </a:spcBef>
              <a:spcAft>
                <a:spcPts val="0"/>
              </a:spcAft>
              <a:buClr>
                <a:schemeClr val="dk1"/>
              </a:buClr>
              <a:buSzPts val="1100"/>
              <a:buFont typeface="Arial"/>
              <a:buNone/>
            </a:pPr>
            <a:r>
              <a:rPr lang="en" sz="1500"/>
              <a:t>Design patterns provide a standard terminology and are specific to particular scenario. For example, a singleton design pattern signifies use of single object so all developers familiar with single design pattern will make use of single object and they can tell each other that program is following a singleton pattern.</a:t>
            </a:r>
            <a:endParaRPr sz="1500"/>
          </a:p>
          <a:p>
            <a:pPr indent="0" lvl="0" marL="0" rtl="0" algn="l">
              <a:lnSpc>
                <a:spcPct val="115000"/>
              </a:lnSpc>
              <a:spcBef>
                <a:spcPts val="1400"/>
              </a:spcBef>
              <a:spcAft>
                <a:spcPts val="0"/>
              </a:spcAft>
              <a:buClr>
                <a:schemeClr val="dk1"/>
              </a:buClr>
              <a:buSzPts val="1100"/>
              <a:buFont typeface="Arial"/>
              <a:buNone/>
            </a:pPr>
            <a:r>
              <a:rPr b="1" lang="en" sz="1650"/>
              <a:t>Best Practices</a:t>
            </a:r>
            <a:endParaRPr b="1" sz="1650"/>
          </a:p>
          <a:p>
            <a:pPr indent="0" lvl="0" marL="25400" marR="25400" rtl="0" algn="just">
              <a:lnSpc>
                <a:spcPct val="115000"/>
              </a:lnSpc>
              <a:spcBef>
                <a:spcPts val="600"/>
              </a:spcBef>
              <a:spcAft>
                <a:spcPts val="0"/>
              </a:spcAft>
              <a:buClr>
                <a:schemeClr val="dk1"/>
              </a:buClr>
              <a:buSzPts val="1100"/>
              <a:buFont typeface="Arial"/>
              <a:buNone/>
            </a:pPr>
            <a:r>
              <a:rPr lang="en" sz="1500"/>
              <a:t>Design patterns have been evolved over a long period of time and they provide best solutions to certain problems faced during software development. Learning these patterns helps inexperienced developers to learn software design in an easy and faster way.</a:t>
            </a:r>
            <a:endParaRPr sz="12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4"/>
          <p:cNvSpPr txBox="1"/>
          <p:nvPr>
            <p:ph type="title"/>
          </p:nvPr>
        </p:nvSpPr>
        <p:spPr>
          <a:xfrm>
            <a:off x="311700" y="468275"/>
            <a:ext cx="8368200" cy="686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400"/>
              </a:spcAft>
              <a:buClr>
                <a:schemeClr val="dk1"/>
              </a:buClr>
              <a:buSzPts val="1100"/>
              <a:buFont typeface="Arial"/>
              <a:buNone/>
            </a:pPr>
            <a:r>
              <a:rPr b="1" lang="en"/>
              <a:t>Types of Design Patterns</a:t>
            </a:r>
            <a:endParaRPr b="1"/>
          </a:p>
        </p:txBody>
      </p:sp>
      <p:sp>
        <p:nvSpPr>
          <p:cNvPr id="171" name="Google Shape;171;p4"/>
          <p:cNvSpPr txBox="1"/>
          <p:nvPr>
            <p:ph idx="1" type="body"/>
          </p:nvPr>
        </p:nvSpPr>
        <p:spPr>
          <a:xfrm>
            <a:off x="311700" y="1561500"/>
            <a:ext cx="8635200" cy="2346300"/>
          </a:xfrm>
          <a:prstGeom prst="rect">
            <a:avLst/>
          </a:prstGeom>
          <a:noFill/>
          <a:ln>
            <a:noFill/>
          </a:ln>
        </p:spPr>
        <p:txBody>
          <a:bodyPr anchorCtr="0" anchor="t" bIns="91425" lIns="91425" spcFirstLastPara="1" rIns="91425" wrap="square" tIns="91425">
            <a:noAutofit/>
          </a:bodyPr>
          <a:lstStyle/>
          <a:p>
            <a:pPr indent="0" lvl="0" marL="0" marR="25400" rtl="0" algn="just">
              <a:lnSpc>
                <a:spcPct val="115000"/>
              </a:lnSpc>
              <a:spcBef>
                <a:spcPts val="600"/>
              </a:spcBef>
              <a:spcAft>
                <a:spcPts val="0"/>
              </a:spcAft>
              <a:buSzPts val="1800"/>
              <a:buNone/>
            </a:pPr>
            <a:r>
              <a:rPr lang="en" sz="1600"/>
              <a:t>As per the design pattern reference book</a:t>
            </a:r>
            <a:r>
              <a:rPr b="1" lang="en" sz="1600"/>
              <a:t> Design Patterns </a:t>
            </a:r>
            <a:r>
              <a:rPr b="1" lang="en" sz="1600"/>
              <a:t>-</a:t>
            </a:r>
            <a:r>
              <a:rPr lang="en" sz="1600"/>
              <a:t> </a:t>
            </a:r>
            <a:r>
              <a:rPr b="1" lang="en" sz="1600"/>
              <a:t>Elements of Reusable Object-Oriented Software</a:t>
            </a:r>
            <a:r>
              <a:rPr lang="en" sz="1600"/>
              <a:t>, there are </a:t>
            </a:r>
            <a:r>
              <a:rPr b="1" lang="en" sz="1600"/>
              <a:t>23 design patterns</a:t>
            </a:r>
            <a:r>
              <a:rPr lang="en" sz="1600"/>
              <a:t> which can be classified in three categories: </a:t>
            </a:r>
            <a:endParaRPr sz="1600"/>
          </a:p>
          <a:p>
            <a:pPr indent="0" lvl="0" marL="0" marR="25400" rtl="0" algn="just">
              <a:lnSpc>
                <a:spcPct val="115000"/>
              </a:lnSpc>
              <a:spcBef>
                <a:spcPts val="600"/>
              </a:spcBef>
              <a:spcAft>
                <a:spcPts val="0"/>
              </a:spcAft>
              <a:buSzPts val="1800"/>
              <a:buNone/>
            </a:pPr>
            <a:r>
              <a:t/>
            </a:r>
            <a:endParaRPr sz="1600"/>
          </a:p>
          <a:p>
            <a:pPr indent="-330200" lvl="0" marL="457200" marR="25400" rtl="0" algn="just">
              <a:lnSpc>
                <a:spcPct val="115000"/>
              </a:lnSpc>
              <a:spcBef>
                <a:spcPts val="600"/>
              </a:spcBef>
              <a:spcAft>
                <a:spcPts val="0"/>
              </a:spcAft>
              <a:buSzPts val="1600"/>
              <a:buAutoNum type="arabicPeriod"/>
            </a:pPr>
            <a:r>
              <a:rPr b="1" lang="en" sz="1600"/>
              <a:t>Creational</a:t>
            </a:r>
            <a:endParaRPr b="1" sz="1600"/>
          </a:p>
          <a:p>
            <a:pPr indent="-330200" lvl="0" marL="457200" marR="25400" rtl="0" algn="just">
              <a:lnSpc>
                <a:spcPct val="115000"/>
              </a:lnSpc>
              <a:spcBef>
                <a:spcPts val="0"/>
              </a:spcBef>
              <a:spcAft>
                <a:spcPts val="0"/>
              </a:spcAft>
              <a:buSzPts val="1600"/>
              <a:buAutoNum type="arabicPeriod"/>
            </a:pPr>
            <a:r>
              <a:rPr b="1" lang="en" sz="1600"/>
              <a:t>Structural</a:t>
            </a:r>
            <a:endParaRPr b="1" sz="1600"/>
          </a:p>
          <a:p>
            <a:pPr indent="-330200" lvl="0" marL="457200" marR="25400" rtl="0" algn="just">
              <a:lnSpc>
                <a:spcPct val="115000"/>
              </a:lnSpc>
              <a:spcBef>
                <a:spcPts val="0"/>
              </a:spcBef>
              <a:spcAft>
                <a:spcPts val="0"/>
              </a:spcAft>
              <a:buSzPts val="1600"/>
              <a:buAutoNum type="arabicPeriod"/>
            </a:pPr>
            <a:r>
              <a:rPr b="1" lang="en" sz="1600"/>
              <a:t>Behavioral</a:t>
            </a:r>
            <a:endParaRPr sz="22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2c4f125a958_0_0"/>
          <p:cNvSpPr txBox="1"/>
          <p:nvPr>
            <p:ph type="title"/>
          </p:nvPr>
        </p:nvSpPr>
        <p:spPr>
          <a:xfrm>
            <a:off x="387900" y="458025"/>
            <a:ext cx="7155300" cy="939600"/>
          </a:xfrm>
          <a:prstGeom prst="rect">
            <a:avLst/>
          </a:prstGeom>
          <a:noFill/>
          <a:ln>
            <a:noFill/>
          </a:ln>
        </p:spPr>
        <p:txBody>
          <a:bodyPr anchorCtr="0" anchor="t" bIns="91425" lIns="91425" spcFirstLastPara="1" rIns="91425" wrap="square" tIns="91425">
            <a:noAutofit/>
          </a:bodyPr>
          <a:lstStyle/>
          <a:p>
            <a:pPr indent="0" lvl="0" marL="25400" marR="25400" rtl="0" algn="just">
              <a:lnSpc>
                <a:spcPct val="115000"/>
              </a:lnSpc>
              <a:spcBef>
                <a:spcPts val="700"/>
              </a:spcBef>
              <a:spcAft>
                <a:spcPts val="0"/>
              </a:spcAft>
              <a:buClr>
                <a:schemeClr val="dk1"/>
              </a:buClr>
              <a:buSzPts val="1800"/>
              <a:buFont typeface="Arial"/>
              <a:buNone/>
            </a:pPr>
            <a:r>
              <a:rPr b="1" lang="en"/>
              <a:t>Creational</a:t>
            </a:r>
            <a:endParaRPr b="1"/>
          </a:p>
        </p:txBody>
      </p:sp>
      <p:sp>
        <p:nvSpPr>
          <p:cNvPr id="177" name="Google Shape;177;g2c4f125a958_0_0"/>
          <p:cNvSpPr txBox="1"/>
          <p:nvPr>
            <p:ph idx="1" type="body"/>
          </p:nvPr>
        </p:nvSpPr>
        <p:spPr>
          <a:xfrm>
            <a:off x="387900" y="1489825"/>
            <a:ext cx="8368200" cy="17316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lt1"/>
              </a:buClr>
              <a:buSzPts val="1800"/>
              <a:buChar char="-"/>
            </a:pPr>
            <a:r>
              <a:rPr lang="en"/>
              <a:t>Talks about object creations.</a:t>
            </a:r>
            <a:endParaRPr/>
          </a:p>
          <a:p>
            <a:pPr indent="-342900" lvl="0" marL="457200" rtl="0" algn="l">
              <a:lnSpc>
                <a:spcPct val="115000"/>
              </a:lnSpc>
              <a:spcBef>
                <a:spcPts val="0"/>
              </a:spcBef>
              <a:spcAft>
                <a:spcPts val="0"/>
              </a:spcAft>
              <a:buClr>
                <a:schemeClr val="lt1"/>
              </a:buClr>
              <a:buSzPts val="1800"/>
              <a:buChar char="-"/>
            </a:pPr>
            <a:r>
              <a:rPr lang="en"/>
              <a:t>To make design more readable and less complexity.</a:t>
            </a:r>
            <a:endParaRPr/>
          </a:p>
          <a:p>
            <a:pPr indent="-342900" lvl="0" marL="457200" rtl="0" algn="l">
              <a:lnSpc>
                <a:spcPct val="115000"/>
              </a:lnSpc>
              <a:spcBef>
                <a:spcPts val="0"/>
              </a:spcBef>
              <a:spcAft>
                <a:spcPts val="0"/>
              </a:spcAft>
              <a:buClr>
                <a:schemeClr val="lt1"/>
              </a:buClr>
              <a:buSzPts val="1800"/>
              <a:buChar char="-"/>
            </a:pPr>
            <a:r>
              <a:rPr lang="en"/>
              <a:t>Talks about efficiently object creation.</a:t>
            </a:r>
            <a:endParaRPr/>
          </a:p>
          <a:p>
            <a:pPr indent="-330200" lvl="0" marL="457200" rtl="0" algn="l">
              <a:lnSpc>
                <a:spcPct val="115000"/>
              </a:lnSpc>
              <a:spcBef>
                <a:spcPts val="0"/>
              </a:spcBef>
              <a:spcAft>
                <a:spcPts val="0"/>
              </a:spcAft>
              <a:buClr>
                <a:schemeClr val="lt1"/>
              </a:buClr>
              <a:buSzPts val="1600"/>
              <a:buChar char="-"/>
            </a:pPr>
            <a:r>
              <a:rPr lang="en"/>
              <a:t>Example: Singleton Pattern</a:t>
            </a:r>
            <a:endParaRPr/>
          </a:p>
          <a:p>
            <a:pPr indent="0" lvl="0" marL="457200" rtl="0" algn="l">
              <a:lnSpc>
                <a:spcPct val="115000"/>
              </a:lnSpc>
              <a:spcBef>
                <a:spcPts val="0"/>
              </a:spcBef>
              <a:spcAft>
                <a:spcPts val="0"/>
              </a:spcAft>
              <a:buSzPts val="18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g2c4f125a958_0_5"/>
          <p:cNvSpPr txBox="1"/>
          <p:nvPr>
            <p:ph type="title"/>
          </p:nvPr>
        </p:nvSpPr>
        <p:spPr>
          <a:xfrm>
            <a:off x="387900" y="458025"/>
            <a:ext cx="8368200" cy="686100"/>
          </a:xfrm>
          <a:prstGeom prst="rect">
            <a:avLst/>
          </a:prstGeom>
          <a:noFill/>
          <a:ln>
            <a:noFill/>
          </a:ln>
        </p:spPr>
        <p:txBody>
          <a:bodyPr anchorCtr="0" anchor="t" bIns="91425" lIns="91425" spcFirstLastPara="1" rIns="91425" wrap="square" tIns="91425">
            <a:noAutofit/>
          </a:bodyPr>
          <a:lstStyle/>
          <a:p>
            <a:pPr indent="0" lvl="0" marL="25400" marR="25400" rtl="0" algn="just">
              <a:lnSpc>
                <a:spcPct val="115000"/>
              </a:lnSpc>
              <a:spcBef>
                <a:spcPts val="700"/>
              </a:spcBef>
              <a:spcAft>
                <a:spcPts val="0"/>
              </a:spcAft>
              <a:buClr>
                <a:schemeClr val="dk1"/>
              </a:buClr>
              <a:buSzPts val="1800"/>
              <a:buFont typeface="Arial"/>
              <a:buNone/>
            </a:pPr>
            <a:r>
              <a:rPr b="1" lang="en"/>
              <a:t>Structural </a:t>
            </a:r>
            <a:endParaRPr b="1"/>
          </a:p>
        </p:txBody>
      </p:sp>
      <p:sp>
        <p:nvSpPr>
          <p:cNvPr id="183" name="Google Shape;183;g2c4f125a958_0_5"/>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lt1"/>
              </a:buClr>
              <a:buSzPts val="1800"/>
              <a:buChar char="-"/>
            </a:pPr>
            <a:r>
              <a:rPr lang="en"/>
              <a:t>Talks about how classes and objects can be composed.</a:t>
            </a:r>
            <a:endParaRPr/>
          </a:p>
          <a:p>
            <a:pPr indent="-342900" lvl="0" marL="457200" rtl="0" algn="l">
              <a:lnSpc>
                <a:spcPct val="115000"/>
              </a:lnSpc>
              <a:spcBef>
                <a:spcPts val="0"/>
              </a:spcBef>
              <a:spcAft>
                <a:spcPts val="0"/>
              </a:spcAft>
              <a:buClr>
                <a:schemeClr val="lt1"/>
              </a:buClr>
              <a:buSzPts val="1800"/>
              <a:buChar char="-"/>
            </a:pPr>
            <a:r>
              <a:rPr lang="en"/>
              <a:t>Parent-child relationship like inheritance used for structuring more than one classes.</a:t>
            </a:r>
            <a:endParaRPr/>
          </a:p>
          <a:p>
            <a:pPr indent="-342900" lvl="0" marL="457200" rtl="0" algn="l">
              <a:lnSpc>
                <a:spcPct val="115000"/>
              </a:lnSpc>
              <a:spcBef>
                <a:spcPts val="0"/>
              </a:spcBef>
              <a:spcAft>
                <a:spcPts val="0"/>
              </a:spcAft>
              <a:buClr>
                <a:schemeClr val="lt1"/>
              </a:buClr>
              <a:buSzPts val="1800"/>
              <a:buChar char="-"/>
            </a:pPr>
            <a:r>
              <a:rPr lang="en"/>
              <a:t>Deals with simplicity in identifying relationships.</a:t>
            </a:r>
            <a:endParaRPr/>
          </a:p>
          <a:p>
            <a:pPr indent="-330200" lvl="0" marL="457200" rtl="0" algn="l">
              <a:spcBef>
                <a:spcPts val="1000"/>
              </a:spcBef>
              <a:spcAft>
                <a:spcPts val="0"/>
              </a:spcAft>
              <a:buClr>
                <a:schemeClr val="lt1"/>
              </a:buClr>
              <a:buSzPts val="1600"/>
              <a:buChar char="-"/>
            </a:pPr>
            <a:r>
              <a:rPr lang="en"/>
              <a:t>Example: Adapter Pattern</a:t>
            </a:r>
            <a:endParaRPr/>
          </a:p>
          <a:p>
            <a:pPr indent="0" lvl="0" marL="457200" rtl="0" algn="l">
              <a:lnSpc>
                <a:spcPct val="115000"/>
              </a:lnSpc>
              <a:spcBef>
                <a:spcPts val="0"/>
              </a:spcBef>
              <a:spcAft>
                <a:spcPts val="0"/>
              </a:spcAft>
              <a:buSzPts val="1800"/>
              <a:buNone/>
            </a:pPr>
            <a:r>
              <a:t/>
            </a:r>
            <a:endParaRPr>
              <a:solidFill>
                <a:schemeClr val="dk1"/>
              </a:solidFill>
            </a:endParaRPr>
          </a:p>
          <a:p>
            <a:pPr indent="0" lvl="0" marL="457200" rtl="0" algn="l">
              <a:lnSpc>
                <a:spcPct val="115000"/>
              </a:lnSpc>
              <a:spcBef>
                <a:spcPts val="0"/>
              </a:spcBef>
              <a:spcAft>
                <a:spcPts val="0"/>
              </a:spcAft>
              <a:buSzPts val="1800"/>
              <a:buNone/>
            </a:pPr>
            <a:r>
              <a:t/>
            </a:r>
            <a:endParaRPr>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2c4f125a958_0_10"/>
          <p:cNvSpPr txBox="1"/>
          <p:nvPr>
            <p:ph type="title"/>
          </p:nvPr>
        </p:nvSpPr>
        <p:spPr>
          <a:xfrm>
            <a:off x="387900" y="458025"/>
            <a:ext cx="8368200" cy="686100"/>
          </a:xfrm>
          <a:prstGeom prst="rect">
            <a:avLst/>
          </a:prstGeom>
          <a:noFill/>
          <a:ln>
            <a:noFill/>
          </a:ln>
        </p:spPr>
        <p:txBody>
          <a:bodyPr anchorCtr="0" anchor="t" bIns="91425" lIns="91425" spcFirstLastPara="1" rIns="91425" wrap="square" tIns="91425">
            <a:noAutofit/>
          </a:bodyPr>
          <a:lstStyle/>
          <a:p>
            <a:pPr indent="0" lvl="0" marL="25400" marR="25400" rtl="0" algn="just">
              <a:lnSpc>
                <a:spcPct val="115000"/>
              </a:lnSpc>
              <a:spcBef>
                <a:spcPts val="700"/>
              </a:spcBef>
              <a:spcAft>
                <a:spcPts val="0"/>
              </a:spcAft>
              <a:buClr>
                <a:schemeClr val="dk1"/>
              </a:buClr>
              <a:buSzPts val="1800"/>
              <a:buFont typeface="Arial"/>
              <a:buNone/>
            </a:pPr>
            <a:r>
              <a:rPr b="1" lang="en"/>
              <a:t>Behavioral</a:t>
            </a:r>
            <a:endParaRPr b="1"/>
          </a:p>
        </p:txBody>
      </p:sp>
      <p:sp>
        <p:nvSpPr>
          <p:cNvPr id="189" name="Google Shape;189;g2c4f125a958_0_10"/>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lt1"/>
              </a:buClr>
              <a:buSzPts val="1800"/>
              <a:buChar char="-"/>
            </a:pPr>
            <a:r>
              <a:rPr lang="en"/>
              <a:t>Deals with interactions and responsibility of objects.</a:t>
            </a:r>
            <a:endParaRPr/>
          </a:p>
          <a:p>
            <a:pPr indent="-330200" lvl="0" marL="457200" rtl="0" algn="l">
              <a:lnSpc>
                <a:spcPct val="115000"/>
              </a:lnSpc>
              <a:spcBef>
                <a:spcPts val="0"/>
              </a:spcBef>
              <a:spcAft>
                <a:spcPts val="0"/>
              </a:spcAft>
              <a:buClr>
                <a:schemeClr val="lt1"/>
              </a:buClr>
              <a:buSzPts val="1600"/>
              <a:buChar char="-"/>
            </a:pPr>
            <a:r>
              <a:rPr lang="en"/>
              <a:t>Used for identifying and setting up common communication patterns among objects.</a:t>
            </a:r>
            <a:endParaRPr/>
          </a:p>
          <a:p>
            <a:pPr indent="-330200" lvl="0" marL="457200" rtl="0" algn="l">
              <a:spcBef>
                <a:spcPts val="1000"/>
              </a:spcBef>
              <a:spcAft>
                <a:spcPts val="0"/>
              </a:spcAft>
              <a:buClr>
                <a:schemeClr val="lt1"/>
              </a:buClr>
              <a:buSzPts val="1600"/>
              <a:buChar char="-"/>
            </a:pPr>
            <a:r>
              <a:rPr lang="en"/>
              <a:t>Example: Observer Pattern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7"/>
          <p:cNvSpPr txBox="1"/>
          <p:nvPr>
            <p:ph type="title"/>
          </p:nvPr>
        </p:nvSpPr>
        <p:spPr>
          <a:xfrm>
            <a:off x="387900" y="458025"/>
            <a:ext cx="8368200" cy="6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4200">
                <a:solidFill>
                  <a:schemeClr val="lt1"/>
                </a:solidFill>
              </a:rPr>
              <a:t>Observer Pattern</a:t>
            </a:r>
            <a:endParaRPr>
              <a:solidFill>
                <a:schemeClr val="lt1"/>
              </a:solidFill>
            </a:endParaRPr>
          </a:p>
        </p:txBody>
      </p:sp>
      <p:sp>
        <p:nvSpPr>
          <p:cNvPr id="195" name="Google Shape;195;p7"/>
          <p:cNvSpPr txBox="1"/>
          <p:nvPr>
            <p:ph idx="1" type="body"/>
          </p:nvPr>
        </p:nvSpPr>
        <p:spPr>
          <a:xfrm>
            <a:off x="387900" y="1428349"/>
            <a:ext cx="8368200" cy="912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700"/>
              <a:t>Intent: </a:t>
            </a:r>
            <a:r>
              <a:rPr lang="en" sz="1700"/>
              <a:t>Define a one-to-many dependency between objects so that when </a:t>
            </a:r>
            <a:r>
              <a:rPr lang="en" sz="1700"/>
              <a:t>one object change</a:t>
            </a:r>
            <a:r>
              <a:rPr lang="en" sz="1700"/>
              <a:t> state, all its dependents are notified and updated automatically.</a:t>
            </a:r>
            <a:endParaRPr sz="1700"/>
          </a:p>
          <a:p>
            <a:pPr indent="0" lvl="0" marL="0" rtl="0" algn="l">
              <a:lnSpc>
                <a:spcPct val="115000"/>
              </a:lnSpc>
              <a:spcBef>
                <a:spcPts val="0"/>
              </a:spcBef>
              <a:spcAft>
                <a:spcPts val="1600"/>
              </a:spcAft>
              <a:buSzPts val="1800"/>
              <a:buNone/>
            </a:pPr>
            <a:r>
              <a:t/>
            </a:r>
            <a:endParaRPr/>
          </a:p>
        </p:txBody>
      </p:sp>
      <p:pic>
        <p:nvPicPr>
          <p:cNvPr id="196" name="Google Shape;196;p7"/>
          <p:cNvPicPr preferRelativeResize="0"/>
          <p:nvPr/>
        </p:nvPicPr>
        <p:blipFill rotWithShape="1">
          <a:blip r:embed="rId3">
            <a:alphaModFix/>
          </a:blip>
          <a:srcRect b="0" l="0" r="0" t="0"/>
          <a:stretch/>
        </p:blipFill>
        <p:spPr>
          <a:xfrm>
            <a:off x="2580075" y="2340940"/>
            <a:ext cx="3983875" cy="265593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g34b7e88452c_0_451"/>
          <p:cNvSpPr txBox="1"/>
          <p:nvPr>
            <p:ph type="title"/>
          </p:nvPr>
        </p:nvSpPr>
        <p:spPr>
          <a:xfrm>
            <a:off x="387900" y="458025"/>
            <a:ext cx="8368200" cy="6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
              <a:t>Colab File for Examples</a:t>
            </a:r>
            <a:endParaRPr/>
          </a:p>
        </p:txBody>
      </p:sp>
      <p:sp>
        <p:nvSpPr>
          <p:cNvPr id="202" name="Google Shape;202;g34b7e88452c_0_451"/>
          <p:cNvSpPr txBox="1"/>
          <p:nvPr>
            <p:ph idx="1" type="body"/>
          </p:nvPr>
        </p:nvSpPr>
        <p:spPr>
          <a:xfrm>
            <a:off x="387900" y="1489824"/>
            <a:ext cx="8368200" cy="30789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 u="sng">
                <a:solidFill>
                  <a:schemeClr val="hlink"/>
                </a:solidFill>
                <a:hlinkClick r:id="rId3"/>
              </a:rPr>
              <a:t>Design Patterns Example.ipynb</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g2c5b7793c60_0_0"/>
          <p:cNvSpPr txBox="1"/>
          <p:nvPr>
            <p:ph type="title"/>
          </p:nvPr>
        </p:nvSpPr>
        <p:spPr>
          <a:xfrm>
            <a:off x="311700" y="686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Student-Teacher Example</a:t>
            </a:r>
            <a:endParaRPr/>
          </a:p>
        </p:txBody>
      </p:sp>
      <p:sp>
        <p:nvSpPr>
          <p:cNvPr id="208" name="Google Shape;208;g2c5b7793c60_0_0"/>
          <p:cNvSpPr txBox="1"/>
          <p:nvPr>
            <p:ph idx="1" type="body"/>
          </p:nvPr>
        </p:nvSpPr>
        <p:spPr>
          <a:xfrm>
            <a:off x="311700" y="1233600"/>
            <a:ext cx="7395300" cy="3750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1400">
                <a:latin typeface="Courier New"/>
                <a:ea typeface="Courier New"/>
                <a:cs typeface="Courier New"/>
                <a:sym typeface="Courier New"/>
              </a:rPr>
              <a:t>Class Teacher:</a:t>
            </a:r>
            <a:endParaRPr sz="1400">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lang="en" sz="1400">
                <a:latin typeface="Courier New"/>
                <a:ea typeface="Courier New"/>
                <a:cs typeface="Courier New"/>
                <a:sym typeface="Courier New"/>
              </a:rPr>
              <a:t>	def __init__(self, name):</a:t>
            </a:r>
            <a:endParaRPr sz="1400">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lang="en" sz="1400">
                <a:latin typeface="Courier New"/>
                <a:ea typeface="Courier New"/>
                <a:cs typeface="Courier New"/>
                <a:sym typeface="Courier New"/>
              </a:rPr>
              <a:t>		</a:t>
            </a:r>
            <a:r>
              <a:rPr lang="en" sz="1400">
                <a:latin typeface="Courier New"/>
                <a:ea typeface="Courier New"/>
                <a:cs typeface="Courier New"/>
                <a:sym typeface="Courier New"/>
              </a:rPr>
              <a:t>s</a:t>
            </a:r>
            <a:r>
              <a:rPr lang="en" sz="1400">
                <a:latin typeface="Courier New"/>
                <a:ea typeface="Courier New"/>
                <a:cs typeface="Courier New"/>
                <a:sym typeface="Courier New"/>
              </a:rPr>
              <a:t>elf.students=[]</a:t>
            </a:r>
            <a:endParaRPr sz="1400">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lang="en" sz="1400">
                <a:latin typeface="Courier New"/>
                <a:ea typeface="Courier New"/>
                <a:cs typeface="Courier New"/>
                <a:sym typeface="Courier New"/>
              </a:rPr>
              <a:t>		self.name=name</a:t>
            </a:r>
            <a:endParaRPr sz="1400">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lang="en" sz="1400">
                <a:latin typeface="Courier New"/>
                <a:ea typeface="Courier New"/>
                <a:cs typeface="Courier New"/>
                <a:sym typeface="Courier New"/>
              </a:rPr>
              <a:t>	def attach_student(self, student):</a:t>
            </a:r>
            <a:endParaRPr sz="1400">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lang="en" sz="1400">
                <a:latin typeface="Courier New"/>
                <a:ea typeface="Courier New"/>
                <a:cs typeface="Courier New"/>
                <a:sym typeface="Courier New"/>
              </a:rPr>
              <a:t>		self.students.append(student)</a:t>
            </a:r>
            <a:endParaRPr sz="1400">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lang="en" sz="1400">
                <a:latin typeface="Courier New"/>
                <a:ea typeface="Courier New"/>
                <a:cs typeface="Courier New"/>
                <a:sym typeface="Courier New"/>
              </a:rPr>
              <a:t>		print(f”{student.name} has been attached to {self.name}”)</a:t>
            </a:r>
            <a:endParaRPr sz="1400">
              <a:latin typeface="Courier New"/>
              <a:ea typeface="Courier New"/>
              <a:cs typeface="Courier New"/>
              <a:sym typeface="Courier New"/>
            </a:endParaRPr>
          </a:p>
          <a:p>
            <a:pPr indent="0" lvl="0" marL="0" rtl="0" algn="l">
              <a:lnSpc>
                <a:spcPct val="115000"/>
              </a:lnSpc>
              <a:spcBef>
                <a:spcPts val="0"/>
              </a:spcBef>
              <a:spcAft>
                <a:spcPts val="0"/>
              </a:spcAft>
              <a:buSzPts val="1800"/>
              <a:buNone/>
            </a:pPr>
            <a:r>
              <a:t/>
            </a:r>
            <a:endParaRPr sz="1400">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lang="en" sz="1400">
                <a:latin typeface="Courier New"/>
                <a:ea typeface="Courier New"/>
                <a:cs typeface="Courier New"/>
                <a:sym typeface="Courier New"/>
              </a:rPr>
              <a:t>Class Student:</a:t>
            </a:r>
            <a:endParaRPr sz="1400">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lang="en" sz="1400">
                <a:latin typeface="Courier New"/>
                <a:ea typeface="Courier New"/>
                <a:cs typeface="Courier New"/>
                <a:sym typeface="Courier New"/>
              </a:rPr>
              <a:t>	def__init__(self,name):                             </a:t>
            </a:r>
            <a:endParaRPr sz="1400">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lang="en" sz="1400">
                <a:latin typeface="Courier New"/>
                <a:ea typeface="Courier New"/>
                <a:cs typeface="Courier New"/>
                <a:sym typeface="Courier New"/>
              </a:rPr>
              <a:t>		</a:t>
            </a:r>
            <a:r>
              <a:rPr lang="en" sz="1400">
                <a:latin typeface="Courier New"/>
                <a:ea typeface="Courier New"/>
                <a:cs typeface="Courier New"/>
                <a:sym typeface="Courier New"/>
              </a:rPr>
              <a:t>s</a:t>
            </a:r>
            <a:r>
              <a:rPr lang="en" sz="1400">
                <a:latin typeface="Courier New"/>
                <a:ea typeface="Courier New"/>
                <a:cs typeface="Courier New"/>
                <a:sym typeface="Courier New"/>
              </a:rPr>
              <a:t>elf.teachers=[]</a:t>
            </a:r>
            <a:endParaRPr sz="1400">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lang="en" sz="1400">
                <a:latin typeface="Courier New"/>
                <a:ea typeface="Courier New"/>
                <a:cs typeface="Courier New"/>
                <a:sym typeface="Courier New"/>
              </a:rPr>
              <a:t>		self.name=name</a:t>
            </a:r>
            <a:endParaRPr sz="1400">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lang="en" sz="1400">
                <a:latin typeface="Courier New"/>
                <a:ea typeface="Courier New"/>
                <a:cs typeface="Courier New"/>
                <a:sym typeface="Courier New"/>
              </a:rPr>
              <a:t>	def add_teachers(self,teacher):</a:t>
            </a:r>
            <a:endParaRPr sz="1400">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lang="en" sz="1400">
                <a:latin typeface="Courier New"/>
                <a:ea typeface="Courier New"/>
                <a:cs typeface="Courier New"/>
                <a:sym typeface="Courier New"/>
              </a:rPr>
              <a:t>		self.teachers.append(teacher)</a:t>
            </a:r>
            <a:endParaRPr sz="1400">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lang="en" sz="1400">
                <a:latin typeface="Courier New"/>
                <a:ea typeface="Courier New"/>
                <a:cs typeface="Courier New"/>
                <a:sym typeface="Courier New"/>
              </a:rPr>
              <a:t>		teacher.</a:t>
            </a:r>
            <a:r>
              <a:rPr lang="en" sz="1400">
                <a:solidFill>
                  <a:srgbClr val="FF0000"/>
                </a:solidFill>
                <a:latin typeface="Courier New"/>
                <a:ea typeface="Courier New"/>
                <a:cs typeface="Courier New"/>
                <a:sym typeface="Courier New"/>
              </a:rPr>
              <a:t>attach_student</a:t>
            </a:r>
            <a:r>
              <a:rPr lang="en" sz="1400">
                <a:latin typeface="Courier New"/>
                <a:ea typeface="Courier New"/>
                <a:cs typeface="Courier New"/>
                <a:sym typeface="Courier New"/>
              </a:rPr>
              <a:t>(self)</a:t>
            </a:r>
            <a:endParaRPr sz="1400">
              <a:latin typeface="Courier New"/>
              <a:ea typeface="Courier New"/>
              <a:cs typeface="Courier New"/>
              <a:sym typeface="Courier New"/>
            </a:endParaRPr>
          </a:p>
          <a:p>
            <a:pPr indent="0" lvl="0" marL="0" rtl="0" algn="l">
              <a:lnSpc>
                <a:spcPct val="115000"/>
              </a:lnSpc>
              <a:spcBef>
                <a:spcPts val="0"/>
              </a:spcBef>
              <a:spcAft>
                <a:spcPts val="0"/>
              </a:spcAft>
              <a:buSzPts val="1800"/>
              <a:buNone/>
            </a:pPr>
            <a:r>
              <a:t/>
            </a:r>
            <a:endParaRPr sz="1400">
              <a:latin typeface="Courier New"/>
              <a:ea typeface="Courier New"/>
              <a:cs typeface="Courier New"/>
              <a:sym typeface="Courier New"/>
            </a:endParaRPr>
          </a:p>
        </p:txBody>
      </p:sp>
      <p:sp>
        <p:nvSpPr>
          <p:cNvPr id="209" name="Google Shape;209;g2c5b7793c60_0_0"/>
          <p:cNvSpPr txBox="1"/>
          <p:nvPr/>
        </p:nvSpPr>
        <p:spPr>
          <a:xfrm>
            <a:off x="4715225" y="3569700"/>
            <a:ext cx="4334100" cy="12909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1"/>
                </a:solidFill>
                <a:latin typeface="Courier New"/>
                <a:ea typeface="Courier New"/>
                <a:cs typeface="Courier New"/>
                <a:sym typeface="Courier New"/>
              </a:rPr>
              <a:t># driver code</a:t>
            </a:r>
            <a:br>
              <a:rPr lang="en">
                <a:solidFill>
                  <a:schemeClr val="lt1"/>
                </a:solidFill>
                <a:latin typeface="Courier New"/>
                <a:ea typeface="Courier New"/>
                <a:cs typeface="Courier New"/>
                <a:sym typeface="Courier New"/>
              </a:rPr>
            </a:br>
            <a:endParaRPr>
              <a:solidFill>
                <a:schemeClr val="lt1"/>
              </a:solidFill>
              <a:latin typeface="Courier New"/>
              <a:ea typeface="Courier New"/>
              <a:cs typeface="Courier New"/>
              <a:sym typeface="Courier New"/>
            </a:endParaRPr>
          </a:p>
          <a:p>
            <a:pPr indent="0" lvl="0" marL="0" rtl="0" algn="l">
              <a:spcBef>
                <a:spcPts val="0"/>
              </a:spcBef>
              <a:spcAft>
                <a:spcPts val="0"/>
              </a:spcAft>
              <a:buNone/>
            </a:pPr>
            <a:r>
              <a:rPr lang="en">
                <a:solidFill>
                  <a:schemeClr val="lt1"/>
                </a:solidFill>
                <a:latin typeface="Courier New"/>
                <a:ea typeface="Courier New"/>
                <a:cs typeface="Courier New"/>
                <a:sym typeface="Courier New"/>
              </a:rPr>
              <a:t>teacher_fzn = Teacher(“FZN”)</a:t>
            </a:r>
            <a:endParaRPr>
              <a:solidFill>
                <a:schemeClr val="lt1"/>
              </a:solidFill>
              <a:latin typeface="Courier New"/>
              <a:ea typeface="Courier New"/>
              <a:cs typeface="Courier New"/>
              <a:sym typeface="Courier New"/>
            </a:endParaRPr>
          </a:p>
          <a:p>
            <a:pPr indent="0" lvl="0" marL="0" rtl="0" algn="l">
              <a:spcBef>
                <a:spcPts val="0"/>
              </a:spcBef>
              <a:spcAft>
                <a:spcPts val="0"/>
              </a:spcAft>
              <a:buNone/>
            </a:pPr>
            <a:r>
              <a:rPr lang="en">
                <a:solidFill>
                  <a:schemeClr val="lt1"/>
                </a:solidFill>
                <a:latin typeface="Courier New"/>
                <a:ea typeface="Courier New"/>
                <a:cs typeface="Courier New"/>
                <a:sym typeface="Courier New"/>
              </a:rPr>
              <a:t>student_ryan = Student(“Ryan”)</a:t>
            </a:r>
            <a:endParaRPr>
              <a:solidFill>
                <a:schemeClr val="lt1"/>
              </a:solidFill>
              <a:latin typeface="Courier New"/>
              <a:ea typeface="Courier New"/>
              <a:cs typeface="Courier New"/>
              <a:sym typeface="Courier New"/>
            </a:endParaRPr>
          </a:p>
          <a:p>
            <a:pPr indent="0" lvl="0" marL="0" rtl="0" algn="l">
              <a:spcBef>
                <a:spcPts val="0"/>
              </a:spcBef>
              <a:spcAft>
                <a:spcPts val="0"/>
              </a:spcAft>
              <a:buNone/>
            </a:pPr>
            <a:r>
              <a:rPr lang="en">
                <a:solidFill>
                  <a:schemeClr val="lt1"/>
                </a:solidFill>
                <a:latin typeface="Courier New"/>
                <a:ea typeface="Courier New"/>
                <a:cs typeface="Courier New"/>
                <a:sym typeface="Courier New"/>
              </a:rPr>
              <a:t>student_ryan.add_teacher(</a:t>
            </a:r>
            <a:r>
              <a:rPr lang="en">
                <a:solidFill>
                  <a:schemeClr val="lt1"/>
                </a:solidFill>
                <a:latin typeface="Courier New"/>
                <a:ea typeface="Courier New"/>
                <a:cs typeface="Courier New"/>
                <a:sym typeface="Courier New"/>
              </a:rPr>
              <a:t>teacher_fzn</a:t>
            </a:r>
            <a:r>
              <a:rPr lang="en">
                <a:solidFill>
                  <a:schemeClr val="lt1"/>
                </a:solidFill>
                <a:latin typeface="Courier New"/>
                <a:ea typeface="Courier New"/>
                <a:cs typeface="Courier New"/>
                <a:sym typeface="Courier New"/>
              </a:rPr>
              <a:t>)</a:t>
            </a:r>
            <a:endParaRPr>
              <a:solidFill>
                <a:schemeClr val="lt1"/>
              </a:solidFill>
              <a:latin typeface="Courier New"/>
              <a:ea typeface="Courier New"/>
              <a:cs typeface="Courier New"/>
              <a:sym typeface="Courier New"/>
            </a:endParaRPr>
          </a:p>
        </p:txBody>
      </p:sp>
      <p:sp>
        <p:nvSpPr>
          <p:cNvPr id="210" name="Google Shape;210;g2c5b7793c60_0_0"/>
          <p:cNvSpPr/>
          <p:nvPr/>
        </p:nvSpPr>
        <p:spPr>
          <a:xfrm>
            <a:off x="5739825" y="1571750"/>
            <a:ext cx="2551200" cy="758100"/>
          </a:xfrm>
          <a:prstGeom prst="snip1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entury Gothic"/>
                <a:ea typeface="Century Gothic"/>
                <a:cs typeface="Century Gothic"/>
                <a:sym typeface="Century Gothic"/>
              </a:rPr>
              <a:t>We also need remove </a:t>
            </a:r>
            <a:r>
              <a:rPr lang="en">
                <a:latin typeface="Century Gothic"/>
                <a:ea typeface="Century Gothic"/>
                <a:cs typeface="Century Gothic"/>
                <a:sym typeface="Century Gothic"/>
              </a:rPr>
              <a:t>methods</a:t>
            </a:r>
            <a:r>
              <a:rPr lang="en">
                <a:latin typeface="Century Gothic"/>
                <a:ea typeface="Century Gothic"/>
                <a:cs typeface="Century Gothic"/>
                <a:sym typeface="Century Gothic"/>
              </a:rPr>
              <a:t> in both classes.</a:t>
            </a:r>
            <a:endParaRPr>
              <a:latin typeface="Century Gothic"/>
              <a:ea typeface="Century Gothic"/>
              <a:cs typeface="Century Gothic"/>
              <a:sym typeface="Century Gothic"/>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g2c5b7793c60_0_6"/>
          <p:cNvSpPr txBox="1"/>
          <p:nvPr>
            <p:ph type="title"/>
          </p:nvPr>
        </p:nvSpPr>
        <p:spPr>
          <a:xfrm>
            <a:off x="311700" y="0"/>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3100"/>
              <a:t>Fan-Celebrity Example</a:t>
            </a:r>
            <a:endParaRPr sz="3100"/>
          </a:p>
        </p:txBody>
      </p:sp>
      <p:sp>
        <p:nvSpPr>
          <p:cNvPr id="216" name="Google Shape;216;g2c5b7793c60_0_6"/>
          <p:cNvSpPr txBox="1"/>
          <p:nvPr>
            <p:ph idx="1" type="body"/>
          </p:nvPr>
        </p:nvSpPr>
        <p:spPr>
          <a:xfrm>
            <a:off x="176250" y="665600"/>
            <a:ext cx="3432300" cy="44208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1300">
                <a:latin typeface="Courier New"/>
                <a:ea typeface="Courier New"/>
                <a:cs typeface="Courier New"/>
                <a:sym typeface="Courier New"/>
              </a:rPr>
              <a:t># Subject (Celebrity)</a:t>
            </a:r>
            <a:endParaRPr sz="1300">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lang="en" sz="1300">
                <a:latin typeface="Courier New"/>
                <a:ea typeface="Courier New"/>
                <a:cs typeface="Courier New"/>
                <a:sym typeface="Courier New"/>
              </a:rPr>
              <a:t>class Celebrity:</a:t>
            </a:r>
            <a:endParaRPr sz="1300">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lang="en" sz="1300">
                <a:latin typeface="Courier New"/>
                <a:ea typeface="Courier New"/>
                <a:cs typeface="Courier New"/>
                <a:sym typeface="Courier New"/>
              </a:rPr>
              <a:t>    def __init__(self):</a:t>
            </a:r>
            <a:endParaRPr sz="1300">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lang="en" sz="1300">
                <a:latin typeface="Courier New"/>
                <a:ea typeface="Courier New"/>
                <a:cs typeface="Courier New"/>
                <a:sym typeface="Courier New"/>
              </a:rPr>
              <a:t>        self._fans = []</a:t>
            </a:r>
            <a:endParaRPr sz="1300">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lang="en" sz="1300">
                <a:latin typeface="Courier New"/>
                <a:ea typeface="Courier New"/>
                <a:cs typeface="Courier New"/>
                <a:sym typeface="Courier New"/>
              </a:rPr>
              <a:t>        self._state = None</a:t>
            </a:r>
            <a:endParaRPr sz="1300">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lang="en" sz="1300">
                <a:latin typeface="Courier New"/>
                <a:ea typeface="Courier New"/>
                <a:cs typeface="Courier New"/>
                <a:sym typeface="Courier New"/>
              </a:rPr>
              <a:t>    def attach(self, fan):</a:t>
            </a:r>
            <a:endParaRPr sz="1300">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lang="en" sz="1300">
                <a:latin typeface="Courier New"/>
                <a:ea typeface="Courier New"/>
                <a:cs typeface="Courier New"/>
                <a:sym typeface="Courier New"/>
              </a:rPr>
              <a:t>        self._fans.append(fan)</a:t>
            </a:r>
            <a:endParaRPr sz="1300">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lang="en" sz="1300">
                <a:latin typeface="Courier New"/>
                <a:ea typeface="Courier New"/>
                <a:cs typeface="Courier New"/>
                <a:sym typeface="Courier New"/>
              </a:rPr>
              <a:t>    def detach(self, fan):</a:t>
            </a:r>
            <a:endParaRPr sz="1300">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lang="en" sz="1300">
                <a:latin typeface="Courier New"/>
                <a:ea typeface="Courier New"/>
                <a:cs typeface="Courier New"/>
                <a:sym typeface="Courier New"/>
              </a:rPr>
              <a:t>	  </a:t>
            </a:r>
            <a:r>
              <a:rPr lang="en" sz="1300">
                <a:latin typeface="Courier New"/>
                <a:ea typeface="Courier New"/>
                <a:cs typeface="Courier New"/>
                <a:sym typeface="Courier New"/>
              </a:rPr>
              <a:t>i</a:t>
            </a:r>
            <a:r>
              <a:rPr lang="en" sz="1300">
                <a:latin typeface="Courier New"/>
                <a:ea typeface="Courier New"/>
                <a:cs typeface="Courier New"/>
                <a:sym typeface="Courier New"/>
              </a:rPr>
              <a:t>f fan in self.__fans:</a:t>
            </a:r>
            <a:endParaRPr sz="1300">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lang="en" sz="1300">
                <a:latin typeface="Courier New"/>
                <a:ea typeface="Courier New"/>
                <a:cs typeface="Courier New"/>
                <a:sym typeface="Courier New"/>
              </a:rPr>
              <a:t>        self._fans.remove(fan)</a:t>
            </a:r>
            <a:endParaRPr sz="1300">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lang="en" sz="1300">
                <a:latin typeface="Courier New"/>
                <a:ea typeface="Courier New"/>
                <a:cs typeface="Courier New"/>
                <a:sym typeface="Courier New"/>
              </a:rPr>
              <a:t>    def notify(self):</a:t>
            </a:r>
            <a:endParaRPr sz="1300">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lang="en" sz="1300">
                <a:latin typeface="Courier New"/>
                <a:ea typeface="Courier New"/>
                <a:cs typeface="Courier New"/>
                <a:sym typeface="Courier New"/>
              </a:rPr>
              <a:t>        for fan in self._fans:</a:t>
            </a:r>
            <a:endParaRPr sz="1300">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lang="en" sz="1300">
                <a:latin typeface="Courier New"/>
                <a:ea typeface="Courier New"/>
                <a:cs typeface="Courier New"/>
                <a:sym typeface="Courier New"/>
              </a:rPr>
              <a:t>            fan.</a:t>
            </a:r>
            <a:r>
              <a:rPr lang="en" sz="1300">
                <a:solidFill>
                  <a:srgbClr val="F22C3D"/>
                </a:solidFill>
                <a:latin typeface="Courier New"/>
                <a:ea typeface="Courier New"/>
                <a:cs typeface="Courier New"/>
                <a:sym typeface="Courier New"/>
              </a:rPr>
              <a:t>update</a:t>
            </a:r>
            <a:r>
              <a:rPr lang="en" sz="1300">
                <a:latin typeface="Courier New"/>
                <a:ea typeface="Courier New"/>
                <a:cs typeface="Courier New"/>
                <a:sym typeface="Courier New"/>
              </a:rPr>
              <a:t>(self)</a:t>
            </a:r>
            <a:endParaRPr sz="1300">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lang="en" sz="1300">
                <a:latin typeface="Courier New"/>
                <a:ea typeface="Courier New"/>
                <a:cs typeface="Courier New"/>
                <a:sym typeface="Courier New"/>
              </a:rPr>
              <a:t>    def set_state(self, state):</a:t>
            </a:r>
            <a:endParaRPr sz="1300">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lang="en" sz="1300">
                <a:latin typeface="Courier New"/>
                <a:ea typeface="Courier New"/>
                <a:cs typeface="Courier New"/>
                <a:sym typeface="Courier New"/>
              </a:rPr>
              <a:t>        self._state = state</a:t>
            </a:r>
            <a:endParaRPr sz="1300">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lang="en" sz="1300">
                <a:latin typeface="Courier New"/>
                <a:ea typeface="Courier New"/>
                <a:cs typeface="Courier New"/>
                <a:sym typeface="Courier New"/>
              </a:rPr>
              <a:t>        self._notify()</a:t>
            </a:r>
            <a:endParaRPr sz="1300">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lang="en" sz="1300">
                <a:latin typeface="Courier New"/>
                <a:ea typeface="Courier New"/>
                <a:cs typeface="Courier New"/>
                <a:sym typeface="Courier New"/>
              </a:rPr>
              <a:t>    def get_state(self):</a:t>
            </a:r>
            <a:endParaRPr sz="1300">
              <a:latin typeface="Courier New"/>
              <a:ea typeface="Courier New"/>
              <a:cs typeface="Courier New"/>
              <a:sym typeface="Courier New"/>
            </a:endParaRPr>
          </a:p>
          <a:p>
            <a:pPr indent="0" lvl="0" marL="0" rtl="0" algn="l">
              <a:lnSpc>
                <a:spcPct val="115000"/>
              </a:lnSpc>
              <a:spcBef>
                <a:spcPts val="0"/>
              </a:spcBef>
              <a:spcAft>
                <a:spcPts val="0"/>
              </a:spcAft>
              <a:buSzPts val="1800"/>
              <a:buNone/>
            </a:pPr>
            <a:r>
              <a:rPr lang="en" sz="1300">
                <a:latin typeface="Courier New"/>
                <a:ea typeface="Courier New"/>
                <a:cs typeface="Courier New"/>
                <a:sym typeface="Courier New"/>
              </a:rPr>
              <a:t>        return self._state</a:t>
            </a:r>
            <a:endParaRPr sz="1300">
              <a:latin typeface="Courier New"/>
              <a:ea typeface="Courier New"/>
              <a:cs typeface="Courier New"/>
              <a:sym typeface="Courier New"/>
            </a:endParaRPr>
          </a:p>
        </p:txBody>
      </p:sp>
      <p:sp>
        <p:nvSpPr>
          <p:cNvPr id="217" name="Google Shape;217;g2c5b7793c60_0_6"/>
          <p:cNvSpPr txBox="1"/>
          <p:nvPr/>
        </p:nvSpPr>
        <p:spPr>
          <a:xfrm>
            <a:off x="3766550" y="665600"/>
            <a:ext cx="5312700" cy="25461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i="0" lang="en" sz="1300" u="none" cap="none" strike="noStrike">
                <a:solidFill>
                  <a:schemeClr val="lt1"/>
                </a:solidFill>
                <a:latin typeface="Courier New"/>
                <a:ea typeface="Courier New"/>
                <a:cs typeface="Courier New"/>
                <a:sym typeface="Courier New"/>
              </a:rPr>
              <a:t># Observer (Fan)</a:t>
            </a:r>
            <a:endParaRPr i="0" sz="1300" u="none" cap="none" strike="noStrike">
              <a:solidFill>
                <a:schemeClr val="lt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500"/>
              <a:buFont typeface="Arial"/>
              <a:buNone/>
            </a:pPr>
            <a:r>
              <a:rPr i="0" lang="en" sz="1300" u="none" cap="none" strike="noStrike">
                <a:solidFill>
                  <a:schemeClr val="lt1"/>
                </a:solidFill>
                <a:latin typeface="Courier New"/>
                <a:ea typeface="Courier New"/>
                <a:cs typeface="Courier New"/>
                <a:sym typeface="Courier New"/>
              </a:rPr>
              <a:t>class Fan:</a:t>
            </a:r>
            <a:endParaRPr i="0" sz="1300" u="none" cap="none" strike="noStrike">
              <a:solidFill>
                <a:schemeClr val="lt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500"/>
              <a:buFont typeface="Arial"/>
              <a:buNone/>
            </a:pPr>
            <a:r>
              <a:rPr i="0" lang="en" sz="1300" u="none" cap="none" strike="noStrike">
                <a:solidFill>
                  <a:schemeClr val="lt1"/>
                </a:solidFill>
                <a:latin typeface="Courier New"/>
                <a:ea typeface="Courier New"/>
                <a:cs typeface="Courier New"/>
                <a:sym typeface="Courier New"/>
              </a:rPr>
              <a:t>    def __init__(self):</a:t>
            </a:r>
            <a:endParaRPr i="0" sz="1300" u="none" cap="none" strike="noStrike">
              <a:solidFill>
                <a:schemeClr val="lt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500"/>
              <a:buFont typeface="Arial"/>
              <a:buNone/>
            </a:pPr>
            <a:r>
              <a:rPr i="0" lang="en" sz="1300" u="none" cap="none" strike="noStrike">
                <a:solidFill>
                  <a:schemeClr val="lt1"/>
                </a:solidFill>
                <a:latin typeface="Courier New"/>
                <a:ea typeface="Courier New"/>
                <a:cs typeface="Courier New"/>
                <a:sym typeface="Courier New"/>
              </a:rPr>
              <a:t>        self._celebrities = []</a:t>
            </a:r>
            <a:endParaRPr i="0" sz="1300" u="none" cap="none" strike="noStrike">
              <a:solidFill>
                <a:schemeClr val="lt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500"/>
              <a:buFont typeface="Arial"/>
              <a:buNone/>
            </a:pPr>
            <a:r>
              <a:rPr i="0" lang="en" sz="1300" u="none" cap="none" strike="noStrike">
                <a:solidFill>
                  <a:schemeClr val="lt1"/>
                </a:solidFill>
                <a:latin typeface="Courier New"/>
                <a:ea typeface="Courier New"/>
                <a:cs typeface="Courier New"/>
                <a:sym typeface="Courier New"/>
              </a:rPr>
              <a:t>    def update(self, celebrity):</a:t>
            </a:r>
            <a:endParaRPr i="0" sz="1300" u="none" cap="none" strike="noStrike">
              <a:solidFill>
                <a:schemeClr val="lt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500"/>
              <a:buFont typeface="Arial"/>
              <a:buNone/>
            </a:pPr>
            <a:r>
              <a:rPr i="0" lang="en" sz="1300" u="none" cap="none" strike="noStrike">
                <a:solidFill>
                  <a:schemeClr val="lt1"/>
                </a:solidFill>
                <a:latin typeface="Courier New"/>
                <a:ea typeface="Courier New"/>
                <a:cs typeface="Courier New"/>
                <a:sym typeface="Courier New"/>
              </a:rPr>
              <a:t>        state = celebrity.get_state(</a:t>
            </a:r>
            <a:r>
              <a:rPr i="0" lang="en" sz="1300" u="none" cap="none" strike="noStrike">
                <a:solidFill>
                  <a:schemeClr val="lt1"/>
                </a:solidFill>
                <a:latin typeface="Courier New"/>
                <a:ea typeface="Courier New"/>
                <a:cs typeface="Courier New"/>
                <a:sym typeface="Courier New"/>
              </a:rPr>
              <a:t>)</a:t>
            </a:r>
            <a:endParaRPr i="0" sz="1300" u="none" cap="none" strike="noStrike">
              <a:solidFill>
                <a:schemeClr val="lt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500"/>
              <a:buFont typeface="Arial"/>
              <a:buNone/>
            </a:pPr>
            <a:r>
              <a:rPr i="0" lang="en" sz="1300" u="none" cap="none" strike="noStrike">
                <a:solidFill>
                  <a:schemeClr val="lt1"/>
                </a:solidFill>
                <a:latin typeface="Courier New"/>
                <a:ea typeface="Courier New"/>
                <a:cs typeface="Courier New"/>
                <a:sym typeface="Courier New"/>
              </a:rPr>
              <a:t>    def add_celebrity(self, celebrity):         </a:t>
            </a:r>
            <a:endParaRPr i="0" sz="1300" u="none" cap="none" strike="noStrike">
              <a:solidFill>
                <a:schemeClr val="lt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500"/>
              <a:buFont typeface="Arial"/>
              <a:buNone/>
            </a:pPr>
            <a:r>
              <a:rPr i="0" lang="en" sz="1300" u="none" cap="none" strike="noStrike">
                <a:solidFill>
                  <a:schemeClr val="lt1"/>
                </a:solidFill>
                <a:latin typeface="Courier New"/>
                <a:ea typeface="Courier New"/>
                <a:cs typeface="Courier New"/>
                <a:sym typeface="Courier New"/>
              </a:rPr>
              <a:t>        self._celebrities.append(celebrity)</a:t>
            </a:r>
            <a:endParaRPr i="0" sz="1300" u="none" cap="none" strike="noStrike">
              <a:solidFill>
                <a:schemeClr val="lt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500"/>
              <a:buFont typeface="Arial"/>
              <a:buNone/>
            </a:pPr>
            <a:r>
              <a:rPr i="0" lang="en" sz="1300" u="none" cap="none" strike="noStrike">
                <a:solidFill>
                  <a:schemeClr val="lt1"/>
                </a:solidFill>
                <a:latin typeface="Courier New"/>
                <a:ea typeface="Courier New"/>
                <a:cs typeface="Courier New"/>
                <a:sym typeface="Courier New"/>
              </a:rPr>
              <a:t>        celebrity.attach(self)</a:t>
            </a:r>
            <a:endParaRPr i="0" sz="1300" u="none" cap="none" strike="noStrike">
              <a:solidFill>
                <a:schemeClr val="lt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500"/>
              <a:buFont typeface="Arial"/>
              <a:buNone/>
            </a:pPr>
            <a:r>
              <a:rPr i="0" lang="en" sz="1300" u="none" cap="none" strike="noStrike">
                <a:solidFill>
                  <a:schemeClr val="lt1"/>
                </a:solidFill>
                <a:latin typeface="Courier New"/>
                <a:ea typeface="Courier New"/>
                <a:cs typeface="Courier New"/>
                <a:sym typeface="Courier New"/>
              </a:rPr>
              <a:t>    def remove_celebrity(self, celebrity):</a:t>
            </a:r>
            <a:endParaRPr i="0" sz="1300" u="none" cap="none" strike="noStrike">
              <a:solidFill>
                <a:schemeClr val="lt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500"/>
              <a:buFont typeface="Arial"/>
              <a:buNone/>
            </a:pPr>
            <a:r>
              <a:rPr i="0" lang="en" sz="1300" u="none" cap="none" strike="noStrike">
                <a:solidFill>
                  <a:schemeClr val="lt1"/>
                </a:solidFill>
                <a:latin typeface="Courier New"/>
                <a:ea typeface="Courier New"/>
                <a:cs typeface="Courier New"/>
                <a:sym typeface="Courier New"/>
              </a:rPr>
              <a:t>        self._celebrities.remove(celebrity)</a:t>
            </a:r>
            <a:endParaRPr i="0" sz="1300" u="none" cap="none" strike="noStrike">
              <a:solidFill>
                <a:schemeClr val="lt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500"/>
              <a:buFont typeface="Arial"/>
              <a:buNone/>
            </a:pPr>
            <a:r>
              <a:rPr i="0" lang="en" sz="1300" u="none" cap="none" strike="noStrike">
                <a:solidFill>
                  <a:schemeClr val="lt1"/>
                </a:solidFill>
                <a:latin typeface="Courier New"/>
                <a:ea typeface="Courier New"/>
                <a:cs typeface="Courier New"/>
                <a:sym typeface="Courier New"/>
              </a:rPr>
              <a:t>        celebrity.detach(self)</a:t>
            </a:r>
            <a:endParaRPr i="0" sz="1300" u="none" cap="none" strike="noStrike">
              <a:solidFill>
                <a:schemeClr val="lt1"/>
              </a:solidFill>
              <a:latin typeface="Courier New"/>
              <a:ea typeface="Courier New"/>
              <a:cs typeface="Courier New"/>
              <a:sym typeface="Courier New"/>
            </a:endParaRPr>
          </a:p>
        </p:txBody>
      </p:sp>
      <p:sp>
        <p:nvSpPr>
          <p:cNvPr id="218" name="Google Shape;218;g2c5b7793c60_0_6"/>
          <p:cNvSpPr txBox="1"/>
          <p:nvPr/>
        </p:nvSpPr>
        <p:spPr>
          <a:xfrm>
            <a:off x="3766550" y="3304600"/>
            <a:ext cx="5312700" cy="17817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i="0" lang="en" sz="1200" u="none" cap="none" strike="noStrike">
                <a:solidFill>
                  <a:schemeClr val="lt1"/>
                </a:solidFill>
                <a:latin typeface="Courier New"/>
                <a:ea typeface="Courier New"/>
                <a:cs typeface="Courier New"/>
                <a:sym typeface="Courier New"/>
              </a:rPr>
              <a:t>celebrity = Celebrity()</a:t>
            </a:r>
            <a:endParaRPr i="0" sz="1200" u="none" cap="none" strike="noStrike">
              <a:solidFill>
                <a:schemeClr val="lt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500"/>
              <a:buFont typeface="Arial"/>
              <a:buNone/>
            </a:pPr>
            <a:r>
              <a:rPr i="0" lang="en" sz="1200" u="none" cap="none" strike="noStrike">
                <a:solidFill>
                  <a:schemeClr val="lt1"/>
                </a:solidFill>
                <a:latin typeface="Courier New"/>
                <a:ea typeface="Courier New"/>
                <a:cs typeface="Courier New"/>
                <a:sym typeface="Courier New"/>
              </a:rPr>
              <a:t>fan = Fan()</a:t>
            </a:r>
            <a:endParaRPr i="0" sz="1200" u="none" cap="none" strike="noStrike">
              <a:solidFill>
                <a:schemeClr val="lt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500"/>
              <a:buFont typeface="Arial"/>
              <a:buNone/>
            </a:pPr>
            <a:r>
              <a:rPr i="0" lang="en" sz="1200" u="none" cap="none" strike="noStrike">
                <a:solidFill>
                  <a:schemeClr val="lt1"/>
                </a:solidFill>
                <a:latin typeface="Courier New"/>
                <a:ea typeface="Courier New"/>
                <a:cs typeface="Courier New"/>
                <a:sym typeface="Courier New"/>
              </a:rPr>
              <a:t>#fan starts following…</a:t>
            </a:r>
            <a:endParaRPr i="0" sz="1200" u="none" cap="none" strike="noStrike">
              <a:solidFill>
                <a:schemeClr val="lt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500"/>
              <a:buFont typeface="Arial"/>
              <a:buNone/>
            </a:pPr>
            <a:r>
              <a:rPr i="0" lang="en" sz="1200" u="none" cap="none" strike="noStrike">
                <a:solidFill>
                  <a:schemeClr val="lt1"/>
                </a:solidFill>
                <a:latin typeface="Courier New"/>
                <a:ea typeface="Courier New"/>
                <a:cs typeface="Courier New"/>
                <a:sym typeface="Courier New"/>
              </a:rPr>
              <a:t>fan.add_celebrity(celebrity)</a:t>
            </a:r>
            <a:endParaRPr i="0" sz="1200" u="none" cap="none" strike="noStrike">
              <a:solidFill>
                <a:schemeClr val="lt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500"/>
              <a:buFont typeface="Arial"/>
              <a:buNone/>
            </a:pPr>
            <a:r>
              <a:rPr i="0" lang="en" sz="1200" u="none" cap="none" strike="noStrike">
                <a:solidFill>
                  <a:schemeClr val="lt1"/>
                </a:solidFill>
                <a:latin typeface="Courier New"/>
                <a:ea typeface="Courier New"/>
                <a:cs typeface="Courier New"/>
                <a:sym typeface="Courier New"/>
              </a:rPr>
              <a:t>#celeb changes status and #notification is received by</a:t>
            </a:r>
            <a:r>
              <a:rPr lang="en" sz="1200">
                <a:solidFill>
                  <a:schemeClr val="lt1"/>
                </a:solidFill>
                <a:latin typeface="Courier New"/>
                <a:ea typeface="Courier New"/>
                <a:cs typeface="Courier New"/>
                <a:sym typeface="Courier New"/>
              </a:rPr>
              <a:t> </a:t>
            </a:r>
            <a:r>
              <a:rPr i="0" lang="en" sz="1200" u="none" cap="none" strike="noStrike">
                <a:solidFill>
                  <a:schemeClr val="lt1"/>
                </a:solidFill>
                <a:latin typeface="Courier New"/>
                <a:ea typeface="Courier New"/>
                <a:cs typeface="Courier New"/>
                <a:sym typeface="Courier New"/>
              </a:rPr>
              <a:t>fan</a:t>
            </a:r>
            <a:endParaRPr i="0" sz="1200" u="none" cap="none" strike="noStrike">
              <a:solidFill>
                <a:schemeClr val="lt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500"/>
              <a:buFont typeface="Arial"/>
              <a:buNone/>
            </a:pPr>
            <a:r>
              <a:rPr i="0" lang="en" sz="1200" u="none" cap="none" strike="noStrike">
                <a:solidFill>
                  <a:schemeClr val="lt1"/>
                </a:solidFill>
                <a:latin typeface="Courier New"/>
                <a:ea typeface="Courier New"/>
                <a:cs typeface="Courier New"/>
                <a:sym typeface="Courier New"/>
              </a:rPr>
              <a:t>celebrity.set_state('New state')</a:t>
            </a:r>
            <a:endParaRPr i="0" sz="1200" u="none" cap="none" strike="noStrike">
              <a:solidFill>
                <a:schemeClr val="lt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500"/>
              <a:buFont typeface="Arial"/>
              <a:buNone/>
            </a:pPr>
            <a:r>
              <a:rPr i="0" lang="en" sz="1200" u="none" cap="none" strike="noStrike">
                <a:solidFill>
                  <a:schemeClr val="lt1"/>
                </a:solidFill>
                <a:latin typeface="Courier New"/>
                <a:ea typeface="Courier New"/>
                <a:cs typeface="Courier New"/>
                <a:sym typeface="Courier New"/>
              </a:rPr>
              <a:t>#fan can stop following…</a:t>
            </a:r>
            <a:endParaRPr i="0" sz="1200" u="none" cap="none" strike="noStrike">
              <a:solidFill>
                <a:schemeClr val="lt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500"/>
              <a:buFont typeface="Arial"/>
              <a:buNone/>
            </a:pPr>
            <a:r>
              <a:rPr i="0" lang="en" sz="1200" u="none" cap="none" strike="noStrike">
                <a:solidFill>
                  <a:schemeClr val="lt1"/>
                </a:solidFill>
                <a:latin typeface="Courier New"/>
                <a:ea typeface="Courier New"/>
                <a:cs typeface="Courier New"/>
                <a:sym typeface="Courier New"/>
              </a:rPr>
              <a:t>fan.remove_celebrity(celebrity)</a:t>
            </a:r>
            <a:endParaRPr i="0" sz="1200" u="none" cap="none" strike="noStrike">
              <a:solidFill>
                <a:schemeClr val="lt1"/>
              </a:solidFill>
              <a:latin typeface="Courier New"/>
              <a:ea typeface="Courier New"/>
              <a:cs typeface="Courier New"/>
              <a:sym typeface="Courier New"/>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8"/>
          <p:cNvSpPr txBox="1"/>
          <p:nvPr>
            <p:ph type="title"/>
          </p:nvPr>
        </p:nvSpPr>
        <p:spPr>
          <a:xfrm>
            <a:off x="484700" y="339546"/>
            <a:ext cx="7055400" cy="648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 sz="3800"/>
              <a:t>Observer Pattern in Java</a:t>
            </a:r>
            <a:endParaRPr sz="3800"/>
          </a:p>
        </p:txBody>
      </p:sp>
      <p:sp>
        <p:nvSpPr>
          <p:cNvPr id="224" name="Google Shape;224;p8"/>
          <p:cNvSpPr txBox="1"/>
          <p:nvPr/>
        </p:nvSpPr>
        <p:spPr>
          <a:xfrm>
            <a:off x="484700" y="1110675"/>
            <a:ext cx="4394400" cy="3842400"/>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chemeClr val="lt1"/>
                </a:solidFill>
                <a:latin typeface="Consolas"/>
                <a:ea typeface="Consolas"/>
                <a:cs typeface="Consolas"/>
                <a:sym typeface="Consolas"/>
              </a:rPr>
              <a:t>public class Celebrity{</a:t>
            </a:r>
            <a:endParaRPr i="0" sz="10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chemeClr val="lt1"/>
                </a:solidFill>
                <a:latin typeface="Consolas"/>
                <a:ea typeface="Consolas"/>
                <a:cs typeface="Consolas"/>
                <a:sym typeface="Consolas"/>
              </a:rPr>
              <a:t>    private List&lt;Fan&gt; fans =  new</a:t>
            </a:r>
            <a:r>
              <a:rPr lang="en" sz="1100">
                <a:solidFill>
                  <a:schemeClr val="lt1"/>
                </a:solidFill>
                <a:latin typeface="Consolas"/>
                <a:ea typeface="Consolas"/>
                <a:cs typeface="Consolas"/>
                <a:sym typeface="Consolas"/>
              </a:rPr>
              <a:t> </a:t>
            </a:r>
            <a:r>
              <a:rPr i="0" lang="en" sz="1100" u="none" cap="none" strike="noStrike">
                <a:solidFill>
                  <a:schemeClr val="lt1"/>
                </a:solidFill>
                <a:latin typeface="Consolas"/>
                <a:ea typeface="Consolas"/>
                <a:cs typeface="Consolas"/>
                <a:sym typeface="Consolas"/>
              </a:rPr>
              <a:t>ArrayList&lt;Fan&gt;();</a:t>
            </a:r>
            <a:endParaRPr i="0" sz="10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lang="en" sz="1100">
                <a:solidFill>
                  <a:schemeClr val="lt1"/>
                </a:solidFill>
                <a:latin typeface="Consolas"/>
                <a:ea typeface="Consolas"/>
                <a:cs typeface="Consolas"/>
                <a:sym typeface="Consolas"/>
              </a:rPr>
              <a:t>    </a:t>
            </a:r>
            <a:r>
              <a:rPr i="0" lang="en" sz="1100" u="none" cap="none" strike="noStrike">
                <a:solidFill>
                  <a:schemeClr val="lt1"/>
                </a:solidFill>
                <a:latin typeface="Consolas"/>
                <a:ea typeface="Consolas"/>
                <a:cs typeface="Consolas"/>
                <a:sym typeface="Consolas"/>
              </a:rPr>
              <a:t>private int state;</a:t>
            </a:r>
            <a:endParaRPr i="0" sz="11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t/>
            </a:r>
            <a:endParaRPr sz="1100">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chemeClr val="lt1"/>
                </a:solidFill>
                <a:latin typeface="Consolas"/>
                <a:ea typeface="Consolas"/>
                <a:cs typeface="Consolas"/>
                <a:sym typeface="Consolas"/>
              </a:rPr>
              <a:t>    void attach(Fan f){</a:t>
            </a:r>
            <a:endParaRPr i="0" sz="10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chemeClr val="lt1"/>
                </a:solidFill>
                <a:latin typeface="Consolas"/>
                <a:ea typeface="Consolas"/>
                <a:cs typeface="Consolas"/>
                <a:sym typeface="Consolas"/>
              </a:rPr>
              <a:t>        fans.add(f);</a:t>
            </a:r>
            <a:endParaRPr i="0" sz="10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chemeClr val="lt1"/>
                </a:solidFill>
                <a:latin typeface="Consolas"/>
                <a:ea typeface="Consolas"/>
                <a:cs typeface="Consolas"/>
                <a:sym typeface="Consolas"/>
              </a:rPr>
              <a:t>    }</a:t>
            </a:r>
            <a:endParaRPr i="0" sz="10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chemeClr val="lt1"/>
                </a:solidFill>
                <a:latin typeface="Consolas"/>
                <a:ea typeface="Consolas"/>
                <a:cs typeface="Consolas"/>
                <a:sym typeface="Consolas"/>
              </a:rPr>
              <a:t>     void remove(Fan f){</a:t>
            </a:r>
            <a:endParaRPr i="0" sz="10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chemeClr val="lt1"/>
                </a:solidFill>
                <a:latin typeface="Consolas"/>
                <a:ea typeface="Consolas"/>
                <a:cs typeface="Consolas"/>
                <a:sym typeface="Consolas"/>
              </a:rPr>
              <a:t>        fans.remove(f);</a:t>
            </a:r>
            <a:endParaRPr i="0" sz="10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chemeClr val="lt1"/>
                </a:solidFill>
                <a:latin typeface="Consolas"/>
                <a:ea typeface="Consolas"/>
                <a:cs typeface="Consolas"/>
                <a:sym typeface="Consolas"/>
              </a:rPr>
              <a:t>    }</a:t>
            </a:r>
            <a:endParaRPr i="0" sz="10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chemeClr val="lt1"/>
                </a:solidFill>
                <a:latin typeface="Consolas"/>
                <a:ea typeface="Consolas"/>
                <a:cs typeface="Consolas"/>
                <a:sym typeface="Consolas"/>
              </a:rPr>
              <a:t>    void notify(){</a:t>
            </a:r>
            <a:endParaRPr i="0" sz="10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chemeClr val="lt1"/>
                </a:solidFill>
                <a:latin typeface="Consolas"/>
                <a:ea typeface="Consolas"/>
                <a:cs typeface="Consolas"/>
                <a:sym typeface="Consolas"/>
              </a:rPr>
              <a:t>        </a:t>
            </a:r>
            <a:r>
              <a:rPr lang="en" sz="1100">
                <a:solidFill>
                  <a:schemeClr val="lt1"/>
                </a:solidFill>
                <a:latin typeface="Consolas"/>
                <a:ea typeface="Consolas"/>
                <a:cs typeface="Consolas"/>
                <a:sym typeface="Consolas"/>
              </a:rPr>
              <a:t> </a:t>
            </a:r>
            <a:r>
              <a:rPr i="0" lang="en" sz="1100" u="none" cap="none" strike="noStrike">
                <a:solidFill>
                  <a:schemeClr val="lt1"/>
                </a:solidFill>
                <a:latin typeface="Consolas"/>
                <a:ea typeface="Consolas"/>
                <a:cs typeface="Consolas"/>
                <a:sym typeface="Consolas"/>
              </a:rPr>
              <a:t>foreach( Fan f: fans)</a:t>
            </a:r>
            <a:endParaRPr i="0" sz="10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chemeClr val="lt1"/>
                </a:solidFill>
                <a:latin typeface="Consolas"/>
                <a:ea typeface="Consolas"/>
                <a:cs typeface="Consolas"/>
                <a:sym typeface="Consolas"/>
              </a:rPr>
              <a:t>             f.update(this);</a:t>
            </a:r>
            <a:endParaRPr i="0" sz="10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chemeClr val="lt1"/>
                </a:solidFill>
                <a:latin typeface="Consolas"/>
                <a:ea typeface="Consolas"/>
                <a:cs typeface="Consolas"/>
                <a:sym typeface="Consolas"/>
              </a:rPr>
              <a:t>    }</a:t>
            </a:r>
            <a:endParaRPr i="0" sz="10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lang="en" sz="1100">
                <a:solidFill>
                  <a:schemeClr val="lt1"/>
                </a:solidFill>
                <a:latin typeface="Consolas"/>
                <a:ea typeface="Consolas"/>
                <a:cs typeface="Consolas"/>
                <a:sym typeface="Consolas"/>
              </a:rPr>
              <a:t>    </a:t>
            </a:r>
            <a:r>
              <a:rPr i="0" lang="en" sz="1100" u="none" cap="none" strike="noStrike">
                <a:solidFill>
                  <a:schemeClr val="lt1"/>
                </a:solidFill>
                <a:latin typeface="Consolas"/>
                <a:ea typeface="Consolas"/>
                <a:cs typeface="Consolas"/>
                <a:sym typeface="Consolas"/>
              </a:rPr>
              <a:t>void setState(int newState){</a:t>
            </a:r>
            <a:endParaRPr i="0" sz="10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chemeClr val="lt1"/>
                </a:solidFill>
                <a:latin typeface="Consolas"/>
                <a:ea typeface="Consolas"/>
                <a:cs typeface="Consolas"/>
                <a:sym typeface="Consolas"/>
              </a:rPr>
              <a:t>         state = newState;</a:t>
            </a:r>
            <a:endParaRPr i="0" sz="10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chemeClr val="lt1"/>
                </a:solidFill>
                <a:latin typeface="Consolas"/>
                <a:ea typeface="Consolas"/>
                <a:cs typeface="Consolas"/>
                <a:sym typeface="Consolas"/>
              </a:rPr>
              <a:t>         notify();</a:t>
            </a:r>
            <a:endParaRPr i="0" sz="10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chemeClr val="lt1"/>
                </a:solidFill>
                <a:latin typeface="Consolas"/>
                <a:ea typeface="Consolas"/>
                <a:cs typeface="Consolas"/>
                <a:sym typeface="Consolas"/>
              </a:rPr>
              <a:t>    }</a:t>
            </a:r>
            <a:endParaRPr i="0" sz="10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chemeClr val="lt1"/>
                </a:solidFill>
                <a:latin typeface="Consolas"/>
                <a:ea typeface="Consolas"/>
                <a:cs typeface="Consolas"/>
                <a:sym typeface="Consolas"/>
              </a:rPr>
              <a:t>     int getState(){</a:t>
            </a:r>
            <a:endParaRPr i="0" sz="10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chemeClr val="lt1"/>
                </a:solidFill>
                <a:latin typeface="Consolas"/>
                <a:ea typeface="Consolas"/>
                <a:cs typeface="Consolas"/>
                <a:sym typeface="Consolas"/>
              </a:rPr>
              <a:t>         return state;</a:t>
            </a:r>
            <a:endParaRPr i="0" sz="10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i="0" lang="en" sz="1000" u="none" cap="none" strike="noStrike">
                <a:solidFill>
                  <a:schemeClr val="lt1"/>
                </a:solidFill>
                <a:latin typeface="Consolas"/>
                <a:ea typeface="Consolas"/>
                <a:cs typeface="Consolas"/>
                <a:sym typeface="Consolas"/>
              </a:rPr>
              <a:t>    }</a:t>
            </a:r>
            <a:endParaRPr i="0" sz="10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t/>
            </a:r>
            <a:endParaRPr i="0" sz="10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i="0" lang="en" sz="1000" u="none" cap="none" strike="noStrike">
                <a:solidFill>
                  <a:schemeClr val="lt1"/>
                </a:solidFill>
                <a:latin typeface="Consolas"/>
                <a:ea typeface="Consolas"/>
                <a:cs typeface="Consolas"/>
                <a:sym typeface="Consolas"/>
              </a:rPr>
              <a:t>}</a:t>
            </a:r>
            <a:endParaRPr i="0" sz="1000" u="none" cap="none" strike="noStrike">
              <a:solidFill>
                <a:schemeClr val="lt1"/>
              </a:solidFill>
              <a:latin typeface="Consolas"/>
              <a:ea typeface="Consolas"/>
              <a:cs typeface="Consolas"/>
              <a:sym typeface="Consolas"/>
            </a:endParaRPr>
          </a:p>
        </p:txBody>
      </p:sp>
      <p:sp>
        <p:nvSpPr>
          <p:cNvPr id="225" name="Google Shape;225;p8"/>
          <p:cNvSpPr txBox="1"/>
          <p:nvPr>
            <p:ph idx="12" type="sldNum"/>
          </p:nvPr>
        </p:nvSpPr>
        <p:spPr>
          <a:xfrm>
            <a:off x="7766431" y="221802"/>
            <a:ext cx="628800" cy="5757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rgbClr val="000000"/>
              </a:buClr>
              <a:buSzPts val="2801"/>
              <a:buFont typeface="Arial"/>
              <a:buNone/>
            </a:pPr>
            <a:fld id="{00000000-1234-1234-1234-123412341234}" type="slidenum">
              <a:rPr lang="en" sz="2801">
                <a:solidFill>
                  <a:schemeClr val="lt1"/>
                </a:solidFill>
                <a:latin typeface="Century Gothic"/>
                <a:ea typeface="Century Gothic"/>
                <a:cs typeface="Century Gothic"/>
                <a:sym typeface="Century Gothic"/>
              </a:rPr>
              <a:t>‹#›</a:t>
            </a:fld>
            <a:endParaRPr sz="2801">
              <a:solidFill>
                <a:schemeClr val="lt1"/>
              </a:solidFill>
              <a:latin typeface="Century Gothic"/>
              <a:ea typeface="Century Gothic"/>
              <a:cs typeface="Century Gothic"/>
              <a:sym typeface="Century Gothic"/>
            </a:endParaRPr>
          </a:p>
        </p:txBody>
      </p:sp>
      <p:sp>
        <p:nvSpPr>
          <p:cNvPr id="226" name="Google Shape;226;p8"/>
          <p:cNvSpPr txBox="1"/>
          <p:nvPr>
            <p:ph idx="1" type="body"/>
          </p:nvPr>
        </p:nvSpPr>
        <p:spPr>
          <a:xfrm>
            <a:off x="5165290" y="2123890"/>
            <a:ext cx="3782400" cy="756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SzPts val="1600"/>
              <a:buNone/>
            </a:pPr>
            <a:r>
              <a:rPr i="1" lang="en"/>
              <a:t>Celebrity class may look like this. </a:t>
            </a:r>
            <a:r>
              <a:rPr b="1" i="1" lang="en">
                <a:solidFill>
                  <a:srgbClr val="EFD37E"/>
                </a:solidFill>
              </a:rPr>
              <a:t>Now add the Fan class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0"/>
          <p:cNvSpPr txBox="1"/>
          <p:nvPr>
            <p:ph type="title"/>
          </p:nvPr>
        </p:nvSpPr>
        <p:spPr>
          <a:xfrm>
            <a:off x="43050" y="175595"/>
            <a:ext cx="7055400" cy="575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 sz="3000"/>
              <a:t>Observer Pattern in Java</a:t>
            </a:r>
            <a:endParaRPr sz="3000"/>
          </a:p>
        </p:txBody>
      </p:sp>
      <p:sp>
        <p:nvSpPr>
          <p:cNvPr id="232" name="Google Shape;232;p10"/>
          <p:cNvSpPr txBox="1"/>
          <p:nvPr/>
        </p:nvSpPr>
        <p:spPr>
          <a:xfrm>
            <a:off x="3106663" y="901325"/>
            <a:ext cx="3217200" cy="4088100"/>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lang="en" sz="1100">
                <a:solidFill>
                  <a:schemeClr val="lt1"/>
                </a:solidFill>
                <a:latin typeface="Consolas"/>
                <a:ea typeface="Consolas"/>
                <a:cs typeface="Consolas"/>
                <a:sym typeface="Consolas"/>
              </a:rPr>
              <a:t>public class Fan{</a:t>
            </a:r>
            <a:endParaRPr sz="1100">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None/>
            </a:pPr>
            <a:r>
              <a:rPr lang="en" sz="1100">
                <a:solidFill>
                  <a:schemeClr val="lt1"/>
                </a:solidFill>
                <a:latin typeface="Consolas"/>
                <a:ea typeface="Consolas"/>
                <a:cs typeface="Consolas"/>
                <a:sym typeface="Consolas"/>
              </a:rPr>
              <a:t>     </a:t>
            </a:r>
            <a:r>
              <a:rPr lang="en" sz="1100">
                <a:solidFill>
                  <a:schemeClr val="lt1"/>
                </a:solidFill>
                <a:latin typeface="Consolas"/>
                <a:ea typeface="Consolas"/>
                <a:cs typeface="Consolas"/>
                <a:sym typeface="Consolas"/>
              </a:rPr>
              <a:t>private List&lt;Celebrity&gt; celebrities=new ArrayList&lt;Ce</a:t>
            </a:r>
            <a:r>
              <a:rPr lang="en" sz="1100">
                <a:solidFill>
                  <a:schemeClr val="lt1"/>
                </a:solidFill>
                <a:latin typeface="Consolas"/>
                <a:ea typeface="Consolas"/>
                <a:cs typeface="Consolas"/>
                <a:sym typeface="Consolas"/>
              </a:rPr>
              <a:t>lebrity</a:t>
            </a:r>
            <a:r>
              <a:rPr lang="en" sz="1100">
                <a:solidFill>
                  <a:schemeClr val="lt1"/>
                </a:solidFill>
                <a:latin typeface="Consolas"/>
                <a:ea typeface="Consolas"/>
                <a:cs typeface="Consolas"/>
                <a:sym typeface="Consolas"/>
              </a:rPr>
              <a:t>&gt;();</a:t>
            </a:r>
            <a:endParaRPr sz="1100">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None/>
            </a:pPr>
            <a:r>
              <a:t/>
            </a:r>
            <a:endParaRPr sz="1100">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None/>
            </a:pPr>
            <a:r>
              <a:rPr lang="en" sz="1100">
                <a:solidFill>
                  <a:schemeClr val="lt1"/>
                </a:solidFill>
                <a:latin typeface="Consolas"/>
                <a:ea typeface="Consolas"/>
                <a:cs typeface="Consolas"/>
                <a:sym typeface="Consolas"/>
              </a:rPr>
              <a:t>     void update(Celebrity c){</a:t>
            </a:r>
            <a:endParaRPr sz="1100">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None/>
            </a:pPr>
            <a:r>
              <a:rPr lang="en" sz="1100">
                <a:solidFill>
                  <a:schemeClr val="lt1"/>
                </a:solidFill>
                <a:latin typeface="Consolas"/>
                <a:ea typeface="Consolas"/>
                <a:cs typeface="Consolas"/>
                <a:sym typeface="Consolas"/>
              </a:rPr>
              <a:t>          c.getState();</a:t>
            </a:r>
            <a:endParaRPr sz="1100">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None/>
            </a:pPr>
            <a:r>
              <a:rPr lang="en" sz="1100">
                <a:solidFill>
                  <a:schemeClr val="lt1"/>
                </a:solidFill>
                <a:latin typeface="Consolas"/>
                <a:ea typeface="Consolas"/>
                <a:cs typeface="Consolas"/>
                <a:sym typeface="Consolas"/>
              </a:rPr>
              <a:t>     }</a:t>
            </a:r>
            <a:endParaRPr sz="1100">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None/>
            </a:pPr>
            <a:r>
              <a:rPr lang="en" sz="1100">
                <a:solidFill>
                  <a:schemeClr val="lt1"/>
                </a:solidFill>
                <a:latin typeface="Consolas"/>
                <a:ea typeface="Consolas"/>
                <a:cs typeface="Consolas"/>
                <a:sym typeface="Consolas"/>
              </a:rPr>
              <a:t>     void addCelebrity(Celebrity c){</a:t>
            </a:r>
            <a:endParaRPr sz="1100">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None/>
            </a:pPr>
            <a:r>
              <a:rPr lang="en" sz="1100">
                <a:solidFill>
                  <a:schemeClr val="lt1"/>
                </a:solidFill>
                <a:latin typeface="Consolas"/>
                <a:ea typeface="Consolas"/>
                <a:cs typeface="Consolas"/>
                <a:sym typeface="Consolas"/>
              </a:rPr>
              <a:t>          celebrities.add(c);</a:t>
            </a:r>
            <a:endParaRPr sz="1100">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None/>
            </a:pPr>
            <a:r>
              <a:rPr lang="en" sz="1100">
                <a:solidFill>
                  <a:schemeClr val="lt1"/>
                </a:solidFill>
                <a:latin typeface="Consolas"/>
                <a:ea typeface="Consolas"/>
                <a:cs typeface="Consolas"/>
                <a:sym typeface="Consolas"/>
              </a:rPr>
              <a:t>          c.attach(this);</a:t>
            </a:r>
            <a:endParaRPr sz="1100">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None/>
            </a:pPr>
            <a:r>
              <a:rPr lang="en" sz="1100">
                <a:solidFill>
                  <a:schemeClr val="lt1"/>
                </a:solidFill>
                <a:latin typeface="Consolas"/>
                <a:ea typeface="Consolas"/>
                <a:cs typeface="Consolas"/>
                <a:sym typeface="Consolas"/>
              </a:rPr>
              <a:t>     }</a:t>
            </a:r>
            <a:endParaRPr sz="1100">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None/>
            </a:pPr>
            <a:r>
              <a:rPr lang="en" sz="1100">
                <a:solidFill>
                  <a:schemeClr val="lt1"/>
                </a:solidFill>
                <a:latin typeface="Consolas"/>
                <a:ea typeface="Consolas"/>
                <a:cs typeface="Consolas"/>
                <a:sym typeface="Consolas"/>
              </a:rPr>
              <a:t>     void removeCelebrity(Celebrity c){</a:t>
            </a:r>
            <a:endParaRPr sz="1100">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None/>
            </a:pPr>
            <a:r>
              <a:rPr lang="en" sz="1100">
                <a:solidFill>
                  <a:schemeClr val="lt1"/>
                </a:solidFill>
                <a:latin typeface="Consolas"/>
                <a:ea typeface="Consolas"/>
                <a:cs typeface="Consolas"/>
                <a:sym typeface="Consolas"/>
              </a:rPr>
              <a:t>          celebrities.remove(c);</a:t>
            </a:r>
            <a:endParaRPr sz="1100">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None/>
            </a:pPr>
            <a:r>
              <a:rPr lang="en" sz="1100">
                <a:solidFill>
                  <a:schemeClr val="lt1"/>
                </a:solidFill>
                <a:latin typeface="Consolas"/>
                <a:ea typeface="Consolas"/>
                <a:cs typeface="Consolas"/>
                <a:sym typeface="Consolas"/>
              </a:rPr>
              <a:t>          c.remove(this);</a:t>
            </a:r>
            <a:endParaRPr sz="1100">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None/>
            </a:pPr>
            <a:r>
              <a:rPr lang="en" sz="1100">
                <a:solidFill>
                  <a:schemeClr val="lt1"/>
                </a:solidFill>
                <a:latin typeface="Consolas"/>
                <a:ea typeface="Consolas"/>
                <a:cs typeface="Consolas"/>
                <a:sym typeface="Consolas"/>
              </a:rPr>
              <a:t>     }</a:t>
            </a:r>
            <a:endParaRPr sz="1100">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None/>
            </a:pPr>
            <a:r>
              <a:t/>
            </a:r>
            <a:endParaRPr sz="1100">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None/>
            </a:pPr>
            <a:r>
              <a:rPr lang="en" sz="1100">
                <a:solidFill>
                  <a:schemeClr val="lt1"/>
                </a:solidFill>
                <a:latin typeface="Consolas"/>
                <a:ea typeface="Consolas"/>
                <a:cs typeface="Consolas"/>
                <a:sym typeface="Consolas"/>
              </a:rPr>
              <a:t>}</a:t>
            </a:r>
            <a:endParaRPr sz="1100">
              <a:solidFill>
                <a:schemeClr val="lt1"/>
              </a:solidFill>
              <a:latin typeface="Consolas"/>
              <a:ea typeface="Consolas"/>
              <a:cs typeface="Consolas"/>
              <a:sym typeface="Consolas"/>
            </a:endParaRPr>
          </a:p>
        </p:txBody>
      </p:sp>
      <p:sp>
        <p:nvSpPr>
          <p:cNvPr id="233" name="Google Shape;233;p10"/>
          <p:cNvSpPr txBox="1"/>
          <p:nvPr>
            <p:ph idx="12" type="sldNum"/>
          </p:nvPr>
        </p:nvSpPr>
        <p:spPr>
          <a:xfrm>
            <a:off x="7766431" y="221802"/>
            <a:ext cx="628800" cy="5757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rgbClr val="000000"/>
              </a:buClr>
              <a:buSzPts val="2801"/>
              <a:buFont typeface="Arial"/>
              <a:buNone/>
            </a:pPr>
            <a:fld id="{00000000-1234-1234-1234-123412341234}" type="slidenum">
              <a:rPr lang="en" sz="2801">
                <a:solidFill>
                  <a:schemeClr val="lt1"/>
                </a:solidFill>
                <a:latin typeface="Century Gothic"/>
                <a:ea typeface="Century Gothic"/>
                <a:cs typeface="Century Gothic"/>
                <a:sym typeface="Century Gothic"/>
              </a:rPr>
              <a:t>‹#›</a:t>
            </a:fld>
            <a:endParaRPr sz="2801">
              <a:solidFill>
                <a:schemeClr val="lt1"/>
              </a:solidFill>
              <a:latin typeface="Century Gothic"/>
              <a:ea typeface="Century Gothic"/>
              <a:cs typeface="Century Gothic"/>
              <a:sym typeface="Century Gothic"/>
            </a:endParaRPr>
          </a:p>
        </p:txBody>
      </p:sp>
      <p:sp>
        <p:nvSpPr>
          <p:cNvPr id="234" name="Google Shape;234;p10"/>
          <p:cNvSpPr txBox="1"/>
          <p:nvPr/>
        </p:nvSpPr>
        <p:spPr>
          <a:xfrm>
            <a:off x="43050" y="901325"/>
            <a:ext cx="2991900" cy="4088100"/>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chemeClr val="lt1"/>
                </a:solidFill>
                <a:latin typeface="Consolas"/>
                <a:ea typeface="Consolas"/>
                <a:cs typeface="Consolas"/>
                <a:sym typeface="Consolas"/>
              </a:rPr>
              <a:t>public class Celebrity{</a:t>
            </a:r>
            <a:endParaRPr i="0" sz="10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chemeClr val="lt1"/>
                </a:solidFill>
                <a:latin typeface="Consolas"/>
                <a:ea typeface="Consolas"/>
                <a:cs typeface="Consolas"/>
                <a:sym typeface="Consolas"/>
              </a:rPr>
              <a:t>    private List&lt;Fan&gt; fans=new</a:t>
            </a:r>
            <a:r>
              <a:rPr lang="en" sz="1100">
                <a:solidFill>
                  <a:schemeClr val="lt1"/>
                </a:solidFill>
                <a:latin typeface="Consolas"/>
                <a:ea typeface="Consolas"/>
                <a:cs typeface="Consolas"/>
                <a:sym typeface="Consolas"/>
              </a:rPr>
              <a:t> </a:t>
            </a:r>
            <a:r>
              <a:rPr i="0" lang="en" sz="1100" u="none" cap="none" strike="noStrike">
                <a:solidFill>
                  <a:schemeClr val="lt1"/>
                </a:solidFill>
                <a:latin typeface="Consolas"/>
                <a:ea typeface="Consolas"/>
                <a:cs typeface="Consolas"/>
                <a:sym typeface="Consolas"/>
              </a:rPr>
              <a:t>ArrayList&lt;Fan&gt;();</a:t>
            </a:r>
            <a:endParaRPr i="0" sz="10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lang="en" sz="1100">
                <a:solidFill>
                  <a:schemeClr val="lt1"/>
                </a:solidFill>
                <a:latin typeface="Consolas"/>
                <a:ea typeface="Consolas"/>
                <a:cs typeface="Consolas"/>
                <a:sym typeface="Consolas"/>
              </a:rPr>
              <a:t>    </a:t>
            </a:r>
            <a:r>
              <a:rPr i="0" lang="en" sz="1100" u="none" cap="none" strike="noStrike">
                <a:solidFill>
                  <a:schemeClr val="lt1"/>
                </a:solidFill>
                <a:latin typeface="Consolas"/>
                <a:ea typeface="Consolas"/>
                <a:cs typeface="Consolas"/>
                <a:sym typeface="Consolas"/>
              </a:rPr>
              <a:t>private int state;</a:t>
            </a:r>
            <a:endParaRPr i="0" sz="11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t/>
            </a:r>
            <a:endParaRPr sz="1100">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chemeClr val="lt1"/>
                </a:solidFill>
                <a:latin typeface="Consolas"/>
                <a:ea typeface="Consolas"/>
                <a:cs typeface="Consolas"/>
                <a:sym typeface="Consolas"/>
              </a:rPr>
              <a:t>    void attach(Fan f){</a:t>
            </a:r>
            <a:endParaRPr i="0" sz="10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chemeClr val="lt1"/>
                </a:solidFill>
                <a:latin typeface="Consolas"/>
                <a:ea typeface="Consolas"/>
                <a:cs typeface="Consolas"/>
                <a:sym typeface="Consolas"/>
              </a:rPr>
              <a:t>        fans.add(f);</a:t>
            </a:r>
            <a:endParaRPr i="0" sz="10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chemeClr val="lt1"/>
                </a:solidFill>
                <a:latin typeface="Consolas"/>
                <a:ea typeface="Consolas"/>
                <a:cs typeface="Consolas"/>
                <a:sym typeface="Consolas"/>
              </a:rPr>
              <a:t>    }</a:t>
            </a:r>
            <a:endParaRPr i="0" sz="10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chemeClr val="lt1"/>
                </a:solidFill>
                <a:latin typeface="Consolas"/>
                <a:ea typeface="Consolas"/>
                <a:cs typeface="Consolas"/>
                <a:sym typeface="Consolas"/>
              </a:rPr>
              <a:t>     void remove(Fan f){</a:t>
            </a:r>
            <a:endParaRPr i="0" sz="10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chemeClr val="lt1"/>
                </a:solidFill>
                <a:latin typeface="Consolas"/>
                <a:ea typeface="Consolas"/>
                <a:cs typeface="Consolas"/>
                <a:sym typeface="Consolas"/>
              </a:rPr>
              <a:t>        fans.remove(f);</a:t>
            </a:r>
            <a:endParaRPr i="0" sz="10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chemeClr val="lt1"/>
                </a:solidFill>
                <a:latin typeface="Consolas"/>
                <a:ea typeface="Consolas"/>
                <a:cs typeface="Consolas"/>
                <a:sym typeface="Consolas"/>
              </a:rPr>
              <a:t>    }</a:t>
            </a:r>
            <a:endParaRPr i="0" sz="10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chemeClr val="lt1"/>
                </a:solidFill>
                <a:latin typeface="Consolas"/>
                <a:ea typeface="Consolas"/>
                <a:cs typeface="Consolas"/>
                <a:sym typeface="Consolas"/>
              </a:rPr>
              <a:t>    void notify(){</a:t>
            </a:r>
            <a:endParaRPr i="0" sz="10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chemeClr val="lt1"/>
                </a:solidFill>
                <a:latin typeface="Consolas"/>
                <a:ea typeface="Consolas"/>
                <a:cs typeface="Consolas"/>
                <a:sym typeface="Consolas"/>
              </a:rPr>
              <a:t>        </a:t>
            </a:r>
            <a:r>
              <a:rPr lang="en" sz="1100">
                <a:solidFill>
                  <a:schemeClr val="lt1"/>
                </a:solidFill>
                <a:latin typeface="Consolas"/>
                <a:ea typeface="Consolas"/>
                <a:cs typeface="Consolas"/>
                <a:sym typeface="Consolas"/>
              </a:rPr>
              <a:t> </a:t>
            </a:r>
            <a:r>
              <a:rPr i="0" lang="en" sz="1100" u="none" cap="none" strike="noStrike">
                <a:solidFill>
                  <a:schemeClr val="lt1"/>
                </a:solidFill>
                <a:latin typeface="Consolas"/>
                <a:ea typeface="Consolas"/>
                <a:cs typeface="Consolas"/>
                <a:sym typeface="Consolas"/>
              </a:rPr>
              <a:t>foreach( Fan f: fans)</a:t>
            </a:r>
            <a:endParaRPr i="0" sz="10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chemeClr val="lt1"/>
                </a:solidFill>
                <a:latin typeface="Consolas"/>
                <a:ea typeface="Consolas"/>
                <a:cs typeface="Consolas"/>
                <a:sym typeface="Consolas"/>
              </a:rPr>
              <a:t>             f.update(this);</a:t>
            </a:r>
            <a:endParaRPr i="0" sz="10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chemeClr val="lt1"/>
                </a:solidFill>
                <a:latin typeface="Consolas"/>
                <a:ea typeface="Consolas"/>
                <a:cs typeface="Consolas"/>
                <a:sym typeface="Consolas"/>
              </a:rPr>
              <a:t>    }</a:t>
            </a:r>
            <a:endParaRPr i="0" sz="10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lang="en" sz="1100">
                <a:solidFill>
                  <a:schemeClr val="lt1"/>
                </a:solidFill>
                <a:latin typeface="Consolas"/>
                <a:ea typeface="Consolas"/>
                <a:cs typeface="Consolas"/>
                <a:sym typeface="Consolas"/>
              </a:rPr>
              <a:t>    </a:t>
            </a:r>
            <a:r>
              <a:rPr i="0" lang="en" sz="1100" u="none" cap="none" strike="noStrike">
                <a:solidFill>
                  <a:schemeClr val="lt1"/>
                </a:solidFill>
                <a:latin typeface="Consolas"/>
                <a:ea typeface="Consolas"/>
                <a:cs typeface="Consolas"/>
                <a:sym typeface="Consolas"/>
              </a:rPr>
              <a:t>void setState(int newState){</a:t>
            </a:r>
            <a:endParaRPr i="0" sz="10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chemeClr val="lt1"/>
                </a:solidFill>
                <a:latin typeface="Consolas"/>
                <a:ea typeface="Consolas"/>
                <a:cs typeface="Consolas"/>
                <a:sym typeface="Consolas"/>
              </a:rPr>
              <a:t>         state = newState;</a:t>
            </a:r>
            <a:endParaRPr i="0" sz="10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chemeClr val="lt1"/>
                </a:solidFill>
                <a:latin typeface="Consolas"/>
                <a:ea typeface="Consolas"/>
                <a:cs typeface="Consolas"/>
                <a:sym typeface="Consolas"/>
              </a:rPr>
              <a:t>         notify();</a:t>
            </a:r>
            <a:endParaRPr i="0" sz="10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chemeClr val="lt1"/>
                </a:solidFill>
                <a:latin typeface="Consolas"/>
                <a:ea typeface="Consolas"/>
                <a:cs typeface="Consolas"/>
                <a:sym typeface="Consolas"/>
              </a:rPr>
              <a:t>    }</a:t>
            </a:r>
            <a:endParaRPr i="0" sz="10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chemeClr val="lt1"/>
                </a:solidFill>
                <a:latin typeface="Consolas"/>
                <a:ea typeface="Consolas"/>
                <a:cs typeface="Consolas"/>
                <a:sym typeface="Consolas"/>
              </a:rPr>
              <a:t>     int getState(){</a:t>
            </a:r>
            <a:endParaRPr i="0" sz="10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chemeClr val="lt1"/>
                </a:solidFill>
                <a:latin typeface="Consolas"/>
                <a:ea typeface="Consolas"/>
                <a:cs typeface="Consolas"/>
                <a:sym typeface="Consolas"/>
              </a:rPr>
              <a:t>         return state;</a:t>
            </a:r>
            <a:endParaRPr i="0" sz="10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i="0" lang="en" sz="1000" u="none" cap="none" strike="noStrike">
                <a:solidFill>
                  <a:schemeClr val="lt1"/>
                </a:solidFill>
                <a:latin typeface="Consolas"/>
                <a:ea typeface="Consolas"/>
                <a:cs typeface="Consolas"/>
                <a:sym typeface="Consolas"/>
              </a:rPr>
              <a:t>    }</a:t>
            </a:r>
            <a:endParaRPr i="0" sz="10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t/>
            </a:r>
            <a:endParaRPr i="0" sz="10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i="0" lang="en" sz="1000" u="none" cap="none" strike="noStrike">
                <a:solidFill>
                  <a:schemeClr val="lt1"/>
                </a:solidFill>
                <a:latin typeface="Consolas"/>
                <a:ea typeface="Consolas"/>
                <a:cs typeface="Consolas"/>
                <a:sym typeface="Consolas"/>
              </a:rPr>
              <a:t>}</a:t>
            </a:r>
            <a:endParaRPr i="0" sz="1000" u="none" cap="none" strike="noStrike">
              <a:solidFill>
                <a:schemeClr val="lt1"/>
              </a:solidFill>
              <a:latin typeface="Consolas"/>
              <a:ea typeface="Consolas"/>
              <a:cs typeface="Consolas"/>
              <a:sym typeface="Consolas"/>
            </a:endParaRPr>
          </a:p>
        </p:txBody>
      </p:sp>
      <p:sp>
        <p:nvSpPr>
          <p:cNvPr id="235" name="Google Shape;235;p10"/>
          <p:cNvSpPr txBox="1"/>
          <p:nvPr/>
        </p:nvSpPr>
        <p:spPr>
          <a:xfrm>
            <a:off x="6395600" y="901325"/>
            <a:ext cx="2705100" cy="4088100"/>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 sz="1100" u="none" cap="none" strike="noStrike">
                <a:solidFill>
                  <a:schemeClr val="lt1"/>
                </a:solidFill>
                <a:latin typeface="Consolas"/>
                <a:ea typeface="Consolas"/>
                <a:cs typeface="Consolas"/>
                <a:sym typeface="Consolas"/>
              </a:rPr>
              <a:t>From main method –</a:t>
            </a:r>
            <a:endParaRPr b="1" i="0" sz="11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i="0" lang="en" sz="1100" u="none" cap="none" strike="noStrike">
                <a:solidFill>
                  <a:schemeClr val="lt1"/>
                </a:solidFill>
                <a:latin typeface="Consolas"/>
                <a:ea typeface="Consolas"/>
                <a:cs typeface="Consolas"/>
                <a:sym typeface="Consolas"/>
              </a:rPr>
              <a:t>Fan f1 = new Fan();</a:t>
            </a:r>
            <a:endParaRPr i="0" sz="11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i="0" lang="en" sz="1100" u="none" cap="none" strike="noStrike">
                <a:solidFill>
                  <a:schemeClr val="lt1"/>
                </a:solidFill>
                <a:latin typeface="Consolas"/>
                <a:ea typeface="Consolas"/>
                <a:cs typeface="Consolas"/>
                <a:sym typeface="Consolas"/>
              </a:rPr>
              <a:t>Fan f2 = new Fan();</a:t>
            </a:r>
            <a:endParaRPr i="0" sz="11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t/>
            </a:r>
            <a:endParaRPr i="0" sz="11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i="0" lang="en" sz="1100" u="none" cap="none" strike="noStrike">
                <a:solidFill>
                  <a:schemeClr val="lt1"/>
                </a:solidFill>
                <a:latin typeface="Consolas"/>
                <a:ea typeface="Consolas"/>
                <a:cs typeface="Consolas"/>
                <a:sym typeface="Consolas"/>
              </a:rPr>
              <a:t>Celebrity c1 = new Celebrity();</a:t>
            </a:r>
            <a:endParaRPr i="0" sz="11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i="0" lang="en" sz="1100" u="none" cap="none" strike="noStrike">
                <a:solidFill>
                  <a:schemeClr val="lt1"/>
                </a:solidFill>
                <a:latin typeface="Consolas"/>
                <a:ea typeface="Consolas"/>
                <a:cs typeface="Consolas"/>
                <a:sym typeface="Consolas"/>
              </a:rPr>
              <a:t>Celebrity c2 = new Celebrity();</a:t>
            </a:r>
            <a:endParaRPr i="0" sz="11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t/>
            </a:r>
            <a:endParaRPr i="0" sz="11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i="0" lang="en" sz="1100" u="none" cap="none" strike="noStrike">
                <a:solidFill>
                  <a:schemeClr val="lt1"/>
                </a:solidFill>
                <a:latin typeface="Consolas"/>
                <a:ea typeface="Consolas"/>
                <a:cs typeface="Consolas"/>
                <a:sym typeface="Consolas"/>
              </a:rPr>
              <a:t>f1.addCelebrity(c1);</a:t>
            </a:r>
            <a:endParaRPr i="0" sz="11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i="0" lang="en" sz="1100" u="none" cap="none" strike="noStrike">
                <a:solidFill>
                  <a:schemeClr val="lt1"/>
                </a:solidFill>
                <a:latin typeface="Consolas"/>
                <a:ea typeface="Consolas"/>
                <a:cs typeface="Consolas"/>
                <a:sym typeface="Consolas"/>
              </a:rPr>
              <a:t>f1.addCelebrity(c2);</a:t>
            </a:r>
            <a:endParaRPr i="0" sz="11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i="0" lang="en" sz="1100" u="none" cap="none" strike="noStrike">
                <a:solidFill>
                  <a:schemeClr val="lt1"/>
                </a:solidFill>
                <a:latin typeface="Consolas"/>
                <a:ea typeface="Consolas"/>
                <a:cs typeface="Consolas"/>
                <a:sym typeface="Consolas"/>
              </a:rPr>
              <a:t>f2.addCelebrity(c1);</a:t>
            </a:r>
            <a:endParaRPr i="0" sz="11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t/>
            </a:r>
            <a:endParaRPr i="0" sz="11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1" i="0" lang="en" sz="1100" u="none" cap="none" strike="noStrike">
                <a:solidFill>
                  <a:schemeClr val="lt1"/>
                </a:solidFill>
                <a:latin typeface="Consolas"/>
                <a:ea typeface="Consolas"/>
                <a:cs typeface="Consolas"/>
                <a:sym typeface="Consolas"/>
              </a:rPr>
              <a:t>c1.setState(5); //new State</a:t>
            </a:r>
            <a:endParaRPr b="1" i="0" sz="11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1" i="0" lang="en" sz="1100" u="none" cap="none" strike="noStrike">
                <a:solidFill>
                  <a:schemeClr val="lt1"/>
                </a:solidFill>
                <a:latin typeface="Consolas"/>
                <a:ea typeface="Consolas"/>
                <a:cs typeface="Consolas"/>
                <a:sym typeface="Consolas"/>
              </a:rPr>
              <a:t>c2.setState(2);  //newState</a:t>
            </a:r>
            <a:endParaRPr b="1" i="0" sz="1300" u="none" cap="none" strike="noStrike">
              <a:solidFill>
                <a:schemeClr val="lt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2"/>
          <p:cNvSpPr txBox="1"/>
          <p:nvPr>
            <p:ph type="title"/>
          </p:nvPr>
        </p:nvSpPr>
        <p:spPr>
          <a:xfrm>
            <a:off x="484710" y="339539"/>
            <a:ext cx="7055400" cy="612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
              <a:t>Participants</a:t>
            </a:r>
            <a:endParaRPr/>
          </a:p>
        </p:txBody>
      </p:sp>
      <p:sp>
        <p:nvSpPr>
          <p:cNvPr id="241" name="Google Shape;241;p12"/>
          <p:cNvSpPr txBox="1"/>
          <p:nvPr>
            <p:ph idx="1" type="body"/>
          </p:nvPr>
        </p:nvSpPr>
        <p:spPr>
          <a:xfrm>
            <a:off x="395536" y="1113589"/>
            <a:ext cx="8064900" cy="3572700"/>
          </a:xfrm>
          <a:prstGeom prst="rect">
            <a:avLst/>
          </a:prstGeom>
          <a:noFill/>
          <a:ln>
            <a:noFill/>
          </a:ln>
        </p:spPr>
        <p:txBody>
          <a:bodyPr anchorCtr="0" anchor="t" bIns="45700" lIns="91425" spcFirstLastPara="1" rIns="91425" wrap="square" tIns="45700">
            <a:noAutofit/>
          </a:bodyPr>
          <a:lstStyle/>
          <a:p>
            <a:pPr indent="-342906" lvl="0" marL="342906" rtl="0" algn="l">
              <a:lnSpc>
                <a:spcPct val="115000"/>
              </a:lnSpc>
              <a:spcBef>
                <a:spcPts val="0"/>
              </a:spcBef>
              <a:spcAft>
                <a:spcPts val="0"/>
              </a:spcAft>
              <a:buSzPts val="1600"/>
              <a:buChar char="●"/>
            </a:pPr>
            <a:r>
              <a:rPr b="1" lang="en">
                <a:solidFill>
                  <a:srgbClr val="EFD37E"/>
                </a:solidFill>
              </a:rPr>
              <a:t>Subject: </a:t>
            </a:r>
            <a:r>
              <a:rPr lang="en"/>
              <a:t>knows its observers. Any number of Observer objects may observe a subject. It sends a notification to its observers when its state changes. (ex: Celebrity)</a:t>
            </a:r>
            <a:endParaRPr/>
          </a:p>
          <a:p>
            <a:pPr indent="-342906" lvl="0" marL="342906" rtl="0" algn="l">
              <a:lnSpc>
                <a:spcPct val="115000"/>
              </a:lnSpc>
              <a:spcBef>
                <a:spcPts val="1000"/>
              </a:spcBef>
              <a:spcAft>
                <a:spcPts val="0"/>
              </a:spcAft>
              <a:buSzPts val="1600"/>
              <a:buChar char="●"/>
            </a:pPr>
            <a:r>
              <a:rPr b="1" lang="en">
                <a:solidFill>
                  <a:srgbClr val="EFD37E"/>
                </a:solidFill>
              </a:rPr>
              <a:t>Observer: </a:t>
            </a:r>
            <a:r>
              <a:rPr lang="en"/>
              <a:t>defines an updating interface for objects that should be notified changes in a subject. (ex: Fans)</a:t>
            </a:r>
            <a:endParaRPr/>
          </a:p>
          <a:p>
            <a:pPr indent="-342906" lvl="0" marL="342906" rtl="0" algn="l">
              <a:lnSpc>
                <a:spcPct val="115000"/>
              </a:lnSpc>
              <a:spcBef>
                <a:spcPts val="1000"/>
              </a:spcBef>
              <a:spcAft>
                <a:spcPts val="0"/>
              </a:spcAft>
              <a:buSzPts val="1600"/>
              <a:buChar char="●"/>
            </a:pPr>
            <a:r>
              <a:rPr b="1" lang="en">
                <a:solidFill>
                  <a:srgbClr val="EFD37E"/>
                </a:solidFill>
              </a:rPr>
              <a:t>ConcreteSubject: </a:t>
            </a:r>
            <a:r>
              <a:rPr b="1" lang="en"/>
              <a:t>(ex: FilmCelebrity, FashionCelebrity)</a:t>
            </a:r>
            <a:endParaRPr/>
          </a:p>
          <a:p>
            <a:pPr indent="-342906" lvl="0" marL="342906" rtl="0" algn="l">
              <a:lnSpc>
                <a:spcPct val="115000"/>
              </a:lnSpc>
              <a:spcBef>
                <a:spcPts val="1000"/>
              </a:spcBef>
              <a:spcAft>
                <a:spcPts val="0"/>
              </a:spcAft>
              <a:buSzPts val="1600"/>
              <a:buChar char="●"/>
            </a:pPr>
            <a:r>
              <a:rPr b="1" lang="en">
                <a:solidFill>
                  <a:srgbClr val="EFD37E"/>
                </a:solidFill>
              </a:rPr>
              <a:t>ConcreteObserver</a:t>
            </a:r>
            <a:r>
              <a:rPr b="1" lang="en"/>
              <a:t> (ex: FilmFan, FashionFan)</a:t>
            </a:r>
            <a:endParaRPr/>
          </a:p>
        </p:txBody>
      </p:sp>
      <p:sp>
        <p:nvSpPr>
          <p:cNvPr id="242" name="Google Shape;242;p12"/>
          <p:cNvSpPr txBox="1"/>
          <p:nvPr>
            <p:ph idx="12" type="sldNum"/>
          </p:nvPr>
        </p:nvSpPr>
        <p:spPr>
          <a:xfrm>
            <a:off x="7766431" y="221802"/>
            <a:ext cx="628800" cy="5757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rgbClr val="000000"/>
              </a:buClr>
              <a:buSzPts val="2801"/>
              <a:buFont typeface="Arial"/>
              <a:buNone/>
            </a:pPr>
            <a:fld id="{00000000-1234-1234-1234-123412341234}" type="slidenum">
              <a:rPr lang="en" sz="2801">
                <a:solidFill>
                  <a:schemeClr val="lt1"/>
                </a:solidFill>
                <a:latin typeface="Century Gothic"/>
                <a:ea typeface="Century Gothic"/>
                <a:cs typeface="Century Gothic"/>
                <a:sym typeface="Century Gothic"/>
              </a:rPr>
              <a:t>‹#›</a:t>
            </a:fld>
            <a:endParaRPr sz="2801">
              <a:solidFill>
                <a:schemeClr val="lt1"/>
              </a:solidFill>
              <a:latin typeface="Century Gothic"/>
              <a:ea typeface="Century Gothic"/>
              <a:cs typeface="Century Gothic"/>
              <a:sym typeface="Century Gothic"/>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3"/>
          <p:cNvSpPr txBox="1"/>
          <p:nvPr>
            <p:ph type="title"/>
          </p:nvPr>
        </p:nvSpPr>
        <p:spPr>
          <a:xfrm>
            <a:off x="484710" y="339539"/>
            <a:ext cx="7055400" cy="612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
              <a:t>Structure</a:t>
            </a:r>
            <a:endParaRPr/>
          </a:p>
        </p:txBody>
      </p:sp>
      <p:pic>
        <p:nvPicPr>
          <p:cNvPr id="248" name="Google Shape;248;p13"/>
          <p:cNvPicPr preferRelativeResize="0"/>
          <p:nvPr>
            <p:ph idx="1" type="body"/>
          </p:nvPr>
        </p:nvPicPr>
        <p:blipFill rotWithShape="1">
          <a:blip r:embed="rId3">
            <a:alphaModFix/>
          </a:blip>
          <a:srcRect b="0" l="0" r="0" t="0"/>
          <a:stretch/>
        </p:blipFill>
        <p:spPr>
          <a:xfrm>
            <a:off x="899592" y="1377300"/>
            <a:ext cx="7272900" cy="2598600"/>
          </a:xfrm>
          <a:prstGeom prst="rect">
            <a:avLst/>
          </a:prstGeom>
          <a:noFill/>
          <a:ln>
            <a:noFill/>
          </a:ln>
        </p:spPr>
      </p:pic>
      <p:sp>
        <p:nvSpPr>
          <p:cNvPr id="249" name="Google Shape;249;p13"/>
          <p:cNvSpPr txBox="1"/>
          <p:nvPr>
            <p:ph idx="12" type="sldNum"/>
          </p:nvPr>
        </p:nvSpPr>
        <p:spPr>
          <a:xfrm>
            <a:off x="7766431" y="221802"/>
            <a:ext cx="628800" cy="5757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rgbClr val="000000"/>
              </a:buClr>
              <a:buSzPts val="2801"/>
              <a:buFont typeface="Arial"/>
              <a:buNone/>
            </a:pPr>
            <a:fld id="{00000000-1234-1234-1234-123412341234}" type="slidenum">
              <a:rPr lang="en" sz="2801">
                <a:solidFill>
                  <a:schemeClr val="lt1"/>
                </a:solidFill>
                <a:latin typeface="Century Gothic"/>
                <a:ea typeface="Century Gothic"/>
                <a:cs typeface="Century Gothic"/>
                <a:sym typeface="Century Gothic"/>
              </a:rPr>
              <a:t>‹#›</a:t>
            </a:fld>
            <a:endParaRPr sz="2801">
              <a:solidFill>
                <a:schemeClr val="lt1"/>
              </a:solidFill>
              <a:latin typeface="Century Gothic"/>
              <a:ea typeface="Century Gothic"/>
              <a:cs typeface="Century Gothic"/>
              <a:sym typeface="Century Gothic"/>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14"/>
          <p:cNvSpPr txBox="1"/>
          <p:nvPr>
            <p:ph type="title"/>
          </p:nvPr>
        </p:nvSpPr>
        <p:spPr>
          <a:xfrm>
            <a:off x="107500" y="339555"/>
            <a:ext cx="8229600" cy="1160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3780"/>
              <a:buFont typeface="Century Gothic"/>
              <a:buNone/>
            </a:pPr>
            <a:r>
              <a:rPr lang="en" sz="3380"/>
              <a:t>Advanced Observer with Concrete subjects and observers</a:t>
            </a:r>
            <a:endParaRPr sz="2400"/>
          </a:p>
        </p:txBody>
      </p:sp>
      <p:sp>
        <p:nvSpPr>
          <p:cNvPr id="255" name="Google Shape;255;p14"/>
          <p:cNvSpPr/>
          <p:nvPr/>
        </p:nvSpPr>
        <p:spPr>
          <a:xfrm>
            <a:off x="1943850" y="1721725"/>
            <a:ext cx="5256300" cy="3180000"/>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i="0" lang="en" sz="1800" u="none" cap="none" strike="noStrike">
                <a:solidFill>
                  <a:schemeClr val="lt1"/>
                </a:solidFill>
                <a:latin typeface="Consolas"/>
                <a:ea typeface="Consolas"/>
                <a:cs typeface="Consolas"/>
                <a:sym typeface="Consolas"/>
              </a:rPr>
              <a:t>Public FilmCelebrity extends Celebrity{</a:t>
            </a:r>
            <a:endParaRPr i="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i="0" lang="en" sz="1800" u="none" cap="none" strike="noStrike">
                <a:solidFill>
                  <a:schemeClr val="lt1"/>
                </a:solidFill>
                <a:latin typeface="Consolas"/>
                <a:ea typeface="Consolas"/>
                <a:cs typeface="Consolas"/>
                <a:sym typeface="Consolas"/>
              </a:rPr>
              <a:t>        private int state;</a:t>
            </a:r>
            <a:endParaRPr i="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i="0" lang="en" sz="1800" u="none" cap="none" strike="noStrike">
                <a:solidFill>
                  <a:schemeClr val="lt1"/>
                </a:solidFill>
                <a:latin typeface="Consolas"/>
                <a:ea typeface="Consolas"/>
                <a:cs typeface="Consolas"/>
                <a:sym typeface="Consolas"/>
              </a:rPr>
              <a:t>        void setState(int newState){</a:t>
            </a:r>
            <a:endParaRPr i="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i="0" lang="en" sz="1800" u="none" cap="none" strike="noStrike">
                <a:solidFill>
                  <a:schemeClr val="lt1"/>
                </a:solidFill>
                <a:latin typeface="Consolas"/>
                <a:ea typeface="Consolas"/>
                <a:cs typeface="Consolas"/>
                <a:sym typeface="Consolas"/>
              </a:rPr>
              <a:t>             state = newState;</a:t>
            </a:r>
            <a:endParaRPr i="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i="0" lang="en" sz="1800" u="none" cap="none" strike="noStrike">
                <a:solidFill>
                  <a:schemeClr val="lt1"/>
                </a:solidFill>
                <a:latin typeface="Consolas"/>
                <a:ea typeface="Consolas"/>
                <a:cs typeface="Consolas"/>
                <a:sym typeface="Consolas"/>
              </a:rPr>
              <a:t>             notify();</a:t>
            </a:r>
            <a:endParaRPr i="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i="0" lang="en" sz="1800" u="none" cap="none" strike="noStrike">
                <a:solidFill>
                  <a:schemeClr val="lt1"/>
                </a:solidFill>
                <a:latin typeface="Consolas"/>
                <a:ea typeface="Consolas"/>
                <a:cs typeface="Consolas"/>
                <a:sym typeface="Consolas"/>
              </a:rPr>
              <a:t>        }</a:t>
            </a:r>
            <a:endParaRPr i="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i="0" lang="en" sz="1800" u="none" cap="none" strike="noStrike">
                <a:solidFill>
                  <a:schemeClr val="lt1"/>
                </a:solidFill>
                <a:latin typeface="Consolas"/>
                <a:ea typeface="Consolas"/>
                <a:cs typeface="Consolas"/>
                <a:sym typeface="Consolas"/>
              </a:rPr>
              <a:t>        </a:t>
            </a:r>
            <a:endParaRPr i="0" sz="1800" u="none" cap="none" strike="noStrike">
              <a:solidFill>
                <a:schemeClr val="lt1"/>
              </a:solidFill>
              <a:latin typeface="Consolas"/>
              <a:ea typeface="Consolas"/>
              <a:cs typeface="Consolas"/>
              <a:sym typeface="Consolas"/>
            </a:endParaRPr>
          </a:p>
          <a:p>
            <a:pPr indent="457200" lvl="0" marL="457200" marR="0" rtl="0" algn="l">
              <a:lnSpc>
                <a:spcPct val="100000"/>
              </a:lnSpc>
              <a:spcBef>
                <a:spcPts val="0"/>
              </a:spcBef>
              <a:spcAft>
                <a:spcPts val="0"/>
              </a:spcAft>
              <a:buClr>
                <a:srgbClr val="000000"/>
              </a:buClr>
              <a:buSzPts val="1800"/>
              <a:buFont typeface="Arial"/>
              <a:buNone/>
            </a:pPr>
            <a:r>
              <a:rPr lang="en" sz="1800">
                <a:solidFill>
                  <a:schemeClr val="lt1"/>
                </a:solidFill>
                <a:latin typeface="Consolas"/>
                <a:ea typeface="Consolas"/>
                <a:cs typeface="Consolas"/>
                <a:sym typeface="Consolas"/>
              </a:rPr>
              <a:t> </a:t>
            </a:r>
            <a:r>
              <a:rPr i="0" lang="en" sz="1800" u="none" cap="none" strike="noStrike">
                <a:solidFill>
                  <a:schemeClr val="lt1"/>
                </a:solidFill>
                <a:latin typeface="Consolas"/>
                <a:ea typeface="Consolas"/>
                <a:cs typeface="Consolas"/>
                <a:sym typeface="Consolas"/>
              </a:rPr>
              <a:t>int getState(){</a:t>
            </a:r>
            <a:endParaRPr i="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i="0" lang="en" sz="1800" u="none" cap="none" strike="noStrike">
                <a:solidFill>
                  <a:schemeClr val="lt1"/>
                </a:solidFill>
                <a:latin typeface="Consolas"/>
                <a:ea typeface="Consolas"/>
                <a:cs typeface="Consolas"/>
                <a:sym typeface="Consolas"/>
              </a:rPr>
              <a:t>              return state;</a:t>
            </a:r>
            <a:endParaRPr i="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i="0" lang="en" sz="1800" u="none" cap="none" strike="noStrike">
                <a:solidFill>
                  <a:schemeClr val="lt1"/>
                </a:solidFill>
                <a:latin typeface="Consolas"/>
                <a:ea typeface="Consolas"/>
                <a:cs typeface="Consolas"/>
                <a:sym typeface="Consolas"/>
              </a:rPr>
              <a:t>        }</a:t>
            </a:r>
            <a:endParaRPr i="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i="0" lang="en" sz="1800" u="none" cap="none" strike="noStrike">
                <a:solidFill>
                  <a:schemeClr val="lt1"/>
                </a:solidFill>
                <a:latin typeface="Consolas"/>
                <a:ea typeface="Consolas"/>
                <a:cs typeface="Consolas"/>
                <a:sym typeface="Consolas"/>
              </a:rPr>
              <a:t>}</a:t>
            </a:r>
            <a:endParaRPr i="0" u="none" cap="none" strike="noStrike">
              <a:solidFill>
                <a:schemeClr val="lt1"/>
              </a:solidFill>
              <a:latin typeface="Consolas"/>
              <a:ea typeface="Consolas"/>
              <a:cs typeface="Consolas"/>
              <a:sym typeface="Consolas"/>
            </a:endParaRPr>
          </a:p>
        </p:txBody>
      </p:sp>
      <p:sp>
        <p:nvSpPr>
          <p:cNvPr id="256" name="Google Shape;256;p14"/>
          <p:cNvSpPr txBox="1"/>
          <p:nvPr>
            <p:ph idx="12" type="sldNum"/>
          </p:nvPr>
        </p:nvSpPr>
        <p:spPr>
          <a:xfrm>
            <a:off x="7766431" y="221802"/>
            <a:ext cx="628800" cy="5757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rgbClr val="000000"/>
              </a:buClr>
              <a:buSzPts val="2801"/>
              <a:buFont typeface="Arial"/>
              <a:buNone/>
            </a:pPr>
            <a:fld id="{00000000-1234-1234-1234-123412341234}" type="slidenum">
              <a:rPr lang="en" sz="2801">
                <a:solidFill>
                  <a:schemeClr val="lt1"/>
                </a:solidFill>
                <a:latin typeface="Century Gothic"/>
                <a:ea typeface="Century Gothic"/>
                <a:cs typeface="Century Gothic"/>
                <a:sym typeface="Century Gothic"/>
              </a:rPr>
              <a:t>‹#›</a:t>
            </a:fld>
            <a:endParaRPr sz="2801">
              <a:solidFill>
                <a:schemeClr val="lt1"/>
              </a:solidFill>
              <a:latin typeface="Century Gothic"/>
              <a:ea typeface="Century Gothic"/>
              <a:cs typeface="Century Gothic"/>
              <a:sym typeface="Century Gothic"/>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5"/>
          <p:cNvSpPr txBox="1"/>
          <p:nvPr>
            <p:ph type="title"/>
          </p:nvPr>
        </p:nvSpPr>
        <p:spPr>
          <a:xfrm>
            <a:off x="107500" y="339550"/>
            <a:ext cx="7589400" cy="853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3780"/>
              <a:buFont typeface="Century Gothic"/>
              <a:buNone/>
            </a:pPr>
            <a:r>
              <a:rPr lang="en" sz="2580"/>
              <a:t>Advanced Observer with Concrete subjects and observers</a:t>
            </a:r>
            <a:endParaRPr sz="1600"/>
          </a:p>
        </p:txBody>
      </p:sp>
      <p:sp>
        <p:nvSpPr>
          <p:cNvPr id="262" name="Google Shape;262;p15"/>
          <p:cNvSpPr/>
          <p:nvPr/>
        </p:nvSpPr>
        <p:spPr>
          <a:xfrm>
            <a:off x="107500" y="1580100"/>
            <a:ext cx="3880200" cy="3332100"/>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i="0" lang="en" sz="1300" u="none" cap="none" strike="noStrike">
                <a:solidFill>
                  <a:schemeClr val="lt1"/>
                </a:solidFill>
                <a:latin typeface="Consolas"/>
                <a:ea typeface="Consolas"/>
                <a:cs typeface="Consolas"/>
                <a:sym typeface="Consolas"/>
              </a:rPr>
              <a:t>Public FilmCelebrity extends Celebrity{</a:t>
            </a:r>
            <a:endParaRPr i="0" sz="9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i="0" lang="en" sz="1300" u="none" cap="none" strike="noStrike">
                <a:solidFill>
                  <a:schemeClr val="lt1"/>
                </a:solidFill>
                <a:latin typeface="Consolas"/>
                <a:ea typeface="Consolas"/>
                <a:cs typeface="Consolas"/>
                <a:sym typeface="Consolas"/>
              </a:rPr>
              <a:t>        private int state;</a:t>
            </a:r>
            <a:endParaRPr i="0" sz="13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t/>
            </a:r>
            <a:endParaRPr sz="1300">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i="0" lang="en" sz="1300" u="none" cap="none" strike="noStrike">
                <a:solidFill>
                  <a:schemeClr val="lt1"/>
                </a:solidFill>
                <a:latin typeface="Consolas"/>
                <a:ea typeface="Consolas"/>
                <a:cs typeface="Consolas"/>
                <a:sym typeface="Consolas"/>
              </a:rPr>
              <a:t>        void setState(int newState){</a:t>
            </a:r>
            <a:endParaRPr i="0" sz="9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i="0" lang="en" sz="1300" u="none" cap="none" strike="noStrike">
                <a:solidFill>
                  <a:schemeClr val="lt1"/>
                </a:solidFill>
                <a:latin typeface="Consolas"/>
                <a:ea typeface="Consolas"/>
                <a:cs typeface="Consolas"/>
                <a:sym typeface="Consolas"/>
              </a:rPr>
              <a:t>             state = newState;</a:t>
            </a:r>
            <a:endParaRPr i="0" sz="9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i="0" lang="en" sz="1300" u="none" cap="none" strike="noStrike">
                <a:solidFill>
                  <a:schemeClr val="lt1"/>
                </a:solidFill>
                <a:latin typeface="Consolas"/>
                <a:ea typeface="Consolas"/>
                <a:cs typeface="Consolas"/>
                <a:sym typeface="Consolas"/>
              </a:rPr>
              <a:t>             notify();</a:t>
            </a:r>
            <a:endParaRPr i="0" sz="9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i="0" lang="en" sz="1300" u="none" cap="none" strike="noStrike">
                <a:solidFill>
                  <a:schemeClr val="lt1"/>
                </a:solidFill>
                <a:latin typeface="Consolas"/>
                <a:ea typeface="Consolas"/>
                <a:cs typeface="Consolas"/>
                <a:sym typeface="Consolas"/>
              </a:rPr>
              <a:t>        }</a:t>
            </a:r>
            <a:endParaRPr i="0" sz="13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t/>
            </a:r>
            <a:endParaRPr sz="1300">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i="0" lang="en" sz="1300" u="none" cap="none" strike="noStrike">
                <a:solidFill>
                  <a:schemeClr val="lt1"/>
                </a:solidFill>
                <a:latin typeface="Consolas"/>
                <a:ea typeface="Consolas"/>
                <a:cs typeface="Consolas"/>
                <a:sym typeface="Consolas"/>
              </a:rPr>
              <a:t>        int getState(){</a:t>
            </a:r>
            <a:endParaRPr i="0" sz="9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i="0" lang="en" sz="1300" u="none" cap="none" strike="noStrike">
                <a:solidFill>
                  <a:schemeClr val="lt1"/>
                </a:solidFill>
                <a:latin typeface="Consolas"/>
                <a:ea typeface="Consolas"/>
                <a:cs typeface="Consolas"/>
                <a:sym typeface="Consolas"/>
              </a:rPr>
              <a:t>             return state;</a:t>
            </a:r>
            <a:endParaRPr i="0" sz="9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i="0" lang="en" sz="1300" u="none" cap="none" strike="noStrike">
                <a:solidFill>
                  <a:schemeClr val="lt1"/>
                </a:solidFill>
                <a:latin typeface="Consolas"/>
                <a:ea typeface="Consolas"/>
                <a:cs typeface="Consolas"/>
                <a:sym typeface="Consolas"/>
              </a:rPr>
              <a:t>        }</a:t>
            </a:r>
            <a:endParaRPr i="0" sz="9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i="0" lang="en" sz="1300" u="none" cap="none" strike="noStrike">
                <a:solidFill>
                  <a:schemeClr val="lt1"/>
                </a:solidFill>
                <a:latin typeface="Consolas"/>
                <a:ea typeface="Consolas"/>
                <a:cs typeface="Consolas"/>
                <a:sym typeface="Consolas"/>
              </a:rPr>
              <a:t>}</a:t>
            </a:r>
            <a:endParaRPr i="0" sz="900" u="none" cap="none" strike="noStrike">
              <a:solidFill>
                <a:schemeClr val="lt1"/>
              </a:solidFill>
              <a:latin typeface="Consolas"/>
              <a:ea typeface="Consolas"/>
              <a:cs typeface="Consolas"/>
              <a:sym typeface="Consolas"/>
            </a:endParaRPr>
          </a:p>
        </p:txBody>
      </p:sp>
      <p:sp>
        <p:nvSpPr>
          <p:cNvPr id="263" name="Google Shape;263;p15"/>
          <p:cNvSpPr txBox="1"/>
          <p:nvPr/>
        </p:nvSpPr>
        <p:spPr>
          <a:xfrm>
            <a:off x="4079925" y="975475"/>
            <a:ext cx="4897500" cy="4059300"/>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i="0" lang="en" sz="1300" u="none" cap="none" strike="noStrike">
                <a:solidFill>
                  <a:schemeClr val="lt1"/>
                </a:solidFill>
                <a:latin typeface="Consolas"/>
                <a:ea typeface="Consolas"/>
                <a:cs typeface="Consolas"/>
                <a:sym typeface="Consolas"/>
              </a:rPr>
              <a:t>public class FilmFan extends Fan{</a:t>
            </a:r>
            <a:endParaRPr i="0" sz="9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rPr i="0" lang="en" sz="1300" u="none" cap="none" strike="noStrike">
                <a:solidFill>
                  <a:schemeClr val="lt1"/>
                </a:solidFill>
                <a:latin typeface="Consolas"/>
                <a:ea typeface="Consolas"/>
                <a:cs typeface="Consolas"/>
                <a:sym typeface="Consolas"/>
              </a:rPr>
              <a:t>     private List&lt;FilmCelebrity&gt; filmCelebrities=  new ArrayList&lt;FilmCelebrity&gt;();</a:t>
            </a:r>
            <a:endParaRPr i="0" sz="13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t/>
            </a:r>
            <a:endParaRPr sz="1300">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rPr i="0" lang="en" sz="1300" u="none" cap="none" strike="noStrike">
                <a:solidFill>
                  <a:schemeClr val="lt1"/>
                </a:solidFill>
                <a:latin typeface="Consolas"/>
                <a:ea typeface="Consolas"/>
                <a:cs typeface="Consolas"/>
                <a:sym typeface="Consolas"/>
              </a:rPr>
              <a:t>     void update(FilmCelebrity fc){</a:t>
            </a:r>
            <a:endParaRPr i="0" sz="9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rPr i="0" lang="en" sz="1300" u="none" cap="none" strike="noStrike">
                <a:solidFill>
                  <a:schemeClr val="lt1"/>
                </a:solidFill>
                <a:latin typeface="Consolas"/>
                <a:ea typeface="Consolas"/>
                <a:cs typeface="Consolas"/>
                <a:sym typeface="Consolas"/>
              </a:rPr>
              <a:t>          if(filmCelebrities.contain(fc){</a:t>
            </a:r>
            <a:endParaRPr i="0" sz="9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rPr i="0" lang="en" sz="1300" u="none" cap="none" strike="noStrike">
                <a:solidFill>
                  <a:schemeClr val="lt1"/>
                </a:solidFill>
                <a:latin typeface="Consolas"/>
                <a:ea typeface="Consolas"/>
                <a:cs typeface="Consolas"/>
                <a:sym typeface="Consolas"/>
              </a:rPr>
              <a:t>               fc.getState();</a:t>
            </a:r>
            <a:endParaRPr i="0" sz="9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rPr i="0" lang="en" sz="1300" u="none" cap="none" strike="noStrike">
                <a:solidFill>
                  <a:schemeClr val="lt1"/>
                </a:solidFill>
                <a:latin typeface="Consolas"/>
                <a:ea typeface="Consolas"/>
                <a:cs typeface="Consolas"/>
                <a:sym typeface="Consolas"/>
              </a:rPr>
              <a:t>          }</a:t>
            </a:r>
            <a:endParaRPr i="0" sz="900" u="none" cap="none" strike="noStrike">
              <a:solidFill>
                <a:schemeClr val="lt1"/>
              </a:solidFill>
              <a:latin typeface="Consolas"/>
              <a:ea typeface="Consolas"/>
              <a:cs typeface="Consolas"/>
              <a:sym typeface="Consolas"/>
            </a:endParaRPr>
          </a:p>
          <a:p>
            <a:pPr indent="457200" lvl="0" marL="0" marR="0" rtl="0" algn="l">
              <a:lnSpc>
                <a:spcPct val="100000"/>
              </a:lnSpc>
              <a:spcBef>
                <a:spcPts val="0"/>
              </a:spcBef>
              <a:spcAft>
                <a:spcPts val="0"/>
              </a:spcAft>
              <a:buClr>
                <a:srgbClr val="000000"/>
              </a:buClr>
              <a:buSzPts val="1200"/>
              <a:buFont typeface="Arial"/>
              <a:buNone/>
            </a:pPr>
            <a:r>
              <a:rPr i="0" lang="en" sz="1300" u="none" cap="none" strike="noStrike">
                <a:solidFill>
                  <a:schemeClr val="lt1"/>
                </a:solidFill>
                <a:latin typeface="Consolas"/>
                <a:ea typeface="Consolas"/>
                <a:cs typeface="Consolas"/>
                <a:sym typeface="Consolas"/>
              </a:rPr>
              <a:t>}</a:t>
            </a:r>
            <a:endParaRPr i="0" sz="1300" u="none" cap="none" strike="noStrike">
              <a:solidFill>
                <a:schemeClr val="lt1"/>
              </a:solidFill>
              <a:latin typeface="Consolas"/>
              <a:ea typeface="Consolas"/>
              <a:cs typeface="Consolas"/>
              <a:sym typeface="Consolas"/>
            </a:endParaRPr>
          </a:p>
          <a:p>
            <a:pPr indent="457200" lvl="0" marL="0" marR="0" rtl="0" algn="l">
              <a:lnSpc>
                <a:spcPct val="100000"/>
              </a:lnSpc>
              <a:spcBef>
                <a:spcPts val="0"/>
              </a:spcBef>
              <a:spcAft>
                <a:spcPts val="0"/>
              </a:spcAft>
              <a:buClr>
                <a:srgbClr val="000000"/>
              </a:buClr>
              <a:buSzPts val="1200"/>
              <a:buFont typeface="Arial"/>
              <a:buNone/>
            </a:pPr>
            <a:r>
              <a:t/>
            </a:r>
            <a:endParaRPr sz="1300">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rPr i="0" lang="en" sz="1300" u="none" cap="none" strike="noStrike">
                <a:solidFill>
                  <a:schemeClr val="lt1"/>
                </a:solidFill>
                <a:latin typeface="Consolas"/>
                <a:ea typeface="Consolas"/>
                <a:cs typeface="Consolas"/>
                <a:sym typeface="Consolas"/>
              </a:rPr>
              <a:t>     void addCelebrity(FilmCelebrity fc){</a:t>
            </a:r>
            <a:endParaRPr i="0" sz="9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rPr i="0" lang="en" sz="1300" u="none" cap="none" strike="noStrike">
                <a:solidFill>
                  <a:schemeClr val="lt1"/>
                </a:solidFill>
                <a:latin typeface="Consolas"/>
                <a:ea typeface="Consolas"/>
                <a:cs typeface="Consolas"/>
                <a:sym typeface="Consolas"/>
              </a:rPr>
              <a:t>          celebrities.add(fc);</a:t>
            </a:r>
            <a:endParaRPr i="0" sz="9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rPr i="0" lang="en" sz="1300" u="none" cap="none" strike="noStrike">
                <a:solidFill>
                  <a:schemeClr val="lt1"/>
                </a:solidFill>
                <a:latin typeface="Consolas"/>
                <a:ea typeface="Consolas"/>
                <a:cs typeface="Consolas"/>
                <a:sym typeface="Consolas"/>
              </a:rPr>
              <a:t>          fc.attach(this);</a:t>
            </a:r>
            <a:endParaRPr i="0" sz="9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rPr i="0" lang="en" sz="1300" u="none" cap="none" strike="noStrike">
                <a:solidFill>
                  <a:schemeClr val="lt1"/>
                </a:solidFill>
                <a:latin typeface="Consolas"/>
                <a:ea typeface="Consolas"/>
                <a:cs typeface="Consolas"/>
                <a:sym typeface="Consolas"/>
              </a:rPr>
              <a:t>     }</a:t>
            </a:r>
            <a:endParaRPr i="0" sz="13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t/>
            </a:r>
            <a:endParaRPr sz="1300">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rPr i="0" lang="en" sz="1300" u="none" cap="none" strike="noStrike">
                <a:solidFill>
                  <a:schemeClr val="lt1"/>
                </a:solidFill>
                <a:latin typeface="Consolas"/>
                <a:ea typeface="Consolas"/>
                <a:cs typeface="Consolas"/>
                <a:sym typeface="Consolas"/>
              </a:rPr>
              <a:t>     void removeCelebrity(FilmCelebrity fc){</a:t>
            </a:r>
            <a:endParaRPr i="0" sz="9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rPr i="0" lang="en" sz="1300" u="none" cap="none" strike="noStrike">
                <a:solidFill>
                  <a:schemeClr val="lt1"/>
                </a:solidFill>
                <a:latin typeface="Consolas"/>
                <a:ea typeface="Consolas"/>
                <a:cs typeface="Consolas"/>
                <a:sym typeface="Consolas"/>
              </a:rPr>
              <a:t>          celebrities.remove(fc);</a:t>
            </a:r>
            <a:endParaRPr i="0" sz="9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rPr i="0" lang="en" sz="1300" u="none" cap="none" strike="noStrike">
                <a:solidFill>
                  <a:schemeClr val="lt1"/>
                </a:solidFill>
                <a:latin typeface="Consolas"/>
                <a:ea typeface="Consolas"/>
                <a:cs typeface="Consolas"/>
                <a:sym typeface="Consolas"/>
              </a:rPr>
              <a:t>          fc.remove(this);</a:t>
            </a:r>
            <a:endParaRPr i="0" sz="9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rPr i="0" lang="en" sz="1300" u="none" cap="none" strike="noStrike">
                <a:solidFill>
                  <a:schemeClr val="lt1"/>
                </a:solidFill>
                <a:latin typeface="Consolas"/>
                <a:ea typeface="Consolas"/>
                <a:cs typeface="Consolas"/>
                <a:sym typeface="Consolas"/>
              </a:rPr>
              <a:t>     }</a:t>
            </a:r>
            <a:endParaRPr i="0" sz="900" u="none" cap="none" strike="noStrike">
              <a:solidFill>
                <a:schemeClr val="lt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rPr lang="en" sz="1300">
                <a:solidFill>
                  <a:schemeClr val="lt1"/>
                </a:solidFill>
                <a:latin typeface="Consolas"/>
                <a:ea typeface="Consolas"/>
                <a:cs typeface="Consolas"/>
                <a:sym typeface="Consolas"/>
              </a:rPr>
              <a:t>}</a:t>
            </a:r>
            <a:endParaRPr i="0" sz="1300" u="none" cap="none" strike="noStrike">
              <a:solidFill>
                <a:schemeClr val="lt1"/>
              </a:solidFill>
              <a:latin typeface="Consolas"/>
              <a:ea typeface="Consolas"/>
              <a:cs typeface="Consolas"/>
              <a:sym typeface="Consolas"/>
            </a:endParaRPr>
          </a:p>
        </p:txBody>
      </p:sp>
      <p:sp>
        <p:nvSpPr>
          <p:cNvPr id="264" name="Google Shape;264;p15"/>
          <p:cNvSpPr txBox="1"/>
          <p:nvPr>
            <p:ph idx="12" type="sldNum"/>
          </p:nvPr>
        </p:nvSpPr>
        <p:spPr>
          <a:xfrm>
            <a:off x="7766431" y="221802"/>
            <a:ext cx="628800" cy="5757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rgbClr val="000000"/>
              </a:buClr>
              <a:buSzPts val="2801"/>
              <a:buFont typeface="Arial"/>
              <a:buNone/>
            </a:pPr>
            <a:fld id="{00000000-1234-1234-1234-123412341234}" type="slidenum">
              <a:rPr lang="en" sz="2801">
                <a:solidFill>
                  <a:schemeClr val="lt1"/>
                </a:solidFill>
                <a:latin typeface="Century Gothic"/>
                <a:ea typeface="Century Gothic"/>
                <a:cs typeface="Century Gothic"/>
                <a:sym typeface="Century Gothic"/>
              </a:rPr>
              <a:t>‹#›</a:t>
            </a:fld>
            <a:endParaRPr sz="2801">
              <a:solidFill>
                <a:schemeClr val="lt1"/>
              </a:solidFill>
              <a:latin typeface="Century Gothic"/>
              <a:ea typeface="Century Gothic"/>
              <a:cs typeface="Century Gothic"/>
              <a:sym typeface="Century Gothic"/>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g3761d991d44_1_0"/>
          <p:cNvSpPr txBox="1"/>
          <p:nvPr>
            <p:ph type="title"/>
          </p:nvPr>
        </p:nvSpPr>
        <p:spPr>
          <a:xfrm>
            <a:off x="484710" y="339539"/>
            <a:ext cx="7055400" cy="18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
              <a:t>Singleton Pattern</a:t>
            </a:r>
            <a:endParaRPr/>
          </a:p>
        </p:txBody>
      </p:sp>
      <p:sp>
        <p:nvSpPr>
          <p:cNvPr id="270" name="Google Shape;270;g3761d991d44_1_0"/>
          <p:cNvSpPr txBox="1"/>
          <p:nvPr>
            <p:ph idx="12" type="sldNum"/>
          </p:nvPr>
        </p:nvSpPr>
        <p:spPr>
          <a:xfrm>
            <a:off x="7766431" y="166352"/>
            <a:ext cx="628800" cy="4317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rgbClr val="000000"/>
              </a:buClr>
              <a:buSzPts val="2801"/>
              <a:buFont typeface="Arial"/>
              <a:buNone/>
            </a:pPr>
            <a:fld id="{00000000-1234-1234-1234-123412341234}" type="slidenum">
              <a:rPr lang="en" sz="2801">
                <a:solidFill>
                  <a:schemeClr val="lt1"/>
                </a:solidFill>
                <a:latin typeface="Century Gothic"/>
                <a:ea typeface="Century Gothic"/>
                <a:cs typeface="Century Gothic"/>
                <a:sym typeface="Century Gothic"/>
              </a:rPr>
              <a:t>‹#›</a:t>
            </a:fld>
            <a:endParaRPr sz="2801">
              <a:solidFill>
                <a:schemeClr val="lt1"/>
              </a:solidFill>
              <a:latin typeface="Century Gothic"/>
              <a:ea typeface="Century Gothic"/>
              <a:cs typeface="Century Gothic"/>
              <a:sym typeface="Century Gothic"/>
            </a:endParaRPr>
          </a:p>
        </p:txBody>
      </p:sp>
      <p:sp>
        <p:nvSpPr>
          <p:cNvPr id="271" name="Google Shape;271;g3761d991d44_1_0"/>
          <p:cNvSpPr txBox="1"/>
          <p:nvPr/>
        </p:nvSpPr>
        <p:spPr>
          <a:xfrm>
            <a:off x="683568" y="1101945"/>
            <a:ext cx="6408600" cy="1477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public class HelpDesk{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public void getService(){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a:t>
            </a:r>
            <a:r>
              <a:rPr b="0" i="0" lang="en" sz="1800" u="none" cap="none" strike="noStrike">
                <a:solidFill>
                  <a:srgbClr val="92D050"/>
                </a:solidFill>
                <a:latin typeface="Century Gothic"/>
                <a:ea typeface="Century Gothic"/>
                <a:cs typeface="Century Gothic"/>
                <a:sym typeface="Century Gothic"/>
              </a:rPr>
              <a:t>// Implement the service</a:t>
            </a:r>
            <a:endParaRPr b="0" i="0" sz="1800" u="none" cap="none" strike="noStrike">
              <a:solidFill>
                <a:srgbClr val="92D050"/>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a:t>
            </a:r>
            <a:endParaRPr b="0" i="0" sz="1800" u="none" cap="none" strike="noStrike">
              <a:solidFill>
                <a:schemeClr val="lt1"/>
              </a:solidFill>
              <a:latin typeface="Century Gothic"/>
              <a:ea typeface="Century Gothic"/>
              <a:cs typeface="Century Gothic"/>
              <a:sym typeface="Century Gothic"/>
            </a:endParaRPr>
          </a:p>
        </p:txBody>
      </p:sp>
      <p:sp>
        <p:nvSpPr>
          <p:cNvPr id="272" name="Google Shape;272;g3761d991d44_1_0"/>
          <p:cNvSpPr txBox="1"/>
          <p:nvPr/>
        </p:nvSpPr>
        <p:spPr>
          <a:xfrm>
            <a:off x="2915816" y="2247714"/>
            <a:ext cx="64086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public class Student{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HelpDesk hd = new HelpDesk();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hd.getService();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
        <p:nvSpPr>
          <p:cNvPr id="273" name="Google Shape;273;g3761d991d44_1_0"/>
          <p:cNvSpPr txBox="1"/>
          <p:nvPr/>
        </p:nvSpPr>
        <p:spPr>
          <a:xfrm>
            <a:off x="899592" y="3381840"/>
            <a:ext cx="64086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public class Teacher{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HelpDesk hd = new HelpDesk();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hd.getService();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
        <p:nvSpPr>
          <p:cNvPr id="274" name="Google Shape;274;g3761d991d44_1_0"/>
          <p:cNvSpPr txBox="1"/>
          <p:nvPr/>
        </p:nvSpPr>
        <p:spPr>
          <a:xfrm>
            <a:off x="575556" y="4262380"/>
            <a:ext cx="6624600" cy="677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1" lang="en" sz="2000" u="none" cap="none" strike="noStrike">
                <a:solidFill>
                  <a:srgbClr val="FFFF00"/>
                </a:solidFill>
                <a:latin typeface="Century Gothic"/>
                <a:ea typeface="Century Gothic"/>
                <a:cs typeface="Century Gothic"/>
                <a:sym typeface="Century Gothic"/>
              </a:rPr>
              <a:t>In reality one Single HelpDesk is serving all</a:t>
            </a:r>
            <a:r>
              <a:rPr b="0" i="0" lang="en" sz="1800" u="none" cap="none" strike="noStrike">
                <a:solidFill>
                  <a:srgbClr val="FFFF00"/>
                </a:solidFill>
                <a:latin typeface="Century Gothic"/>
                <a:ea typeface="Century Gothic"/>
                <a:cs typeface="Century Gothic"/>
                <a:sym typeface="Century Gothic"/>
              </a:rPr>
              <a:t>. </a:t>
            </a:r>
            <a:r>
              <a:rPr b="1" i="0" lang="en" sz="1800" u="none" cap="none" strike="noStrike">
                <a:solidFill>
                  <a:srgbClr val="FFFF00"/>
                </a:solidFill>
                <a:latin typeface="Century Gothic"/>
                <a:ea typeface="Century Gothic"/>
                <a:cs typeface="Century Gothic"/>
                <a:sym typeface="Century Gothic"/>
              </a:rPr>
              <a:t>No need for multiple objects.</a:t>
            </a:r>
            <a:endParaRPr b="1" i="0" sz="1800" u="none" cap="none" strike="noStrike">
              <a:solidFill>
                <a:srgbClr val="FFFF00"/>
              </a:solidFill>
              <a:latin typeface="Century Gothic"/>
              <a:ea typeface="Century Gothic"/>
              <a:cs typeface="Century Gothic"/>
              <a:sym typeface="Century Gothic"/>
            </a:endParaRPr>
          </a:p>
        </p:txBody>
      </p:sp>
      <p:pic>
        <p:nvPicPr>
          <p:cNvPr descr="brac.png" id="275" name="Google Shape;275;g3761d991d44_1_0"/>
          <p:cNvPicPr preferRelativeResize="0"/>
          <p:nvPr/>
        </p:nvPicPr>
        <p:blipFill rotWithShape="1">
          <a:blip r:embed="rId3">
            <a:alphaModFix/>
          </a:blip>
          <a:srcRect b="0" l="0" r="0" t="0"/>
          <a:stretch/>
        </p:blipFill>
        <p:spPr>
          <a:xfrm>
            <a:off x="7772400" y="4371975"/>
            <a:ext cx="1028700" cy="800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gtEl>
                                        <p:attrNameLst>
                                          <p:attrName>style.visibility</p:attrName>
                                        </p:attrNameLst>
                                      </p:cBhvr>
                                      <p:to>
                                        <p:strVal val="visible"/>
                                      </p:to>
                                    </p:set>
                                    <p:animEffect filter="fade" transition="in">
                                      <p:cBhvr>
                                        <p:cTn dur="1000"/>
                                        <p:tgtEl>
                                          <p:spTgt spid="2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gtEl>
                                        <p:attrNameLst>
                                          <p:attrName>style.visibility</p:attrName>
                                        </p:attrNameLst>
                                      </p:cBhvr>
                                      <p:to>
                                        <p:strVal val="visible"/>
                                      </p:to>
                                    </p:set>
                                    <p:animEffect filter="fade" transition="in">
                                      <p:cBhvr>
                                        <p:cTn dur="1000"/>
                                        <p:tgtEl>
                                          <p:spTgt spid="2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gtEl>
                                        <p:attrNameLst>
                                          <p:attrName>style.visibility</p:attrName>
                                        </p:attrNameLst>
                                      </p:cBhvr>
                                      <p:to>
                                        <p:strVal val="visible"/>
                                      </p:to>
                                    </p:set>
                                    <p:animEffect filter="fade" transition="in">
                                      <p:cBhvr>
                                        <p:cTn dur="1000"/>
                                        <p:tgtEl>
                                          <p:spTgt spid="2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4"/>
                                        </p:tgtEl>
                                        <p:attrNameLst>
                                          <p:attrName>style.visibility</p:attrName>
                                        </p:attrNameLst>
                                      </p:cBhvr>
                                      <p:to>
                                        <p:strVal val="visible"/>
                                      </p:to>
                                    </p:set>
                                    <p:animEffect filter="fade" transition="in">
                                      <p:cBhvr>
                                        <p:cTn dur="1000"/>
                                        <p:tgtEl>
                                          <p:spTgt spid="2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g3761d991d44_1_10"/>
          <p:cNvSpPr txBox="1"/>
          <p:nvPr>
            <p:ph type="title"/>
          </p:nvPr>
        </p:nvSpPr>
        <p:spPr>
          <a:xfrm>
            <a:off x="484700" y="339541"/>
            <a:ext cx="6895500" cy="458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rPr lang="en"/>
              <a:t>BASIC</a:t>
            </a:r>
            <a:endParaRPr/>
          </a:p>
        </p:txBody>
      </p:sp>
      <p:sp>
        <p:nvSpPr>
          <p:cNvPr id="282" name="Google Shape;282;g3761d991d44_1_10"/>
          <p:cNvSpPr txBox="1"/>
          <p:nvPr>
            <p:ph idx="1" type="body"/>
          </p:nvPr>
        </p:nvSpPr>
        <p:spPr>
          <a:xfrm>
            <a:off x="128100" y="1155394"/>
            <a:ext cx="9065100" cy="3146700"/>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100000"/>
              </a:lnSpc>
              <a:spcBef>
                <a:spcPts val="1000"/>
              </a:spcBef>
              <a:spcAft>
                <a:spcPts val="0"/>
              </a:spcAft>
              <a:buClr>
                <a:schemeClr val="dk1"/>
              </a:buClr>
              <a:buSzPct val="55000"/>
              <a:buFont typeface="Arial"/>
              <a:buNone/>
            </a:pPr>
            <a:r>
              <a:rPr lang="en"/>
              <a:t>class MyClass:</a:t>
            </a:r>
            <a:endParaRPr/>
          </a:p>
          <a:p>
            <a:pPr indent="0" lvl="0" marL="0" rtl="0" algn="l">
              <a:lnSpc>
                <a:spcPct val="100000"/>
              </a:lnSpc>
              <a:spcBef>
                <a:spcPts val="1000"/>
              </a:spcBef>
              <a:spcAft>
                <a:spcPts val="0"/>
              </a:spcAft>
              <a:buClr>
                <a:schemeClr val="dk1"/>
              </a:buClr>
              <a:buSzPct val="55000"/>
              <a:buFont typeface="Arial"/>
              <a:buNone/>
            </a:pPr>
            <a:r>
              <a:rPr lang="en"/>
              <a:t>    counter = 0</a:t>
            </a:r>
            <a:endParaRPr/>
          </a:p>
          <a:p>
            <a:pPr indent="0" lvl="0" marL="0" rtl="0" algn="l">
              <a:lnSpc>
                <a:spcPct val="100000"/>
              </a:lnSpc>
              <a:spcBef>
                <a:spcPts val="1000"/>
              </a:spcBef>
              <a:spcAft>
                <a:spcPts val="0"/>
              </a:spcAft>
              <a:buClr>
                <a:schemeClr val="dk1"/>
              </a:buClr>
              <a:buSzPct val="55000"/>
              <a:buFont typeface="Arial"/>
              <a:buNone/>
            </a:pPr>
            <a:r>
              <a:rPr lang="en"/>
              <a:t>    def __init__(</a:t>
            </a:r>
            <a:r>
              <a:rPr lang="en">
                <a:solidFill>
                  <a:srgbClr val="FF0000"/>
                </a:solidFill>
              </a:rPr>
              <a:t>self</a:t>
            </a:r>
            <a:r>
              <a:rPr lang="en"/>
              <a:t>):</a:t>
            </a:r>
            <a:endParaRPr/>
          </a:p>
          <a:p>
            <a:pPr indent="0" lvl="0" marL="0" rtl="0" algn="l">
              <a:lnSpc>
                <a:spcPct val="100000"/>
              </a:lnSpc>
              <a:spcBef>
                <a:spcPts val="1000"/>
              </a:spcBef>
              <a:spcAft>
                <a:spcPts val="0"/>
              </a:spcAft>
              <a:buClr>
                <a:schemeClr val="dk1"/>
              </a:buClr>
              <a:buSzPct val="55000"/>
              <a:buFont typeface="Arial"/>
              <a:buNone/>
            </a:pPr>
            <a:r>
              <a:rPr lang="en"/>
              <a:t>        type(self).counter += 1  # Accessing class variable via the instance</a:t>
            </a:r>
            <a:endParaRPr/>
          </a:p>
          <a:p>
            <a:pPr indent="0" lvl="0" marL="0" rtl="0" algn="l">
              <a:lnSpc>
                <a:spcPct val="100000"/>
              </a:lnSpc>
              <a:spcBef>
                <a:spcPts val="1000"/>
              </a:spcBef>
              <a:spcAft>
                <a:spcPts val="0"/>
              </a:spcAft>
              <a:buClr>
                <a:schemeClr val="dk1"/>
              </a:buClr>
              <a:buSzPct val="55000"/>
              <a:buFont typeface="Arial"/>
              <a:buNone/>
            </a:pPr>
            <a:r>
              <a:t/>
            </a:r>
            <a:endParaRPr/>
          </a:p>
          <a:p>
            <a:pPr indent="0" lvl="0" marL="0" rtl="0" algn="l">
              <a:lnSpc>
                <a:spcPct val="100000"/>
              </a:lnSpc>
              <a:spcBef>
                <a:spcPts val="1000"/>
              </a:spcBef>
              <a:spcAft>
                <a:spcPts val="0"/>
              </a:spcAft>
              <a:buClr>
                <a:schemeClr val="dk1"/>
              </a:buClr>
              <a:buSzPct val="55000"/>
              <a:buFont typeface="Arial"/>
              <a:buNone/>
            </a:pPr>
            <a:r>
              <a:rPr lang="en"/>
              <a:t>    @classmethod</a:t>
            </a:r>
            <a:endParaRPr/>
          </a:p>
          <a:p>
            <a:pPr indent="0" lvl="0" marL="0" rtl="0" algn="l">
              <a:lnSpc>
                <a:spcPct val="100000"/>
              </a:lnSpc>
              <a:spcBef>
                <a:spcPts val="1000"/>
              </a:spcBef>
              <a:spcAft>
                <a:spcPts val="0"/>
              </a:spcAft>
              <a:buClr>
                <a:schemeClr val="dk1"/>
              </a:buClr>
              <a:buSzPct val="55000"/>
              <a:buFont typeface="Arial"/>
              <a:buNone/>
            </a:pPr>
            <a:r>
              <a:rPr lang="en"/>
              <a:t>    def instances_created(</a:t>
            </a:r>
            <a:r>
              <a:rPr lang="en">
                <a:solidFill>
                  <a:srgbClr val="FF0000"/>
                </a:solidFill>
              </a:rPr>
              <a:t>cls</a:t>
            </a:r>
            <a:r>
              <a:rPr lang="en"/>
              <a:t>):</a:t>
            </a:r>
            <a:endParaRPr/>
          </a:p>
          <a:p>
            <a:pPr indent="0" lvl="0" marL="0" rtl="0" algn="l">
              <a:lnSpc>
                <a:spcPct val="100000"/>
              </a:lnSpc>
              <a:spcBef>
                <a:spcPts val="1000"/>
              </a:spcBef>
              <a:spcAft>
                <a:spcPts val="0"/>
              </a:spcAft>
              <a:buClr>
                <a:schemeClr val="dk1"/>
              </a:buClr>
              <a:buSzPct val="55000"/>
              <a:buFont typeface="Arial"/>
              <a:buNone/>
            </a:pPr>
            <a:r>
              <a:rPr lang="en"/>
              <a:t>        return cls.counter  # Accessing class variable via cls</a:t>
            </a:r>
            <a:endParaRPr/>
          </a:p>
          <a:p>
            <a:pPr indent="0" lvl="0" marL="0" rtl="0" algn="l">
              <a:lnSpc>
                <a:spcPct val="100000"/>
              </a:lnSpc>
              <a:spcBef>
                <a:spcPts val="1000"/>
              </a:spcBef>
              <a:spcAft>
                <a:spcPts val="0"/>
              </a:spcAft>
              <a:buClr>
                <a:schemeClr val="dk1"/>
              </a:buClr>
              <a:buSzPct val="55000"/>
              <a:buFont typeface="Arial"/>
              <a:buNone/>
            </a:pPr>
            <a:r>
              <a:t/>
            </a:r>
            <a:endParaRPr/>
          </a:p>
          <a:p>
            <a:pPr indent="0" lvl="0" marL="0" rtl="0" algn="l">
              <a:lnSpc>
                <a:spcPct val="100000"/>
              </a:lnSpc>
              <a:spcBef>
                <a:spcPts val="1000"/>
              </a:spcBef>
              <a:spcAft>
                <a:spcPts val="0"/>
              </a:spcAft>
              <a:buSzPct val="72000"/>
              <a:buNone/>
            </a:pPr>
            <a:r>
              <a:t/>
            </a:r>
            <a:endParaRPr/>
          </a:p>
        </p:txBody>
      </p:sp>
      <p:sp>
        <p:nvSpPr>
          <p:cNvPr id="283" name="Google Shape;283;g3761d991d44_1_10"/>
          <p:cNvSpPr txBox="1"/>
          <p:nvPr>
            <p:ph idx="12" type="sldNum"/>
          </p:nvPr>
        </p:nvSpPr>
        <p:spPr>
          <a:xfrm>
            <a:off x="7766431" y="166352"/>
            <a:ext cx="628800" cy="4317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rgbClr val="000000"/>
              </a:buClr>
              <a:buSzPts val="2801"/>
              <a:buFont typeface="Arial"/>
              <a:buNone/>
            </a:pPr>
            <a:fld id="{00000000-1234-1234-1234-123412341234}" type="slidenum">
              <a:rPr lang="en" sz="2801">
                <a:solidFill>
                  <a:schemeClr val="lt1"/>
                </a:solidFill>
                <a:latin typeface="Century Gothic"/>
                <a:ea typeface="Century Gothic"/>
                <a:cs typeface="Century Gothic"/>
                <a:sym typeface="Century Gothic"/>
              </a:rPr>
              <a:t>‹#›</a:t>
            </a:fld>
            <a:endParaRPr sz="2801">
              <a:solidFill>
                <a:schemeClr val="lt1"/>
              </a:solidFill>
              <a:latin typeface="Century Gothic"/>
              <a:ea typeface="Century Gothic"/>
              <a:cs typeface="Century Gothic"/>
              <a:sym typeface="Century Gothic"/>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g3761d991d44_1_17"/>
          <p:cNvSpPr txBox="1"/>
          <p:nvPr>
            <p:ph type="title"/>
          </p:nvPr>
        </p:nvSpPr>
        <p:spPr>
          <a:xfrm>
            <a:off x="166650" y="94354"/>
            <a:ext cx="6935100" cy="575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 sz="4100"/>
              <a:t>Singleton Pattern(EX-1)</a:t>
            </a:r>
            <a:endParaRPr sz="4100"/>
          </a:p>
          <a:p>
            <a:pPr indent="0" lvl="0" marL="0" rtl="0" algn="l">
              <a:lnSpc>
                <a:spcPct val="100000"/>
              </a:lnSpc>
              <a:spcBef>
                <a:spcPts val="0"/>
              </a:spcBef>
              <a:spcAft>
                <a:spcPts val="0"/>
              </a:spcAft>
              <a:buSzPts val="1800"/>
              <a:buNone/>
            </a:pPr>
            <a:r>
              <a:t/>
            </a:r>
            <a:endParaRPr sz="4100"/>
          </a:p>
        </p:txBody>
      </p:sp>
      <p:sp>
        <p:nvSpPr>
          <p:cNvPr id="290" name="Google Shape;290;g3761d991d44_1_17"/>
          <p:cNvSpPr txBox="1"/>
          <p:nvPr>
            <p:ph idx="1" type="body"/>
          </p:nvPr>
        </p:nvSpPr>
        <p:spPr>
          <a:xfrm>
            <a:off x="166650" y="797625"/>
            <a:ext cx="4261800" cy="2787900"/>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rtl="0" algn="l">
              <a:lnSpc>
                <a:spcPct val="80000"/>
              </a:lnSpc>
              <a:spcBef>
                <a:spcPts val="1000"/>
              </a:spcBef>
              <a:spcAft>
                <a:spcPts val="0"/>
              </a:spcAft>
              <a:buClr>
                <a:schemeClr val="dk1"/>
              </a:buClr>
              <a:buSzPts val="358"/>
              <a:buFont typeface="Arial"/>
              <a:buNone/>
            </a:pPr>
            <a:r>
              <a:rPr lang="en" sz="950"/>
              <a:t>class Singleton:</a:t>
            </a:r>
            <a:endParaRPr sz="950"/>
          </a:p>
          <a:p>
            <a:pPr indent="0" lvl="0" marL="0" rtl="0" algn="l">
              <a:lnSpc>
                <a:spcPct val="80000"/>
              </a:lnSpc>
              <a:spcBef>
                <a:spcPts val="1000"/>
              </a:spcBef>
              <a:spcAft>
                <a:spcPts val="0"/>
              </a:spcAft>
              <a:buSzPts val="358"/>
              <a:buNone/>
            </a:pPr>
            <a:r>
              <a:rPr lang="en" sz="950"/>
              <a:t>    _instance = None</a:t>
            </a:r>
            <a:endParaRPr sz="950"/>
          </a:p>
          <a:p>
            <a:pPr indent="0" lvl="0" marL="0" rtl="0" algn="l">
              <a:lnSpc>
                <a:spcPct val="80000"/>
              </a:lnSpc>
              <a:spcBef>
                <a:spcPts val="1000"/>
              </a:spcBef>
              <a:spcAft>
                <a:spcPts val="0"/>
              </a:spcAft>
              <a:buClr>
                <a:schemeClr val="dk1"/>
              </a:buClr>
              <a:buSzPts val="358"/>
              <a:buFont typeface="Arial"/>
              <a:buNone/>
            </a:pPr>
            <a:r>
              <a:t/>
            </a:r>
            <a:endParaRPr sz="950"/>
          </a:p>
          <a:p>
            <a:pPr indent="0" lvl="0" marL="0" rtl="0" algn="l">
              <a:lnSpc>
                <a:spcPct val="80000"/>
              </a:lnSpc>
              <a:spcBef>
                <a:spcPts val="1000"/>
              </a:spcBef>
              <a:spcAft>
                <a:spcPts val="0"/>
              </a:spcAft>
              <a:buClr>
                <a:schemeClr val="dk1"/>
              </a:buClr>
              <a:buSzPts val="358"/>
              <a:buFont typeface="Arial"/>
              <a:buNone/>
            </a:pPr>
            <a:r>
              <a:rPr lang="en" sz="950"/>
              <a:t>    def __new__(cls):</a:t>
            </a:r>
            <a:endParaRPr sz="950"/>
          </a:p>
          <a:p>
            <a:pPr indent="0" lvl="0" marL="0" rtl="0" algn="l">
              <a:lnSpc>
                <a:spcPct val="80000"/>
              </a:lnSpc>
              <a:spcBef>
                <a:spcPts val="1000"/>
              </a:spcBef>
              <a:spcAft>
                <a:spcPts val="0"/>
              </a:spcAft>
              <a:buClr>
                <a:schemeClr val="dk1"/>
              </a:buClr>
              <a:buSzPts val="358"/>
              <a:buFont typeface="Arial"/>
              <a:buNone/>
            </a:pPr>
            <a:r>
              <a:rPr lang="en" sz="950"/>
              <a:t>        if cls._instance is None:</a:t>
            </a:r>
            <a:endParaRPr sz="950"/>
          </a:p>
          <a:p>
            <a:pPr indent="0" lvl="0" marL="0" rtl="0" algn="l">
              <a:lnSpc>
                <a:spcPct val="80000"/>
              </a:lnSpc>
              <a:spcBef>
                <a:spcPts val="1000"/>
              </a:spcBef>
              <a:spcAft>
                <a:spcPts val="0"/>
              </a:spcAft>
              <a:buClr>
                <a:schemeClr val="dk1"/>
              </a:buClr>
              <a:buSzPts val="358"/>
              <a:buFont typeface="Arial"/>
              <a:buNone/>
            </a:pPr>
            <a:r>
              <a:rPr lang="en" sz="950"/>
              <a:t>            print(' instance creating’)</a:t>
            </a:r>
            <a:endParaRPr sz="950"/>
          </a:p>
          <a:p>
            <a:pPr indent="0" lvl="0" marL="0" rtl="0" algn="l">
              <a:lnSpc>
                <a:spcPct val="80000"/>
              </a:lnSpc>
              <a:spcBef>
                <a:spcPts val="1000"/>
              </a:spcBef>
              <a:spcAft>
                <a:spcPts val="0"/>
              </a:spcAft>
              <a:buClr>
                <a:schemeClr val="dk1"/>
              </a:buClr>
              <a:buSzPts val="358"/>
              <a:buFont typeface="Arial"/>
              <a:buNone/>
            </a:pPr>
            <a:r>
              <a:rPr lang="en" sz="950"/>
              <a:t>            cls._instance = super(Singleton, cls).__new__(cls)</a:t>
            </a:r>
            <a:endParaRPr sz="950"/>
          </a:p>
          <a:p>
            <a:pPr indent="0" lvl="0" marL="0" rtl="0" algn="l">
              <a:lnSpc>
                <a:spcPct val="80000"/>
              </a:lnSpc>
              <a:spcBef>
                <a:spcPts val="1000"/>
              </a:spcBef>
              <a:spcAft>
                <a:spcPts val="0"/>
              </a:spcAft>
              <a:buSzPts val="358"/>
              <a:buNone/>
            </a:pPr>
            <a:r>
              <a:rPr lang="en" sz="950"/>
              <a:t>        return cls._instance</a:t>
            </a:r>
            <a:endParaRPr sz="950"/>
          </a:p>
          <a:p>
            <a:pPr indent="0" lvl="0" marL="0" rtl="0" algn="l">
              <a:lnSpc>
                <a:spcPct val="80000"/>
              </a:lnSpc>
              <a:spcBef>
                <a:spcPts val="1000"/>
              </a:spcBef>
              <a:spcAft>
                <a:spcPts val="0"/>
              </a:spcAft>
              <a:buClr>
                <a:schemeClr val="dk1"/>
              </a:buClr>
              <a:buSzPts val="358"/>
              <a:buFont typeface="Arial"/>
              <a:buNone/>
            </a:pPr>
            <a:r>
              <a:t/>
            </a:r>
            <a:endParaRPr sz="950"/>
          </a:p>
          <a:p>
            <a:pPr indent="0" lvl="0" marL="0" rtl="0" algn="l">
              <a:lnSpc>
                <a:spcPct val="80000"/>
              </a:lnSpc>
              <a:spcBef>
                <a:spcPts val="1000"/>
              </a:spcBef>
              <a:spcAft>
                <a:spcPts val="0"/>
              </a:spcAft>
              <a:buClr>
                <a:schemeClr val="dk1"/>
              </a:buClr>
              <a:buSzPts val="358"/>
              <a:buFont typeface="Arial"/>
              <a:buNone/>
            </a:pPr>
            <a:r>
              <a:rPr lang="en" sz="950"/>
              <a:t>    def get_service(self):</a:t>
            </a:r>
            <a:endParaRPr sz="950"/>
          </a:p>
          <a:p>
            <a:pPr indent="0" lvl="0" marL="457200" rtl="0" algn="l">
              <a:lnSpc>
                <a:spcPct val="80000"/>
              </a:lnSpc>
              <a:spcBef>
                <a:spcPts val="1000"/>
              </a:spcBef>
              <a:spcAft>
                <a:spcPts val="0"/>
              </a:spcAft>
              <a:buClr>
                <a:schemeClr val="dk1"/>
              </a:buClr>
              <a:buSzPts val="358"/>
              <a:buFont typeface="Arial"/>
              <a:buNone/>
            </a:pPr>
            <a:r>
              <a:rPr lang="en" sz="950"/>
              <a:t>print("Service has been provided by the Singleton  instance.")</a:t>
            </a:r>
            <a:endParaRPr sz="950"/>
          </a:p>
          <a:p>
            <a:pPr indent="0" lvl="0" marL="0" rtl="0" algn="l">
              <a:lnSpc>
                <a:spcPct val="80000"/>
              </a:lnSpc>
              <a:spcBef>
                <a:spcPts val="1000"/>
              </a:spcBef>
              <a:spcAft>
                <a:spcPts val="0"/>
              </a:spcAft>
              <a:buSzPts val="358"/>
              <a:buNone/>
            </a:pPr>
            <a:r>
              <a:t/>
            </a:r>
            <a:endParaRPr sz="950"/>
          </a:p>
        </p:txBody>
      </p:sp>
      <p:sp>
        <p:nvSpPr>
          <p:cNvPr id="291" name="Google Shape;291;g3761d991d44_1_17"/>
          <p:cNvSpPr txBox="1"/>
          <p:nvPr>
            <p:ph idx="12" type="sldNum"/>
          </p:nvPr>
        </p:nvSpPr>
        <p:spPr>
          <a:xfrm>
            <a:off x="7766431" y="166352"/>
            <a:ext cx="628800" cy="4317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rgbClr val="000000"/>
              </a:buClr>
              <a:buSzPts val="2801"/>
              <a:buFont typeface="Arial"/>
              <a:buNone/>
            </a:pPr>
            <a:fld id="{00000000-1234-1234-1234-123412341234}" type="slidenum">
              <a:rPr lang="en" sz="2701">
                <a:solidFill>
                  <a:schemeClr val="lt1"/>
                </a:solidFill>
              </a:rPr>
              <a:t>‹#›</a:t>
            </a:fld>
            <a:endParaRPr sz="2701">
              <a:solidFill>
                <a:schemeClr val="lt1"/>
              </a:solidFill>
            </a:endParaRPr>
          </a:p>
        </p:txBody>
      </p:sp>
      <p:sp>
        <p:nvSpPr>
          <p:cNvPr id="292" name="Google Shape;292;g3761d991d44_1_17"/>
          <p:cNvSpPr txBox="1"/>
          <p:nvPr/>
        </p:nvSpPr>
        <p:spPr>
          <a:xfrm>
            <a:off x="4668800" y="948150"/>
            <a:ext cx="4404600" cy="30693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80000"/>
              </a:lnSpc>
              <a:spcBef>
                <a:spcPts val="1000"/>
              </a:spcBef>
              <a:spcAft>
                <a:spcPts val="0"/>
              </a:spcAft>
              <a:buClr>
                <a:schemeClr val="dk1"/>
              </a:buClr>
              <a:buSzPts val="358"/>
              <a:buFont typeface="Arial"/>
              <a:buNone/>
            </a:pPr>
            <a:r>
              <a:rPr i="0" lang="en" sz="1150" u="none" cap="none" strike="noStrike">
                <a:solidFill>
                  <a:schemeClr val="lt1"/>
                </a:solidFill>
                <a:latin typeface="Century Gothic"/>
                <a:ea typeface="Century Gothic"/>
                <a:cs typeface="Century Gothic"/>
                <a:sym typeface="Century Gothic"/>
              </a:rPr>
              <a:t># Usage</a:t>
            </a:r>
            <a:endParaRPr i="0" sz="1150" u="none" cap="none" strike="noStrike">
              <a:solidFill>
                <a:schemeClr val="lt1"/>
              </a:solidFill>
              <a:latin typeface="Century Gothic"/>
              <a:ea typeface="Century Gothic"/>
              <a:cs typeface="Century Gothic"/>
              <a:sym typeface="Century Gothic"/>
            </a:endParaRPr>
          </a:p>
          <a:p>
            <a:pPr indent="0" lvl="0" marL="0" marR="0" rtl="0" algn="l">
              <a:lnSpc>
                <a:spcPct val="80000"/>
              </a:lnSpc>
              <a:spcBef>
                <a:spcPts val="1000"/>
              </a:spcBef>
              <a:spcAft>
                <a:spcPts val="0"/>
              </a:spcAft>
              <a:buClr>
                <a:schemeClr val="dk1"/>
              </a:buClr>
              <a:buSzPts val="358"/>
              <a:buFont typeface="Arial"/>
              <a:buNone/>
            </a:pPr>
            <a:r>
              <a:rPr i="0" lang="en" sz="1150" u="none" cap="none" strike="noStrike">
                <a:solidFill>
                  <a:schemeClr val="lt1"/>
                </a:solidFill>
                <a:latin typeface="Century Gothic"/>
                <a:ea typeface="Century Gothic"/>
                <a:cs typeface="Century Gothic"/>
                <a:sym typeface="Century Gothic"/>
              </a:rPr>
              <a:t>if __name__ == "__main__":</a:t>
            </a:r>
            <a:endParaRPr i="0" sz="1150" u="none" cap="none" strike="noStrike">
              <a:solidFill>
                <a:schemeClr val="lt1"/>
              </a:solidFill>
              <a:latin typeface="Century Gothic"/>
              <a:ea typeface="Century Gothic"/>
              <a:cs typeface="Century Gothic"/>
              <a:sym typeface="Century Gothic"/>
            </a:endParaRPr>
          </a:p>
          <a:p>
            <a:pPr indent="0" lvl="0" marL="0" marR="0" rtl="0" algn="l">
              <a:lnSpc>
                <a:spcPct val="80000"/>
              </a:lnSpc>
              <a:spcBef>
                <a:spcPts val="1000"/>
              </a:spcBef>
              <a:spcAft>
                <a:spcPts val="0"/>
              </a:spcAft>
              <a:buClr>
                <a:schemeClr val="dk1"/>
              </a:buClr>
              <a:buSzPts val="358"/>
              <a:buFont typeface="Arial"/>
              <a:buNone/>
            </a:pPr>
            <a:r>
              <a:rPr i="0" lang="en" sz="1150" u="none" cap="none" strike="noStrike">
                <a:solidFill>
                  <a:schemeClr val="lt1"/>
                </a:solidFill>
                <a:latin typeface="Century Gothic"/>
                <a:ea typeface="Century Gothic"/>
                <a:cs typeface="Century Gothic"/>
                <a:sym typeface="Century Gothic"/>
              </a:rPr>
              <a:t>    # Let's assume that multiple clients need the service</a:t>
            </a:r>
            <a:endParaRPr i="0" sz="1150" u="none" cap="none" strike="noStrike">
              <a:solidFill>
                <a:schemeClr val="lt1"/>
              </a:solidFill>
              <a:latin typeface="Century Gothic"/>
              <a:ea typeface="Century Gothic"/>
              <a:cs typeface="Century Gothic"/>
              <a:sym typeface="Century Gothic"/>
            </a:endParaRPr>
          </a:p>
          <a:p>
            <a:pPr indent="0" lvl="0" marL="0" marR="0" rtl="0" algn="l">
              <a:lnSpc>
                <a:spcPct val="80000"/>
              </a:lnSpc>
              <a:spcBef>
                <a:spcPts val="1000"/>
              </a:spcBef>
              <a:spcAft>
                <a:spcPts val="0"/>
              </a:spcAft>
              <a:buClr>
                <a:schemeClr val="dk1"/>
              </a:buClr>
              <a:buSzPts val="358"/>
              <a:buFont typeface="Arial"/>
              <a:buNone/>
            </a:pPr>
            <a:r>
              <a:rPr i="0" lang="en" sz="1150" u="none" cap="none" strike="noStrike">
                <a:solidFill>
                  <a:schemeClr val="lt1"/>
                </a:solidFill>
                <a:latin typeface="Century Gothic"/>
                <a:ea typeface="Century Gothic"/>
                <a:cs typeface="Century Gothic"/>
                <a:sym typeface="Century Gothic"/>
              </a:rPr>
              <a:t>    client1 = Singleton()</a:t>
            </a:r>
            <a:endParaRPr i="0" sz="1150" u="none" cap="none" strike="noStrike">
              <a:solidFill>
                <a:schemeClr val="lt1"/>
              </a:solidFill>
              <a:latin typeface="Century Gothic"/>
              <a:ea typeface="Century Gothic"/>
              <a:cs typeface="Century Gothic"/>
              <a:sym typeface="Century Gothic"/>
            </a:endParaRPr>
          </a:p>
          <a:p>
            <a:pPr indent="0" lvl="0" marL="0" marR="0" rtl="0" algn="l">
              <a:lnSpc>
                <a:spcPct val="80000"/>
              </a:lnSpc>
              <a:spcBef>
                <a:spcPts val="1000"/>
              </a:spcBef>
              <a:spcAft>
                <a:spcPts val="0"/>
              </a:spcAft>
              <a:buClr>
                <a:schemeClr val="dk1"/>
              </a:buClr>
              <a:buSzPts val="358"/>
              <a:buFont typeface="Arial"/>
              <a:buNone/>
            </a:pPr>
            <a:r>
              <a:rPr i="0" lang="en" sz="1150" u="none" cap="none" strike="noStrike">
                <a:solidFill>
                  <a:schemeClr val="lt1"/>
                </a:solidFill>
                <a:latin typeface="Century Gothic"/>
                <a:ea typeface="Century Gothic"/>
                <a:cs typeface="Century Gothic"/>
                <a:sym typeface="Century Gothic"/>
              </a:rPr>
              <a:t>    client2 = Singleton()</a:t>
            </a:r>
            <a:endParaRPr i="0" sz="1150" u="none" cap="none" strike="noStrike">
              <a:solidFill>
                <a:schemeClr val="lt1"/>
              </a:solidFill>
              <a:latin typeface="Century Gothic"/>
              <a:ea typeface="Century Gothic"/>
              <a:cs typeface="Century Gothic"/>
              <a:sym typeface="Century Gothic"/>
            </a:endParaRPr>
          </a:p>
          <a:p>
            <a:pPr indent="0" lvl="0" marL="0" marR="0" rtl="0" algn="l">
              <a:lnSpc>
                <a:spcPct val="80000"/>
              </a:lnSpc>
              <a:spcBef>
                <a:spcPts val="1000"/>
              </a:spcBef>
              <a:spcAft>
                <a:spcPts val="0"/>
              </a:spcAft>
              <a:buClr>
                <a:schemeClr val="dk1"/>
              </a:buClr>
              <a:buSzPts val="358"/>
              <a:buFont typeface="Arial"/>
              <a:buNone/>
            </a:pPr>
            <a:r>
              <a:rPr i="0" lang="en" sz="1150" u="none" cap="none" strike="noStrike">
                <a:solidFill>
                  <a:schemeClr val="lt1"/>
                </a:solidFill>
                <a:latin typeface="Century Gothic"/>
                <a:ea typeface="Century Gothic"/>
                <a:cs typeface="Century Gothic"/>
                <a:sym typeface="Century Gothic"/>
              </a:rPr>
              <a:t>    client3 = Singleton()</a:t>
            </a:r>
            <a:endParaRPr i="0" sz="1150" u="none" cap="none" strike="noStrike">
              <a:solidFill>
                <a:schemeClr val="lt1"/>
              </a:solidFill>
              <a:latin typeface="Century Gothic"/>
              <a:ea typeface="Century Gothic"/>
              <a:cs typeface="Century Gothic"/>
              <a:sym typeface="Century Gothic"/>
            </a:endParaRPr>
          </a:p>
          <a:p>
            <a:pPr indent="0" lvl="0" marL="0" marR="0" rtl="0" algn="l">
              <a:lnSpc>
                <a:spcPct val="80000"/>
              </a:lnSpc>
              <a:spcBef>
                <a:spcPts val="1000"/>
              </a:spcBef>
              <a:spcAft>
                <a:spcPts val="0"/>
              </a:spcAft>
              <a:buClr>
                <a:schemeClr val="dk1"/>
              </a:buClr>
              <a:buSzPts val="358"/>
              <a:buFont typeface="Arial"/>
              <a:buNone/>
            </a:pPr>
            <a:r>
              <a:t/>
            </a:r>
            <a:endParaRPr i="0" sz="1150" u="none" cap="none" strike="noStrike">
              <a:solidFill>
                <a:schemeClr val="lt1"/>
              </a:solidFill>
              <a:latin typeface="Century Gothic"/>
              <a:ea typeface="Century Gothic"/>
              <a:cs typeface="Century Gothic"/>
              <a:sym typeface="Century Gothic"/>
            </a:endParaRPr>
          </a:p>
          <a:p>
            <a:pPr indent="0" lvl="0" marL="0" marR="0" rtl="0" algn="l">
              <a:lnSpc>
                <a:spcPct val="80000"/>
              </a:lnSpc>
              <a:spcBef>
                <a:spcPts val="1000"/>
              </a:spcBef>
              <a:spcAft>
                <a:spcPts val="0"/>
              </a:spcAft>
              <a:buClr>
                <a:schemeClr val="dk1"/>
              </a:buClr>
              <a:buSzPts val="358"/>
              <a:buFont typeface="Arial"/>
              <a:buNone/>
            </a:pPr>
            <a:r>
              <a:rPr i="0" lang="en" sz="1150" u="none" cap="none" strike="noStrike">
                <a:solidFill>
                  <a:schemeClr val="lt1"/>
                </a:solidFill>
                <a:latin typeface="Century Gothic"/>
                <a:ea typeface="Century Gothic"/>
                <a:cs typeface="Century Gothic"/>
                <a:sym typeface="Century Gothic"/>
              </a:rPr>
              <a:t>    client1.get_service()</a:t>
            </a:r>
            <a:endParaRPr i="0" sz="1150" u="none" cap="none" strike="noStrike">
              <a:solidFill>
                <a:schemeClr val="lt1"/>
              </a:solidFill>
              <a:latin typeface="Century Gothic"/>
              <a:ea typeface="Century Gothic"/>
              <a:cs typeface="Century Gothic"/>
              <a:sym typeface="Century Gothic"/>
            </a:endParaRPr>
          </a:p>
          <a:p>
            <a:pPr indent="0" lvl="0" marL="0" marR="0" rtl="0" algn="l">
              <a:lnSpc>
                <a:spcPct val="80000"/>
              </a:lnSpc>
              <a:spcBef>
                <a:spcPts val="1000"/>
              </a:spcBef>
              <a:spcAft>
                <a:spcPts val="0"/>
              </a:spcAft>
              <a:buClr>
                <a:schemeClr val="dk1"/>
              </a:buClr>
              <a:buSzPts val="358"/>
              <a:buFont typeface="Arial"/>
              <a:buNone/>
            </a:pPr>
            <a:r>
              <a:rPr i="0" lang="en" sz="1150" u="none" cap="none" strike="noStrike">
                <a:solidFill>
                  <a:schemeClr val="lt1"/>
                </a:solidFill>
                <a:latin typeface="Century Gothic"/>
                <a:ea typeface="Century Gothic"/>
                <a:cs typeface="Century Gothic"/>
                <a:sym typeface="Century Gothic"/>
              </a:rPr>
              <a:t>    client2.get_service()</a:t>
            </a:r>
            <a:endParaRPr i="0" sz="1150" u="none" cap="none" strike="noStrike">
              <a:solidFill>
                <a:schemeClr val="lt1"/>
              </a:solidFill>
              <a:latin typeface="Century Gothic"/>
              <a:ea typeface="Century Gothic"/>
              <a:cs typeface="Century Gothic"/>
              <a:sym typeface="Century Gothic"/>
            </a:endParaRPr>
          </a:p>
          <a:p>
            <a:pPr indent="0" lvl="0" marL="0" marR="0" rtl="0" algn="l">
              <a:lnSpc>
                <a:spcPct val="80000"/>
              </a:lnSpc>
              <a:spcBef>
                <a:spcPts val="1000"/>
              </a:spcBef>
              <a:spcAft>
                <a:spcPts val="0"/>
              </a:spcAft>
              <a:buClr>
                <a:schemeClr val="dk1"/>
              </a:buClr>
              <a:buSzPts val="358"/>
              <a:buFont typeface="Arial"/>
              <a:buNone/>
            </a:pPr>
            <a:r>
              <a:rPr i="0" lang="en" sz="1150" u="none" cap="none" strike="noStrike">
                <a:solidFill>
                  <a:schemeClr val="lt1"/>
                </a:solidFill>
                <a:latin typeface="Century Gothic"/>
                <a:ea typeface="Century Gothic"/>
                <a:cs typeface="Century Gothic"/>
                <a:sym typeface="Century Gothic"/>
              </a:rPr>
              <a:t>    client3.get_service()</a:t>
            </a:r>
            <a:endParaRPr i="0" sz="1150" u="none" cap="none" strike="noStrike">
              <a:solidFill>
                <a:schemeClr val="lt1"/>
              </a:solidFill>
              <a:latin typeface="Century Gothic"/>
              <a:ea typeface="Century Gothic"/>
              <a:cs typeface="Century Gothic"/>
              <a:sym typeface="Century Gothic"/>
            </a:endParaRPr>
          </a:p>
          <a:p>
            <a:pPr indent="0" lvl="0" marL="0" marR="0" rtl="0" algn="l">
              <a:lnSpc>
                <a:spcPct val="80000"/>
              </a:lnSpc>
              <a:spcBef>
                <a:spcPts val="1000"/>
              </a:spcBef>
              <a:spcAft>
                <a:spcPts val="0"/>
              </a:spcAft>
              <a:buClr>
                <a:schemeClr val="dk1"/>
              </a:buClr>
              <a:buSzPts val="358"/>
              <a:buFont typeface="Arial"/>
              <a:buNone/>
            </a:pPr>
            <a:r>
              <a:rPr i="0" lang="en" sz="1150" u="none" cap="none" strike="noStrike">
                <a:solidFill>
                  <a:schemeClr val="lt1"/>
                </a:solidFill>
                <a:latin typeface="Century Gothic"/>
                <a:ea typeface="Century Gothic"/>
                <a:cs typeface="Century Gothic"/>
                <a:sym typeface="Century Gothic"/>
              </a:rPr>
              <a:t>    print(client1 </a:t>
            </a:r>
            <a:r>
              <a:rPr i="0" lang="en" sz="1150" u="none" cap="none" strike="noStrike">
                <a:solidFill>
                  <a:srgbClr val="0000FF"/>
                </a:solidFill>
                <a:latin typeface="Century Gothic"/>
                <a:ea typeface="Century Gothic"/>
                <a:cs typeface="Century Gothic"/>
                <a:sym typeface="Century Gothic"/>
              </a:rPr>
              <a:t>is</a:t>
            </a:r>
            <a:r>
              <a:rPr i="0" lang="en" sz="1150" u="none" cap="none" strike="noStrike">
                <a:solidFill>
                  <a:schemeClr val="lt1"/>
                </a:solidFill>
                <a:latin typeface="Century Gothic"/>
                <a:ea typeface="Century Gothic"/>
                <a:cs typeface="Century Gothic"/>
                <a:sym typeface="Century Gothic"/>
              </a:rPr>
              <a:t> client2 </a:t>
            </a:r>
            <a:r>
              <a:rPr i="0" lang="en" sz="1150" u="none" cap="none" strike="noStrike">
                <a:solidFill>
                  <a:srgbClr val="0000FF"/>
                </a:solidFill>
                <a:latin typeface="Century Gothic"/>
                <a:ea typeface="Century Gothic"/>
                <a:cs typeface="Century Gothic"/>
                <a:sym typeface="Century Gothic"/>
              </a:rPr>
              <a:t>is</a:t>
            </a:r>
            <a:r>
              <a:rPr i="0" lang="en" sz="1150" u="none" cap="none" strike="noStrike">
                <a:solidFill>
                  <a:schemeClr val="lt1"/>
                </a:solidFill>
                <a:latin typeface="Century Gothic"/>
                <a:ea typeface="Century Gothic"/>
                <a:cs typeface="Century Gothic"/>
                <a:sym typeface="Century Gothic"/>
              </a:rPr>
              <a:t> client3)</a:t>
            </a:r>
            <a:endParaRPr i="0" sz="1150" u="none" cap="none" strike="noStrike">
              <a:solidFill>
                <a:schemeClr val="lt1"/>
              </a:solidFill>
              <a:latin typeface="Century Gothic"/>
              <a:ea typeface="Century Gothic"/>
              <a:cs typeface="Century Gothic"/>
              <a:sym typeface="Century Gothic"/>
            </a:endParaRPr>
          </a:p>
          <a:p>
            <a:pPr indent="0" lvl="0" marL="0" marR="0" rtl="0" algn="l">
              <a:lnSpc>
                <a:spcPct val="80000"/>
              </a:lnSpc>
              <a:spcBef>
                <a:spcPts val="1000"/>
              </a:spcBef>
              <a:spcAft>
                <a:spcPts val="0"/>
              </a:spcAft>
              <a:buClr>
                <a:schemeClr val="dk1"/>
              </a:buClr>
              <a:buSzPts val="358"/>
              <a:buFont typeface="Arial"/>
              <a:buNone/>
            </a:pPr>
            <a:r>
              <a:t/>
            </a:r>
            <a:endParaRPr i="0" sz="1150" u="none" cap="none" strike="noStrike">
              <a:solidFill>
                <a:schemeClr val="lt1"/>
              </a:solidFill>
              <a:latin typeface="Century Gothic"/>
              <a:ea typeface="Century Gothic"/>
              <a:cs typeface="Century Gothic"/>
              <a:sym typeface="Century Gothic"/>
            </a:endParaRPr>
          </a:p>
          <a:p>
            <a:pPr indent="0" lvl="0" marL="0" marR="0" rtl="0" algn="l">
              <a:lnSpc>
                <a:spcPct val="80000"/>
              </a:lnSpc>
              <a:spcBef>
                <a:spcPts val="1000"/>
              </a:spcBef>
              <a:spcAft>
                <a:spcPts val="0"/>
              </a:spcAft>
              <a:buClr>
                <a:schemeClr val="dk1"/>
              </a:buClr>
              <a:buSzPts val="358"/>
              <a:buFont typeface="Arial"/>
              <a:buNone/>
            </a:pPr>
            <a:r>
              <a:t/>
            </a:r>
            <a:endParaRPr i="0" sz="115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2000"/>
              <a:buFont typeface="Arial"/>
              <a:buNone/>
            </a:pPr>
            <a:r>
              <a:t/>
            </a:r>
            <a:endParaRPr i="0" sz="1900" u="none" cap="none" strike="noStrike">
              <a:solidFill>
                <a:schemeClr val="lt1"/>
              </a:solidFill>
              <a:latin typeface="Century Gothic"/>
              <a:ea typeface="Century Gothic"/>
              <a:cs typeface="Century Gothic"/>
              <a:sym typeface="Century Gothic"/>
            </a:endParaRPr>
          </a:p>
        </p:txBody>
      </p:sp>
      <p:sp>
        <p:nvSpPr>
          <p:cNvPr id="293" name="Google Shape;293;g3761d991d44_1_17"/>
          <p:cNvSpPr txBox="1"/>
          <p:nvPr/>
        </p:nvSpPr>
        <p:spPr>
          <a:xfrm>
            <a:off x="4668800" y="4017525"/>
            <a:ext cx="4404600" cy="10788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i="0" lang="en" sz="1100" u="none" cap="none" strike="noStrike">
                <a:solidFill>
                  <a:schemeClr val="lt1"/>
                </a:solidFill>
                <a:latin typeface="Century Gothic"/>
                <a:ea typeface="Century Gothic"/>
                <a:cs typeface="Century Gothic"/>
                <a:sym typeface="Century Gothic"/>
              </a:rPr>
              <a:t>OUTPUT=&gt;</a:t>
            </a:r>
            <a:endParaRPr i="0" sz="11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250"/>
              <a:buFont typeface="Arial"/>
              <a:buNone/>
            </a:pPr>
            <a:r>
              <a:rPr i="0" lang="en" sz="1150" u="none" cap="none" strike="noStrike">
                <a:solidFill>
                  <a:schemeClr val="lt1"/>
                </a:solidFill>
                <a:latin typeface="Century Gothic"/>
                <a:ea typeface="Century Gothic"/>
                <a:cs typeface="Century Gothic"/>
                <a:sym typeface="Century Gothic"/>
              </a:rPr>
              <a:t>instance creating</a:t>
            </a:r>
            <a:endParaRPr i="0" sz="11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chemeClr val="dk1"/>
              </a:buClr>
              <a:buSzPts val="1100"/>
              <a:buFont typeface="Arial"/>
              <a:buNone/>
            </a:pPr>
            <a:r>
              <a:rPr i="0" lang="en" sz="1100" u="none" cap="none" strike="noStrike">
                <a:solidFill>
                  <a:schemeClr val="lt1"/>
                </a:solidFill>
                <a:latin typeface="Century Gothic"/>
                <a:ea typeface="Century Gothic"/>
                <a:cs typeface="Century Gothic"/>
                <a:sym typeface="Century Gothic"/>
              </a:rPr>
              <a:t>Service has been provided by the Singleton instance.</a:t>
            </a:r>
            <a:endParaRPr i="0" sz="11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chemeClr val="dk1"/>
              </a:buClr>
              <a:buSzPts val="1100"/>
              <a:buFont typeface="Arial"/>
              <a:buNone/>
            </a:pPr>
            <a:r>
              <a:rPr i="0" lang="en" sz="1100" u="none" cap="none" strike="noStrike">
                <a:solidFill>
                  <a:schemeClr val="lt1"/>
                </a:solidFill>
                <a:latin typeface="Century Gothic"/>
                <a:ea typeface="Century Gothic"/>
                <a:cs typeface="Century Gothic"/>
                <a:sym typeface="Century Gothic"/>
              </a:rPr>
              <a:t>Service has been provided by the Singleton instance.</a:t>
            </a:r>
            <a:endParaRPr i="0" sz="11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chemeClr val="dk1"/>
              </a:buClr>
              <a:buSzPts val="1100"/>
              <a:buFont typeface="Arial"/>
              <a:buNone/>
            </a:pPr>
            <a:r>
              <a:rPr i="0" lang="en" sz="1100" u="none" cap="none" strike="noStrike">
                <a:solidFill>
                  <a:schemeClr val="lt1"/>
                </a:solidFill>
                <a:latin typeface="Century Gothic"/>
                <a:ea typeface="Century Gothic"/>
                <a:cs typeface="Century Gothic"/>
                <a:sym typeface="Century Gothic"/>
              </a:rPr>
              <a:t>Service has been provided by the Singleton instance.</a:t>
            </a:r>
            <a:endParaRPr i="0" sz="11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chemeClr val="dk1"/>
              </a:buClr>
              <a:buSzPts val="1100"/>
              <a:buFont typeface="Arial"/>
              <a:buNone/>
            </a:pPr>
            <a:r>
              <a:rPr i="0" lang="en" sz="1100" u="none" cap="none" strike="noStrike">
                <a:solidFill>
                  <a:schemeClr val="lt1"/>
                </a:solidFill>
                <a:latin typeface="Century Gothic"/>
                <a:ea typeface="Century Gothic"/>
                <a:cs typeface="Century Gothic"/>
                <a:sym typeface="Century Gothic"/>
              </a:rPr>
              <a:t>True</a:t>
            </a:r>
            <a:endParaRPr i="0" sz="11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200"/>
              <a:buFont typeface="Arial"/>
              <a:buNone/>
            </a:pPr>
            <a:r>
              <a:t/>
            </a:r>
            <a:endParaRPr i="0" sz="1100" u="none" cap="none" strike="noStrike">
              <a:solidFill>
                <a:schemeClr val="lt1"/>
              </a:solidFill>
              <a:latin typeface="Century Gothic"/>
              <a:ea typeface="Century Gothic"/>
              <a:cs typeface="Century Gothic"/>
              <a:sym typeface="Century Gothic"/>
            </a:endParaRPr>
          </a:p>
        </p:txBody>
      </p:sp>
      <p:sp>
        <p:nvSpPr>
          <p:cNvPr id="294" name="Google Shape;294;g3761d991d44_1_17"/>
          <p:cNvSpPr txBox="1"/>
          <p:nvPr/>
        </p:nvSpPr>
        <p:spPr>
          <a:xfrm>
            <a:off x="166650" y="3585525"/>
            <a:ext cx="4108200" cy="1510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lang="en" sz="1100">
                <a:solidFill>
                  <a:schemeClr val="lt1"/>
                </a:solidFill>
                <a:latin typeface="Century Gothic"/>
                <a:ea typeface="Century Gothic"/>
                <a:cs typeface="Century Gothic"/>
                <a:sym typeface="Century Gothic"/>
              </a:rPr>
              <a:t>The __init__ method is called after the object is created by the __new__ method, and it initializes the object attributes with the values passed as arguments.</a:t>
            </a:r>
            <a:endParaRPr b="1" sz="1100">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200"/>
              <a:buFont typeface="Arial"/>
              <a:buNone/>
            </a:pPr>
            <a:r>
              <a:t/>
            </a:r>
            <a:endParaRPr b="1" sz="1100">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200"/>
              <a:buFont typeface="Arial"/>
              <a:buNone/>
            </a:pPr>
            <a:r>
              <a:rPr b="1" lang="en" sz="1100">
                <a:solidFill>
                  <a:schemeClr val="lt1"/>
                </a:solidFill>
                <a:latin typeface="Century Gothic"/>
                <a:ea typeface="Century Gothic"/>
                <a:cs typeface="Century Gothic"/>
                <a:sym typeface="Century Gothic"/>
              </a:rPr>
              <a:t>__new__ is responsible for creating and returning a new instance, while __init__ is responsible for initializing the attributes of the newly created object.</a:t>
            </a:r>
            <a:endParaRPr b="1" sz="1100">
              <a:solidFill>
                <a:schemeClr val="lt1"/>
              </a:solidFill>
              <a:latin typeface="Century Gothic"/>
              <a:ea typeface="Century Gothic"/>
              <a:cs typeface="Century Gothic"/>
              <a:sym typeface="Century Gothic"/>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g3761d991d44_1_27"/>
          <p:cNvSpPr txBox="1"/>
          <p:nvPr>
            <p:ph type="title"/>
          </p:nvPr>
        </p:nvSpPr>
        <p:spPr>
          <a:xfrm>
            <a:off x="484710" y="254654"/>
            <a:ext cx="7055400" cy="787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
              <a:t>BASIC</a:t>
            </a:r>
            <a:endParaRPr/>
          </a:p>
        </p:txBody>
      </p:sp>
      <p:sp>
        <p:nvSpPr>
          <p:cNvPr id="301" name="Google Shape;301;g3761d991d44_1_27"/>
          <p:cNvSpPr txBox="1"/>
          <p:nvPr>
            <p:ph idx="1" type="body"/>
          </p:nvPr>
        </p:nvSpPr>
        <p:spPr>
          <a:xfrm>
            <a:off x="484700" y="835300"/>
            <a:ext cx="8139300" cy="4155900"/>
          </a:xfrm>
          <a:prstGeom prst="rect">
            <a:avLst/>
          </a:prstGeom>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440"/>
              <a:buFont typeface="Arial"/>
              <a:buNone/>
            </a:pPr>
            <a:r>
              <a:rPr lang="en" sz="1400"/>
              <a:t>Instantiation: __new__() is responsible for creating a new instance of the class. It allocates memory and prepares the object.</a:t>
            </a:r>
            <a:endParaRPr sz="1400"/>
          </a:p>
          <a:p>
            <a:pPr indent="0" lvl="0" marL="0" rtl="0" algn="l">
              <a:lnSpc>
                <a:spcPct val="100000"/>
              </a:lnSpc>
              <a:spcBef>
                <a:spcPts val="0"/>
              </a:spcBef>
              <a:spcAft>
                <a:spcPts val="0"/>
              </a:spcAft>
              <a:buClr>
                <a:schemeClr val="dk1"/>
              </a:buClr>
              <a:buSzPts val="440"/>
              <a:buFont typeface="Arial"/>
              <a:buNone/>
            </a:pPr>
            <a:r>
              <a:rPr lang="en" sz="1400"/>
              <a:t>Initialization: After __new__() returns the new instance, the __init__() method is called to initialize the object’s state.</a:t>
            </a:r>
            <a:endParaRPr sz="1400"/>
          </a:p>
          <a:p>
            <a:pPr indent="0" lvl="0" marL="0" rtl="0" algn="l">
              <a:lnSpc>
                <a:spcPct val="100000"/>
              </a:lnSpc>
              <a:spcBef>
                <a:spcPts val="0"/>
              </a:spcBef>
              <a:spcAft>
                <a:spcPts val="0"/>
              </a:spcAft>
              <a:buClr>
                <a:schemeClr val="dk1"/>
              </a:buClr>
              <a:buSzPts val="440"/>
              <a:buFont typeface="Arial"/>
              <a:buNone/>
            </a:pPr>
            <a:r>
              <a:rPr lang="en" sz="1400"/>
              <a:t>Example:</a:t>
            </a:r>
            <a:endParaRPr sz="1400"/>
          </a:p>
          <a:p>
            <a:pPr indent="0" lvl="0" marL="0" rtl="0" algn="l">
              <a:lnSpc>
                <a:spcPct val="100000"/>
              </a:lnSpc>
              <a:spcBef>
                <a:spcPts val="0"/>
              </a:spcBef>
              <a:spcAft>
                <a:spcPts val="0"/>
              </a:spcAft>
              <a:buClr>
                <a:schemeClr val="dk1"/>
              </a:buClr>
              <a:buSzPts val="440"/>
              <a:buFont typeface="Arial"/>
              <a:buNone/>
            </a:pPr>
            <a:r>
              <a:rPr lang="en" sz="1400">
                <a:latin typeface="Courier New"/>
                <a:ea typeface="Courier New"/>
                <a:cs typeface="Courier New"/>
                <a:sym typeface="Courier New"/>
              </a:rPr>
              <a:t>class MyClass:</a:t>
            </a:r>
            <a:endParaRPr sz="14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440"/>
              <a:buFont typeface="Arial"/>
              <a:buNone/>
            </a:pPr>
            <a:r>
              <a:rPr lang="en" sz="1400">
                <a:latin typeface="Courier New"/>
                <a:ea typeface="Courier New"/>
                <a:cs typeface="Courier New"/>
                <a:sym typeface="Courier New"/>
              </a:rPr>
              <a:t>    def __new__(cls, *args, **kwargs):</a:t>
            </a:r>
            <a:endParaRPr sz="14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440"/>
              <a:buFont typeface="Arial"/>
              <a:buNone/>
            </a:pPr>
            <a:r>
              <a:rPr lang="en" sz="1400">
                <a:latin typeface="Courier New"/>
                <a:ea typeface="Courier New"/>
                <a:cs typeface="Courier New"/>
                <a:sym typeface="Courier New"/>
              </a:rPr>
              <a:t>        instance = super(MyClass, cls).__new__(cls)</a:t>
            </a:r>
            <a:endParaRPr sz="14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440"/>
              <a:buFont typeface="Arial"/>
              <a:buNone/>
            </a:pPr>
            <a:r>
              <a:rPr lang="en" sz="1400">
                <a:latin typeface="Courier New"/>
                <a:ea typeface="Courier New"/>
                <a:cs typeface="Courier New"/>
                <a:sym typeface="Courier New"/>
              </a:rPr>
              <a:t>        print("Instance created")</a:t>
            </a:r>
            <a:endParaRPr sz="1400">
              <a:latin typeface="Courier New"/>
              <a:ea typeface="Courier New"/>
              <a:cs typeface="Courier New"/>
              <a:sym typeface="Courier New"/>
            </a:endParaRPr>
          </a:p>
          <a:p>
            <a:pPr indent="0" lvl="0" marL="0" rtl="0" algn="l">
              <a:lnSpc>
                <a:spcPct val="100000"/>
              </a:lnSpc>
              <a:spcBef>
                <a:spcPts val="0"/>
              </a:spcBef>
              <a:spcAft>
                <a:spcPts val="0"/>
              </a:spcAft>
              <a:buSzPts val="440"/>
              <a:buNone/>
            </a:pPr>
            <a:r>
              <a:rPr lang="en" sz="1400">
                <a:latin typeface="Courier New"/>
                <a:ea typeface="Courier New"/>
                <a:cs typeface="Courier New"/>
                <a:sym typeface="Courier New"/>
              </a:rPr>
              <a:t>        return instance</a:t>
            </a:r>
            <a:endParaRPr sz="14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440"/>
              <a:buFont typeface="Arial"/>
              <a:buNone/>
            </a:pPr>
            <a:r>
              <a:t/>
            </a:r>
            <a:endParaRPr sz="14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440"/>
              <a:buFont typeface="Arial"/>
              <a:buNone/>
            </a:pPr>
            <a:r>
              <a:rPr lang="en" sz="1400">
                <a:latin typeface="Courier New"/>
                <a:ea typeface="Courier New"/>
                <a:cs typeface="Courier New"/>
                <a:sym typeface="Courier New"/>
              </a:rPr>
              <a:t>    def __init__(self, value):</a:t>
            </a:r>
            <a:endParaRPr sz="14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440"/>
              <a:buFont typeface="Arial"/>
              <a:buNone/>
            </a:pPr>
            <a:r>
              <a:rPr lang="en" sz="1400">
                <a:latin typeface="Courier New"/>
                <a:ea typeface="Courier New"/>
                <a:cs typeface="Courier New"/>
                <a:sym typeface="Courier New"/>
              </a:rPr>
              <a:t>        self.value = value</a:t>
            </a:r>
            <a:endParaRPr sz="14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440"/>
              <a:buFont typeface="Arial"/>
              <a:buNone/>
            </a:pPr>
            <a:r>
              <a:rPr lang="en" sz="1400">
                <a:latin typeface="Courier New"/>
                <a:ea typeface="Courier New"/>
                <a:cs typeface="Courier New"/>
                <a:sym typeface="Courier New"/>
              </a:rPr>
              <a:t>        print("Instance initialized")</a:t>
            </a:r>
            <a:endParaRPr sz="14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440"/>
              <a:buFont typeface="Arial"/>
              <a:buNone/>
            </a:pPr>
            <a:r>
              <a:t/>
            </a:r>
            <a:endParaRPr sz="14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440"/>
              <a:buFont typeface="Arial"/>
              <a:buNone/>
            </a:pPr>
            <a:r>
              <a:rPr lang="en" sz="1400">
                <a:latin typeface="Courier New"/>
                <a:ea typeface="Courier New"/>
                <a:cs typeface="Courier New"/>
                <a:sym typeface="Courier New"/>
              </a:rPr>
              <a:t>obj = MyClass(10)</a:t>
            </a:r>
            <a:endParaRPr sz="14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440"/>
              <a:buFont typeface="Arial"/>
              <a:buNone/>
            </a:pPr>
            <a:r>
              <a:rPr lang="en" sz="1400">
                <a:latin typeface="Courier New"/>
                <a:ea typeface="Courier New"/>
                <a:cs typeface="Courier New"/>
                <a:sym typeface="Courier New"/>
              </a:rPr>
              <a:t># Output:</a:t>
            </a:r>
            <a:endParaRPr sz="14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440"/>
              <a:buFont typeface="Arial"/>
              <a:buNone/>
            </a:pPr>
            <a:r>
              <a:rPr lang="en" sz="1400">
                <a:latin typeface="Courier New"/>
                <a:ea typeface="Courier New"/>
                <a:cs typeface="Courier New"/>
                <a:sym typeface="Courier New"/>
              </a:rPr>
              <a:t># Instance created</a:t>
            </a:r>
            <a:endParaRPr sz="1400">
              <a:latin typeface="Courier New"/>
              <a:ea typeface="Courier New"/>
              <a:cs typeface="Courier New"/>
              <a:sym typeface="Courier New"/>
            </a:endParaRPr>
          </a:p>
          <a:p>
            <a:pPr indent="0" lvl="0" marL="0" rtl="0" algn="l">
              <a:lnSpc>
                <a:spcPct val="100000"/>
              </a:lnSpc>
              <a:spcBef>
                <a:spcPts val="0"/>
              </a:spcBef>
              <a:spcAft>
                <a:spcPts val="0"/>
              </a:spcAft>
              <a:buSzPts val="440"/>
              <a:buNone/>
            </a:pPr>
            <a:r>
              <a:rPr lang="en" sz="1400">
                <a:latin typeface="Courier New"/>
                <a:ea typeface="Courier New"/>
                <a:cs typeface="Courier New"/>
                <a:sym typeface="Courier New"/>
              </a:rPr>
              <a:t># Instance initialized</a:t>
            </a:r>
            <a:endParaRPr sz="1400">
              <a:latin typeface="Courier New"/>
              <a:ea typeface="Courier New"/>
              <a:cs typeface="Courier New"/>
              <a:sym typeface="Courier New"/>
            </a:endParaRPr>
          </a:p>
        </p:txBody>
      </p:sp>
      <p:sp>
        <p:nvSpPr>
          <p:cNvPr id="302" name="Google Shape;302;g3761d991d44_1_27"/>
          <p:cNvSpPr txBox="1"/>
          <p:nvPr>
            <p:ph idx="12" type="sldNum"/>
          </p:nvPr>
        </p:nvSpPr>
        <p:spPr>
          <a:xfrm>
            <a:off x="7766431" y="166352"/>
            <a:ext cx="628800" cy="431700"/>
          </a:xfrm>
          <a:prstGeom prst="rect">
            <a:avLst/>
          </a:prstGeom>
        </p:spPr>
        <p:txBody>
          <a:bodyPr anchorCtr="0" anchor="b" bIns="45700" lIns="91425" spcFirstLastPara="1" rIns="91425" wrap="square" tIns="45700">
            <a:noAutofit/>
          </a:bodyPr>
          <a:lstStyle/>
          <a:p>
            <a:pPr indent="0" lvl="0" marL="0" rtl="0" algn="ctr">
              <a:spcBef>
                <a:spcPts val="0"/>
              </a:spcBef>
              <a:spcAft>
                <a:spcPts val="0"/>
              </a:spcAft>
              <a:buClr>
                <a:srgbClr val="000000"/>
              </a:buClr>
              <a:buSzPts val="2801"/>
              <a:buFont typeface="Arial"/>
              <a:buNone/>
            </a:pPr>
            <a:fld id="{00000000-1234-1234-1234-123412341234}" type="slidenum">
              <a:rPr lang="en" sz="2801">
                <a:solidFill>
                  <a:schemeClr val="lt1"/>
                </a:solidFill>
                <a:latin typeface="Century Gothic"/>
                <a:ea typeface="Century Gothic"/>
                <a:cs typeface="Century Gothic"/>
                <a:sym typeface="Century Gothic"/>
              </a:rPr>
              <a:t>‹#›</a:t>
            </a:fld>
            <a:endParaRPr sz="2801">
              <a:solidFill>
                <a:schemeClr val="lt1"/>
              </a:solidFill>
              <a:latin typeface="Century Gothic"/>
              <a:ea typeface="Century Gothic"/>
              <a:cs typeface="Century Gothic"/>
              <a:sym typeface="Century Gothic"/>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g3761d991d44_1_34"/>
          <p:cNvSpPr txBox="1"/>
          <p:nvPr>
            <p:ph type="title"/>
          </p:nvPr>
        </p:nvSpPr>
        <p:spPr>
          <a:xfrm>
            <a:off x="465000" y="88292"/>
            <a:ext cx="6925200" cy="575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
              <a:t>Singleton Pattern(EX-2)</a:t>
            </a:r>
            <a:endParaRPr/>
          </a:p>
          <a:p>
            <a:pPr indent="0" lvl="0" marL="0" rtl="0" algn="l">
              <a:lnSpc>
                <a:spcPct val="100000"/>
              </a:lnSpc>
              <a:spcBef>
                <a:spcPts val="0"/>
              </a:spcBef>
              <a:spcAft>
                <a:spcPts val="0"/>
              </a:spcAft>
              <a:buSzPts val="1800"/>
              <a:buNone/>
            </a:pPr>
            <a:r>
              <a:t/>
            </a:r>
            <a:endParaRPr/>
          </a:p>
        </p:txBody>
      </p:sp>
      <p:sp>
        <p:nvSpPr>
          <p:cNvPr id="309" name="Google Shape;309;g3761d991d44_1_34"/>
          <p:cNvSpPr txBox="1"/>
          <p:nvPr>
            <p:ph idx="1" type="body"/>
          </p:nvPr>
        </p:nvSpPr>
        <p:spPr>
          <a:xfrm>
            <a:off x="167500" y="998438"/>
            <a:ext cx="4719900" cy="31467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1000"/>
              </a:spcBef>
              <a:spcAft>
                <a:spcPts val="0"/>
              </a:spcAft>
              <a:buClr>
                <a:schemeClr val="dk1"/>
              </a:buClr>
              <a:buSzPts val="275"/>
              <a:buFont typeface="Arial"/>
              <a:buNone/>
            </a:pPr>
            <a:r>
              <a:rPr lang="en" sz="1300"/>
              <a:t>class HelpDesk:</a:t>
            </a:r>
            <a:endParaRPr sz="1300"/>
          </a:p>
          <a:p>
            <a:pPr indent="0" lvl="0" marL="0" rtl="0" algn="l">
              <a:lnSpc>
                <a:spcPct val="80000"/>
              </a:lnSpc>
              <a:spcBef>
                <a:spcPts val="1000"/>
              </a:spcBef>
              <a:spcAft>
                <a:spcPts val="0"/>
              </a:spcAft>
              <a:buClr>
                <a:schemeClr val="dk1"/>
              </a:buClr>
              <a:buSzPts val="275"/>
              <a:buFont typeface="Arial"/>
              <a:buNone/>
            </a:pPr>
            <a:r>
              <a:rPr lang="en" sz="1300"/>
              <a:t>    _instance = None</a:t>
            </a:r>
            <a:endParaRPr sz="1300"/>
          </a:p>
          <a:p>
            <a:pPr indent="0" lvl="0" marL="0" rtl="0" algn="l">
              <a:lnSpc>
                <a:spcPct val="80000"/>
              </a:lnSpc>
              <a:spcBef>
                <a:spcPts val="1000"/>
              </a:spcBef>
              <a:spcAft>
                <a:spcPts val="0"/>
              </a:spcAft>
              <a:buClr>
                <a:schemeClr val="dk1"/>
              </a:buClr>
              <a:buSzPts val="275"/>
              <a:buFont typeface="Arial"/>
              <a:buNone/>
            </a:pPr>
            <a:r>
              <a:rPr lang="en" sz="1300"/>
              <a:t>    def __new__(cls):</a:t>
            </a:r>
            <a:endParaRPr sz="1300"/>
          </a:p>
          <a:p>
            <a:pPr indent="0" lvl="0" marL="0" rtl="0" algn="l">
              <a:lnSpc>
                <a:spcPct val="80000"/>
              </a:lnSpc>
              <a:spcBef>
                <a:spcPts val="1000"/>
              </a:spcBef>
              <a:spcAft>
                <a:spcPts val="0"/>
              </a:spcAft>
              <a:buClr>
                <a:schemeClr val="dk1"/>
              </a:buClr>
              <a:buSzPts val="275"/>
              <a:buFont typeface="Arial"/>
              <a:buNone/>
            </a:pPr>
            <a:r>
              <a:rPr lang="en" sz="1300"/>
              <a:t>        if cls._instance is None:</a:t>
            </a:r>
            <a:endParaRPr sz="1300"/>
          </a:p>
          <a:p>
            <a:pPr indent="0" lvl="0" marL="0" rtl="0" algn="l">
              <a:lnSpc>
                <a:spcPct val="80000"/>
              </a:lnSpc>
              <a:spcBef>
                <a:spcPts val="1000"/>
              </a:spcBef>
              <a:spcAft>
                <a:spcPts val="0"/>
              </a:spcAft>
              <a:buClr>
                <a:schemeClr val="dk1"/>
              </a:buClr>
              <a:buSzPts val="275"/>
              <a:buFont typeface="Arial"/>
              <a:buNone/>
            </a:pPr>
            <a:r>
              <a:rPr lang="en" sz="1300"/>
              <a:t>            print('Creating the HelpDesk instance')</a:t>
            </a:r>
            <a:endParaRPr sz="1300"/>
          </a:p>
          <a:p>
            <a:pPr indent="0" lvl="0" marL="0" rtl="0" algn="l">
              <a:lnSpc>
                <a:spcPct val="80000"/>
              </a:lnSpc>
              <a:spcBef>
                <a:spcPts val="1000"/>
              </a:spcBef>
              <a:spcAft>
                <a:spcPts val="0"/>
              </a:spcAft>
              <a:buClr>
                <a:schemeClr val="dk1"/>
              </a:buClr>
              <a:buSzPts val="275"/>
              <a:buFont typeface="Arial"/>
              <a:buNone/>
            </a:pPr>
            <a:r>
              <a:rPr lang="en" sz="1300"/>
              <a:t>            cls._instance = super(HelpDesk,cls).__new__(cls)</a:t>
            </a:r>
            <a:endParaRPr sz="1300"/>
          </a:p>
          <a:p>
            <a:pPr indent="0" lvl="0" marL="0" rtl="0" algn="l">
              <a:lnSpc>
                <a:spcPct val="80000"/>
              </a:lnSpc>
              <a:spcBef>
                <a:spcPts val="1000"/>
              </a:spcBef>
              <a:spcAft>
                <a:spcPts val="0"/>
              </a:spcAft>
              <a:buClr>
                <a:schemeClr val="dk1"/>
              </a:buClr>
              <a:buSzPts val="275"/>
              <a:buFont typeface="Arial"/>
              <a:buNone/>
            </a:pPr>
            <a:r>
              <a:rPr lang="en" sz="1300"/>
              <a:t>        return cls._instance</a:t>
            </a:r>
            <a:endParaRPr sz="1300"/>
          </a:p>
          <a:p>
            <a:pPr indent="0" lvl="0" marL="0" rtl="0" algn="l">
              <a:lnSpc>
                <a:spcPct val="80000"/>
              </a:lnSpc>
              <a:spcBef>
                <a:spcPts val="1000"/>
              </a:spcBef>
              <a:spcAft>
                <a:spcPts val="0"/>
              </a:spcAft>
              <a:buClr>
                <a:schemeClr val="dk1"/>
              </a:buClr>
              <a:buSzPts val="275"/>
              <a:buFont typeface="Arial"/>
              <a:buNone/>
            </a:pPr>
            <a:r>
              <a:t/>
            </a:r>
            <a:endParaRPr sz="1300"/>
          </a:p>
          <a:p>
            <a:pPr indent="0" lvl="0" marL="0" rtl="0" algn="l">
              <a:lnSpc>
                <a:spcPct val="80000"/>
              </a:lnSpc>
              <a:spcBef>
                <a:spcPts val="1000"/>
              </a:spcBef>
              <a:spcAft>
                <a:spcPts val="0"/>
              </a:spcAft>
              <a:buClr>
                <a:schemeClr val="dk1"/>
              </a:buClr>
              <a:buSzPts val="275"/>
              <a:buFont typeface="Arial"/>
              <a:buNone/>
            </a:pPr>
            <a:r>
              <a:rPr lang="en" sz="1300"/>
              <a:t>    def get_service(self):</a:t>
            </a:r>
            <a:endParaRPr sz="1300"/>
          </a:p>
          <a:p>
            <a:pPr indent="0" lvl="0" marL="0" rtl="0" algn="l">
              <a:lnSpc>
                <a:spcPct val="80000"/>
              </a:lnSpc>
              <a:spcBef>
                <a:spcPts val="1000"/>
              </a:spcBef>
              <a:spcAft>
                <a:spcPts val="0"/>
              </a:spcAft>
              <a:buClr>
                <a:schemeClr val="dk1"/>
              </a:buClr>
              <a:buSzPts val="275"/>
              <a:buFont typeface="Arial"/>
              <a:buNone/>
            </a:pPr>
            <a:r>
              <a:rPr lang="en" sz="1300"/>
              <a:t>        print("Service provided by the HelpDesk.")</a:t>
            </a:r>
            <a:endParaRPr sz="1300"/>
          </a:p>
          <a:p>
            <a:pPr indent="0" lvl="0" marL="0" rtl="0" algn="l">
              <a:lnSpc>
                <a:spcPct val="80000"/>
              </a:lnSpc>
              <a:spcBef>
                <a:spcPts val="1000"/>
              </a:spcBef>
              <a:spcAft>
                <a:spcPts val="0"/>
              </a:spcAft>
              <a:buClr>
                <a:schemeClr val="dk1"/>
              </a:buClr>
              <a:buSzPts val="275"/>
              <a:buFont typeface="Arial"/>
              <a:buNone/>
            </a:pPr>
            <a:r>
              <a:t/>
            </a:r>
            <a:endParaRPr sz="1300"/>
          </a:p>
          <a:p>
            <a:pPr indent="0" lvl="0" marL="0" rtl="0" algn="l">
              <a:lnSpc>
                <a:spcPct val="80000"/>
              </a:lnSpc>
              <a:spcBef>
                <a:spcPts val="1000"/>
              </a:spcBef>
              <a:spcAft>
                <a:spcPts val="0"/>
              </a:spcAft>
              <a:buClr>
                <a:schemeClr val="dk1"/>
              </a:buClr>
              <a:buSzPts val="275"/>
              <a:buFont typeface="Arial"/>
              <a:buNone/>
            </a:pPr>
            <a:r>
              <a:t/>
            </a:r>
            <a:endParaRPr sz="1300"/>
          </a:p>
          <a:p>
            <a:pPr indent="0" lvl="0" marL="0" rtl="0" algn="l">
              <a:lnSpc>
                <a:spcPct val="80000"/>
              </a:lnSpc>
              <a:spcBef>
                <a:spcPts val="1000"/>
              </a:spcBef>
              <a:spcAft>
                <a:spcPts val="0"/>
              </a:spcAft>
              <a:buSzPts val="275"/>
              <a:buNone/>
            </a:pPr>
            <a:r>
              <a:t/>
            </a:r>
            <a:endParaRPr sz="1300"/>
          </a:p>
        </p:txBody>
      </p:sp>
      <p:sp>
        <p:nvSpPr>
          <p:cNvPr id="310" name="Google Shape;310;g3761d991d44_1_34"/>
          <p:cNvSpPr txBox="1"/>
          <p:nvPr>
            <p:ph idx="12" type="sldNum"/>
          </p:nvPr>
        </p:nvSpPr>
        <p:spPr>
          <a:xfrm>
            <a:off x="7766431" y="166352"/>
            <a:ext cx="628800" cy="4317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rgbClr val="000000"/>
              </a:buClr>
              <a:buSzPts val="2801"/>
              <a:buFont typeface="Arial"/>
              <a:buNone/>
            </a:pPr>
            <a:fld id="{00000000-1234-1234-1234-123412341234}" type="slidenum">
              <a:rPr lang="en" sz="2801">
                <a:solidFill>
                  <a:schemeClr val="lt1"/>
                </a:solidFill>
                <a:latin typeface="Century Gothic"/>
                <a:ea typeface="Century Gothic"/>
                <a:cs typeface="Century Gothic"/>
                <a:sym typeface="Century Gothic"/>
              </a:rPr>
              <a:t>‹#›</a:t>
            </a:fld>
            <a:endParaRPr sz="2801">
              <a:solidFill>
                <a:schemeClr val="lt1"/>
              </a:solidFill>
              <a:latin typeface="Century Gothic"/>
              <a:ea typeface="Century Gothic"/>
              <a:cs typeface="Century Gothic"/>
              <a:sym typeface="Century Gothic"/>
            </a:endParaRPr>
          </a:p>
        </p:txBody>
      </p:sp>
      <p:sp>
        <p:nvSpPr>
          <p:cNvPr id="311" name="Google Shape;311;g3761d991d44_1_34"/>
          <p:cNvSpPr txBox="1"/>
          <p:nvPr/>
        </p:nvSpPr>
        <p:spPr>
          <a:xfrm>
            <a:off x="4887325" y="842475"/>
            <a:ext cx="4217400" cy="3377400"/>
          </a:xfrm>
          <a:prstGeom prst="rect">
            <a:avLst/>
          </a:prstGeom>
          <a:noFill/>
          <a:ln>
            <a:noFill/>
          </a:ln>
        </p:spPr>
        <p:txBody>
          <a:bodyPr anchorCtr="0" anchor="t" bIns="91425" lIns="91425" spcFirstLastPara="1" rIns="91425" wrap="square" tIns="91425">
            <a:noAutofit/>
          </a:bodyPr>
          <a:lstStyle/>
          <a:p>
            <a:pPr indent="0" lvl="0" marL="0" marR="0" rtl="0" algn="l">
              <a:lnSpc>
                <a:spcPct val="80000"/>
              </a:lnSpc>
              <a:spcBef>
                <a:spcPts val="1000"/>
              </a:spcBef>
              <a:spcAft>
                <a:spcPts val="0"/>
              </a:spcAft>
              <a:buClr>
                <a:schemeClr val="dk1"/>
              </a:buClr>
              <a:buSzPts val="275"/>
              <a:buFont typeface="Arial"/>
              <a:buNone/>
            </a:pPr>
            <a:r>
              <a:rPr b="0" i="0" lang="en" sz="1300" u="none" cap="none" strike="noStrike">
                <a:solidFill>
                  <a:schemeClr val="lt1"/>
                </a:solidFill>
                <a:latin typeface="Century Gothic"/>
                <a:ea typeface="Century Gothic"/>
                <a:cs typeface="Century Gothic"/>
                <a:sym typeface="Century Gothic"/>
              </a:rPr>
              <a:t># Usage</a:t>
            </a:r>
            <a:endParaRPr b="0" i="0" sz="1300" u="none" cap="none" strike="noStrike">
              <a:solidFill>
                <a:schemeClr val="lt1"/>
              </a:solidFill>
              <a:latin typeface="Century Gothic"/>
              <a:ea typeface="Century Gothic"/>
              <a:cs typeface="Century Gothic"/>
              <a:sym typeface="Century Gothic"/>
            </a:endParaRPr>
          </a:p>
          <a:p>
            <a:pPr indent="0" lvl="0" marL="0" marR="0" rtl="0" algn="l">
              <a:lnSpc>
                <a:spcPct val="80000"/>
              </a:lnSpc>
              <a:spcBef>
                <a:spcPts val="1000"/>
              </a:spcBef>
              <a:spcAft>
                <a:spcPts val="0"/>
              </a:spcAft>
              <a:buClr>
                <a:schemeClr val="dk1"/>
              </a:buClr>
              <a:buSzPts val="275"/>
              <a:buFont typeface="Arial"/>
              <a:buNone/>
            </a:pPr>
            <a:r>
              <a:rPr b="0" i="0" lang="en" sz="1300" u="none" cap="none" strike="noStrike">
                <a:solidFill>
                  <a:schemeClr val="lt1"/>
                </a:solidFill>
                <a:latin typeface="Century Gothic"/>
                <a:ea typeface="Century Gothic"/>
                <a:cs typeface="Century Gothic"/>
                <a:sym typeface="Century Gothic"/>
              </a:rPr>
              <a:t>if __name__ == "__main__":</a:t>
            </a:r>
            <a:endParaRPr b="0" i="0" sz="1300" u="none" cap="none" strike="noStrike">
              <a:solidFill>
                <a:schemeClr val="lt1"/>
              </a:solidFill>
              <a:latin typeface="Century Gothic"/>
              <a:ea typeface="Century Gothic"/>
              <a:cs typeface="Century Gothic"/>
              <a:sym typeface="Century Gothic"/>
            </a:endParaRPr>
          </a:p>
          <a:p>
            <a:pPr indent="0" lvl="0" marL="0" marR="0" rtl="0" algn="l">
              <a:lnSpc>
                <a:spcPct val="80000"/>
              </a:lnSpc>
              <a:spcBef>
                <a:spcPts val="1000"/>
              </a:spcBef>
              <a:spcAft>
                <a:spcPts val="0"/>
              </a:spcAft>
              <a:buClr>
                <a:schemeClr val="dk1"/>
              </a:buClr>
              <a:buSzPts val="275"/>
              <a:buFont typeface="Arial"/>
              <a:buNone/>
            </a:pPr>
            <a:r>
              <a:rPr b="0" i="0" lang="en" sz="1300" u="none" cap="none" strike="noStrike">
                <a:solidFill>
                  <a:schemeClr val="lt1"/>
                </a:solidFill>
                <a:latin typeface="Century Gothic"/>
                <a:ea typeface="Century Gothic"/>
                <a:cs typeface="Century Gothic"/>
                <a:sym typeface="Century Gothic"/>
              </a:rPr>
              <a:t>    </a:t>
            </a:r>
            <a:r>
              <a:rPr b="0" i="0" lang="en" sz="1300" u="none" cap="none" strike="noStrike">
                <a:solidFill>
                  <a:srgbClr val="FF0000"/>
                </a:solidFill>
                <a:latin typeface="Century Gothic"/>
                <a:ea typeface="Century Gothic"/>
                <a:cs typeface="Century Gothic"/>
                <a:sym typeface="Century Gothic"/>
              </a:rPr>
              <a:t>student_help_desk = HelpDesk()</a:t>
            </a:r>
            <a:endParaRPr b="0" i="0" sz="1300" u="none" cap="none" strike="noStrike">
              <a:solidFill>
                <a:srgbClr val="FF0000"/>
              </a:solidFill>
              <a:latin typeface="Century Gothic"/>
              <a:ea typeface="Century Gothic"/>
              <a:cs typeface="Century Gothic"/>
              <a:sym typeface="Century Gothic"/>
            </a:endParaRPr>
          </a:p>
          <a:p>
            <a:pPr indent="0" lvl="0" marL="0" marR="0" rtl="0" algn="l">
              <a:lnSpc>
                <a:spcPct val="80000"/>
              </a:lnSpc>
              <a:spcBef>
                <a:spcPts val="1000"/>
              </a:spcBef>
              <a:spcAft>
                <a:spcPts val="0"/>
              </a:spcAft>
              <a:buClr>
                <a:schemeClr val="dk1"/>
              </a:buClr>
              <a:buSzPts val="275"/>
              <a:buFont typeface="Arial"/>
              <a:buNone/>
            </a:pPr>
            <a:r>
              <a:rPr b="0" i="0" lang="en" sz="1300" u="none" cap="none" strike="noStrike">
                <a:solidFill>
                  <a:srgbClr val="FF0000"/>
                </a:solidFill>
                <a:latin typeface="Century Gothic"/>
                <a:ea typeface="Century Gothic"/>
                <a:cs typeface="Century Gothic"/>
                <a:sym typeface="Century Gothic"/>
              </a:rPr>
              <a:t>    teacher_help_desk = HelpDesk()</a:t>
            </a:r>
            <a:endParaRPr b="0" i="0" sz="1300" u="none" cap="none" strike="noStrike">
              <a:solidFill>
                <a:srgbClr val="FF0000"/>
              </a:solidFill>
              <a:latin typeface="Century Gothic"/>
              <a:ea typeface="Century Gothic"/>
              <a:cs typeface="Century Gothic"/>
              <a:sym typeface="Century Gothic"/>
            </a:endParaRPr>
          </a:p>
          <a:p>
            <a:pPr indent="0" lvl="0" marL="0" marR="0" rtl="0" algn="l">
              <a:lnSpc>
                <a:spcPct val="80000"/>
              </a:lnSpc>
              <a:spcBef>
                <a:spcPts val="1000"/>
              </a:spcBef>
              <a:spcAft>
                <a:spcPts val="0"/>
              </a:spcAft>
              <a:buClr>
                <a:schemeClr val="dk1"/>
              </a:buClr>
              <a:buSzPts val="275"/>
              <a:buFont typeface="Arial"/>
              <a:buNone/>
            </a:pPr>
            <a:r>
              <a:t/>
            </a:r>
            <a:endParaRPr b="0" i="0" sz="1300" u="none" cap="none" strike="noStrike">
              <a:solidFill>
                <a:schemeClr val="lt1"/>
              </a:solidFill>
              <a:latin typeface="Century Gothic"/>
              <a:ea typeface="Century Gothic"/>
              <a:cs typeface="Century Gothic"/>
              <a:sym typeface="Century Gothic"/>
            </a:endParaRPr>
          </a:p>
          <a:p>
            <a:pPr indent="0" lvl="0" marL="0" marR="0" rtl="0" algn="l">
              <a:lnSpc>
                <a:spcPct val="80000"/>
              </a:lnSpc>
              <a:spcBef>
                <a:spcPts val="1000"/>
              </a:spcBef>
              <a:spcAft>
                <a:spcPts val="0"/>
              </a:spcAft>
              <a:buClr>
                <a:schemeClr val="dk1"/>
              </a:buClr>
              <a:buSzPts val="275"/>
              <a:buFont typeface="Arial"/>
              <a:buNone/>
            </a:pPr>
            <a:r>
              <a:t/>
            </a:r>
            <a:endParaRPr b="0" i="0" sz="1300" u="none" cap="none" strike="noStrike">
              <a:solidFill>
                <a:schemeClr val="lt1"/>
              </a:solidFill>
              <a:latin typeface="Century Gothic"/>
              <a:ea typeface="Century Gothic"/>
              <a:cs typeface="Century Gothic"/>
              <a:sym typeface="Century Gothic"/>
            </a:endParaRPr>
          </a:p>
          <a:p>
            <a:pPr indent="0" lvl="0" marL="0" marR="0" rtl="0" algn="l">
              <a:lnSpc>
                <a:spcPct val="80000"/>
              </a:lnSpc>
              <a:spcBef>
                <a:spcPts val="1000"/>
              </a:spcBef>
              <a:spcAft>
                <a:spcPts val="0"/>
              </a:spcAft>
              <a:buClr>
                <a:schemeClr val="dk1"/>
              </a:buClr>
              <a:buSzPts val="275"/>
              <a:buFont typeface="Arial"/>
              <a:buNone/>
            </a:pPr>
            <a:r>
              <a:rPr b="0" i="0" lang="en" sz="1300" u="none" cap="none" strike="noStrike">
                <a:solidFill>
                  <a:schemeClr val="lt1"/>
                </a:solidFill>
                <a:latin typeface="Century Gothic"/>
                <a:ea typeface="Century Gothic"/>
                <a:cs typeface="Century Gothic"/>
                <a:sym typeface="Century Gothic"/>
              </a:rPr>
              <a:t>    </a:t>
            </a:r>
            <a:r>
              <a:rPr b="0" i="0" lang="en" sz="1300" u="none" cap="none" strike="noStrike">
                <a:solidFill>
                  <a:srgbClr val="00FF00"/>
                </a:solidFill>
                <a:latin typeface="Century Gothic"/>
                <a:ea typeface="Century Gothic"/>
                <a:cs typeface="Century Gothic"/>
                <a:sym typeface="Century Gothic"/>
              </a:rPr>
              <a:t>student_help_desk.get_service()</a:t>
            </a:r>
            <a:endParaRPr b="0" i="0" sz="1300" u="none" cap="none" strike="noStrike">
              <a:solidFill>
                <a:srgbClr val="00FF00"/>
              </a:solidFill>
              <a:latin typeface="Century Gothic"/>
              <a:ea typeface="Century Gothic"/>
              <a:cs typeface="Century Gothic"/>
              <a:sym typeface="Century Gothic"/>
            </a:endParaRPr>
          </a:p>
          <a:p>
            <a:pPr indent="0" lvl="0" marL="0" marR="0" rtl="0" algn="l">
              <a:lnSpc>
                <a:spcPct val="80000"/>
              </a:lnSpc>
              <a:spcBef>
                <a:spcPts val="1000"/>
              </a:spcBef>
              <a:spcAft>
                <a:spcPts val="0"/>
              </a:spcAft>
              <a:buClr>
                <a:schemeClr val="dk1"/>
              </a:buClr>
              <a:buSzPts val="275"/>
              <a:buFont typeface="Arial"/>
              <a:buNone/>
            </a:pPr>
            <a:r>
              <a:rPr b="0" i="0" lang="en" sz="1300" u="none" cap="none" strike="noStrike">
                <a:solidFill>
                  <a:srgbClr val="00FF00"/>
                </a:solidFill>
                <a:latin typeface="Century Gothic"/>
                <a:ea typeface="Century Gothic"/>
                <a:cs typeface="Century Gothic"/>
                <a:sym typeface="Century Gothic"/>
              </a:rPr>
              <a:t>    teacher_help_desk.get_service()</a:t>
            </a:r>
            <a:endParaRPr b="0" i="0" sz="1300" u="none" cap="none" strike="noStrike">
              <a:solidFill>
                <a:srgbClr val="00FF00"/>
              </a:solidFill>
              <a:latin typeface="Century Gothic"/>
              <a:ea typeface="Century Gothic"/>
              <a:cs typeface="Century Gothic"/>
              <a:sym typeface="Century Gothic"/>
            </a:endParaRPr>
          </a:p>
          <a:p>
            <a:pPr indent="0" lvl="0" marL="0" marR="0" rtl="0" algn="l">
              <a:lnSpc>
                <a:spcPct val="80000"/>
              </a:lnSpc>
              <a:spcBef>
                <a:spcPts val="1000"/>
              </a:spcBef>
              <a:spcAft>
                <a:spcPts val="0"/>
              </a:spcAft>
              <a:buClr>
                <a:schemeClr val="dk1"/>
              </a:buClr>
              <a:buSzPts val="275"/>
              <a:buFont typeface="Arial"/>
              <a:buNone/>
            </a:pPr>
            <a:r>
              <a:t/>
            </a:r>
            <a:endParaRPr b="0" i="0" sz="1300" u="none" cap="none" strike="noStrike">
              <a:solidFill>
                <a:schemeClr val="lt1"/>
              </a:solidFill>
              <a:latin typeface="Century Gothic"/>
              <a:ea typeface="Century Gothic"/>
              <a:cs typeface="Century Gothic"/>
              <a:sym typeface="Century Gothic"/>
            </a:endParaRPr>
          </a:p>
          <a:p>
            <a:pPr indent="0" lvl="0" marL="0" marR="0" rtl="0" algn="l">
              <a:lnSpc>
                <a:spcPct val="80000"/>
              </a:lnSpc>
              <a:spcBef>
                <a:spcPts val="1000"/>
              </a:spcBef>
              <a:spcAft>
                <a:spcPts val="0"/>
              </a:spcAft>
              <a:buClr>
                <a:schemeClr val="dk1"/>
              </a:buClr>
              <a:buSzPts val="275"/>
              <a:buFont typeface="Arial"/>
              <a:buNone/>
            </a:pPr>
            <a:r>
              <a:rPr b="0" i="0" lang="en" sz="1300" u="none" cap="none" strike="noStrike">
                <a:solidFill>
                  <a:schemeClr val="lt1"/>
                </a:solidFill>
                <a:latin typeface="Century Gothic"/>
                <a:ea typeface="Century Gothic"/>
                <a:cs typeface="Century Gothic"/>
                <a:sym typeface="Century Gothic"/>
              </a:rPr>
              <a:t>    print(student_help_desk is teacher_help_desk)</a:t>
            </a:r>
            <a:endParaRPr b="0" i="0" sz="13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g3761d991d44_1_42"/>
          <p:cNvSpPr txBox="1"/>
          <p:nvPr>
            <p:ph type="title"/>
          </p:nvPr>
        </p:nvSpPr>
        <p:spPr>
          <a:xfrm>
            <a:off x="179225" y="147413"/>
            <a:ext cx="7301400" cy="575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rPr lang="en"/>
              <a:t>SingletonPattern(EX-2-cont)</a:t>
            </a:r>
            <a:endParaRPr/>
          </a:p>
          <a:p>
            <a:pPr indent="0" lvl="0" marL="0" rtl="0" algn="l">
              <a:lnSpc>
                <a:spcPct val="100000"/>
              </a:lnSpc>
              <a:spcBef>
                <a:spcPts val="0"/>
              </a:spcBef>
              <a:spcAft>
                <a:spcPts val="0"/>
              </a:spcAft>
              <a:buSzPts val="1800"/>
              <a:buNone/>
            </a:pPr>
            <a:r>
              <a:t/>
            </a:r>
            <a:endParaRPr/>
          </a:p>
        </p:txBody>
      </p:sp>
      <p:sp>
        <p:nvSpPr>
          <p:cNvPr id="318" name="Google Shape;318;g3761d991d44_1_42"/>
          <p:cNvSpPr txBox="1"/>
          <p:nvPr>
            <p:ph idx="12" type="sldNum"/>
          </p:nvPr>
        </p:nvSpPr>
        <p:spPr>
          <a:xfrm>
            <a:off x="7766431" y="166352"/>
            <a:ext cx="628800" cy="4317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rgbClr val="000000"/>
              </a:buClr>
              <a:buSzPts val="2801"/>
              <a:buFont typeface="Arial"/>
              <a:buNone/>
            </a:pPr>
            <a:fld id="{00000000-1234-1234-1234-123412341234}" type="slidenum">
              <a:rPr lang="en" sz="2801">
                <a:solidFill>
                  <a:schemeClr val="lt1"/>
                </a:solidFill>
                <a:latin typeface="Century Gothic"/>
                <a:ea typeface="Century Gothic"/>
                <a:cs typeface="Century Gothic"/>
                <a:sym typeface="Century Gothic"/>
              </a:rPr>
              <a:t>‹#›</a:t>
            </a:fld>
            <a:endParaRPr sz="2801">
              <a:solidFill>
                <a:schemeClr val="lt1"/>
              </a:solidFill>
              <a:latin typeface="Century Gothic"/>
              <a:ea typeface="Century Gothic"/>
              <a:cs typeface="Century Gothic"/>
              <a:sym typeface="Century Gothic"/>
            </a:endParaRPr>
          </a:p>
        </p:txBody>
      </p:sp>
      <p:sp>
        <p:nvSpPr>
          <p:cNvPr id="319" name="Google Shape;319;g3761d991d44_1_42"/>
          <p:cNvSpPr txBox="1"/>
          <p:nvPr/>
        </p:nvSpPr>
        <p:spPr>
          <a:xfrm>
            <a:off x="1911575" y="1322831"/>
            <a:ext cx="4217400" cy="3377400"/>
          </a:xfrm>
          <a:prstGeom prst="rect">
            <a:avLst/>
          </a:prstGeom>
          <a:noFill/>
          <a:ln>
            <a:noFill/>
          </a:ln>
        </p:spPr>
        <p:txBody>
          <a:bodyPr anchorCtr="0" anchor="t" bIns="91425" lIns="91425" spcFirstLastPara="1" rIns="91425" wrap="square" tIns="91425">
            <a:noAutofit/>
          </a:bodyPr>
          <a:lstStyle/>
          <a:p>
            <a:pPr indent="0" lvl="0" marL="0" marR="0" rtl="0" algn="l">
              <a:lnSpc>
                <a:spcPct val="80000"/>
              </a:lnSpc>
              <a:spcBef>
                <a:spcPts val="1000"/>
              </a:spcBef>
              <a:spcAft>
                <a:spcPts val="0"/>
              </a:spcAft>
              <a:buClr>
                <a:srgbClr val="000000"/>
              </a:buClr>
              <a:buSzPts val="1300"/>
              <a:buFont typeface="Arial"/>
              <a:buNone/>
            </a:pPr>
            <a:r>
              <a:rPr b="0" i="0" lang="en" sz="1300" u="none" cap="none" strike="noStrike">
                <a:solidFill>
                  <a:schemeClr val="lt1"/>
                </a:solidFill>
                <a:latin typeface="Century Gothic"/>
                <a:ea typeface="Century Gothic"/>
                <a:cs typeface="Century Gothic"/>
                <a:sym typeface="Century Gothic"/>
              </a:rPr>
              <a:t># OUTPUT=&gt;</a:t>
            </a:r>
            <a:endParaRPr b="0" i="0" sz="1300" u="none" cap="none" strike="noStrike">
              <a:solidFill>
                <a:schemeClr val="lt1"/>
              </a:solidFill>
              <a:latin typeface="Century Gothic"/>
              <a:ea typeface="Century Gothic"/>
              <a:cs typeface="Century Gothic"/>
              <a:sym typeface="Century Gothic"/>
            </a:endParaRPr>
          </a:p>
          <a:p>
            <a:pPr indent="0" lvl="0" marL="0" marR="0" rtl="0" algn="l">
              <a:lnSpc>
                <a:spcPct val="80000"/>
              </a:lnSpc>
              <a:spcBef>
                <a:spcPts val="1000"/>
              </a:spcBef>
              <a:spcAft>
                <a:spcPts val="0"/>
              </a:spcAft>
              <a:buClr>
                <a:schemeClr val="dk1"/>
              </a:buClr>
              <a:buSzPts val="1100"/>
              <a:buFont typeface="Arial"/>
              <a:buNone/>
            </a:pPr>
            <a:r>
              <a:rPr b="0" i="0" lang="en" sz="1300" u="none" cap="none" strike="noStrike">
                <a:solidFill>
                  <a:schemeClr val="lt1"/>
                </a:solidFill>
                <a:latin typeface="Century Gothic"/>
                <a:ea typeface="Century Gothic"/>
                <a:cs typeface="Century Gothic"/>
                <a:sym typeface="Century Gothic"/>
              </a:rPr>
              <a:t>Creating the HelpDesk instance</a:t>
            </a:r>
            <a:endParaRPr b="0" i="0" sz="1300" u="none" cap="none" strike="noStrike">
              <a:solidFill>
                <a:schemeClr val="lt1"/>
              </a:solidFill>
              <a:latin typeface="Century Gothic"/>
              <a:ea typeface="Century Gothic"/>
              <a:cs typeface="Century Gothic"/>
              <a:sym typeface="Century Gothic"/>
            </a:endParaRPr>
          </a:p>
          <a:p>
            <a:pPr indent="0" lvl="0" marL="0" marR="0" rtl="0" algn="l">
              <a:lnSpc>
                <a:spcPct val="80000"/>
              </a:lnSpc>
              <a:spcBef>
                <a:spcPts val="1000"/>
              </a:spcBef>
              <a:spcAft>
                <a:spcPts val="0"/>
              </a:spcAft>
              <a:buClr>
                <a:schemeClr val="dk1"/>
              </a:buClr>
              <a:buSzPts val="1100"/>
              <a:buFont typeface="Arial"/>
              <a:buNone/>
            </a:pPr>
            <a:r>
              <a:rPr b="0" i="0" lang="en" sz="1300" u="none" cap="none" strike="noStrike">
                <a:solidFill>
                  <a:schemeClr val="lt1"/>
                </a:solidFill>
                <a:latin typeface="Century Gothic"/>
                <a:ea typeface="Century Gothic"/>
                <a:cs typeface="Century Gothic"/>
                <a:sym typeface="Century Gothic"/>
              </a:rPr>
              <a:t>Service provided by the HelpDesk.</a:t>
            </a:r>
            <a:endParaRPr b="0" i="0" sz="1300" u="none" cap="none" strike="noStrike">
              <a:solidFill>
                <a:schemeClr val="lt1"/>
              </a:solidFill>
              <a:latin typeface="Century Gothic"/>
              <a:ea typeface="Century Gothic"/>
              <a:cs typeface="Century Gothic"/>
              <a:sym typeface="Century Gothic"/>
            </a:endParaRPr>
          </a:p>
          <a:p>
            <a:pPr indent="0" lvl="0" marL="0" marR="0" rtl="0" algn="l">
              <a:lnSpc>
                <a:spcPct val="80000"/>
              </a:lnSpc>
              <a:spcBef>
                <a:spcPts val="1000"/>
              </a:spcBef>
              <a:spcAft>
                <a:spcPts val="0"/>
              </a:spcAft>
              <a:buClr>
                <a:schemeClr val="dk1"/>
              </a:buClr>
              <a:buSzPts val="1100"/>
              <a:buFont typeface="Arial"/>
              <a:buNone/>
            </a:pPr>
            <a:r>
              <a:rPr b="0" i="0" lang="en" sz="1300" u="none" cap="none" strike="noStrike">
                <a:solidFill>
                  <a:schemeClr val="lt1"/>
                </a:solidFill>
                <a:latin typeface="Century Gothic"/>
                <a:ea typeface="Century Gothic"/>
                <a:cs typeface="Century Gothic"/>
                <a:sym typeface="Century Gothic"/>
              </a:rPr>
              <a:t>Service provided by the HelpDesk.</a:t>
            </a:r>
            <a:endParaRPr b="0" i="0" sz="1300" u="none" cap="none" strike="noStrike">
              <a:solidFill>
                <a:schemeClr val="lt1"/>
              </a:solidFill>
              <a:latin typeface="Century Gothic"/>
              <a:ea typeface="Century Gothic"/>
              <a:cs typeface="Century Gothic"/>
              <a:sym typeface="Century Gothic"/>
            </a:endParaRPr>
          </a:p>
          <a:p>
            <a:pPr indent="0" lvl="0" marL="0" marR="0" rtl="0" algn="l">
              <a:lnSpc>
                <a:spcPct val="80000"/>
              </a:lnSpc>
              <a:spcBef>
                <a:spcPts val="1000"/>
              </a:spcBef>
              <a:spcAft>
                <a:spcPts val="0"/>
              </a:spcAft>
              <a:buClr>
                <a:schemeClr val="dk1"/>
              </a:buClr>
              <a:buSzPts val="1100"/>
              <a:buFont typeface="Arial"/>
              <a:buNone/>
            </a:pPr>
            <a:r>
              <a:rPr b="0" i="0" lang="en" sz="1300" u="none" cap="none" strike="noStrike">
                <a:solidFill>
                  <a:schemeClr val="lt1"/>
                </a:solidFill>
                <a:latin typeface="Century Gothic"/>
                <a:ea typeface="Century Gothic"/>
                <a:cs typeface="Century Gothic"/>
                <a:sym typeface="Century Gothic"/>
              </a:rPr>
              <a:t>True</a:t>
            </a:r>
            <a:endParaRPr b="0" i="0" sz="1300" u="none" cap="none" strike="noStrike">
              <a:solidFill>
                <a:schemeClr val="lt1"/>
              </a:solidFill>
              <a:latin typeface="Century Gothic"/>
              <a:ea typeface="Century Gothic"/>
              <a:cs typeface="Century Gothic"/>
              <a:sym typeface="Century Gothic"/>
            </a:endParaRPr>
          </a:p>
          <a:p>
            <a:pPr indent="0" lvl="0" marL="0" marR="0" rtl="0" algn="l">
              <a:lnSpc>
                <a:spcPct val="80000"/>
              </a:lnSpc>
              <a:spcBef>
                <a:spcPts val="1000"/>
              </a:spcBef>
              <a:spcAft>
                <a:spcPts val="0"/>
              </a:spcAft>
              <a:buClr>
                <a:srgbClr val="000000"/>
              </a:buClr>
              <a:buSzPts val="1300"/>
              <a:buFont typeface="Arial"/>
              <a:buNone/>
            </a:pPr>
            <a:r>
              <a:t/>
            </a:r>
            <a:endParaRPr b="0" i="0" sz="13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g3761d991d44_1_49"/>
          <p:cNvSpPr txBox="1"/>
          <p:nvPr>
            <p:ph idx="12" type="sldNum"/>
          </p:nvPr>
        </p:nvSpPr>
        <p:spPr>
          <a:xfrm>
            <a:off x="7766431" y="166352"/>
            <a:ext cx="628800" cy="4317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rgbClr val="000000"/>
              </a:buClr>
              <a:buSzPts val="2801"/>
              <a:buFont typeface="Arial"/>
              <a:buNone/>
            </a:pPr>
            <a:fld id="{00000000-1234-1234-1234-123412341234}" type="slidenum">
              <a:rPr lang="en" sz="2801">
                <a:solidFill>
                  <a:schemeClr val="lt1"/>
                </a:solidFill>
                <a:latin typeface="Century Gothic"/>
                <a:ea typeface="Century Gothic"/>
                <a:cs typeface="Century Gothic"/>
                <a:sym typeface="Century Gothic"/>
              </a:rPr>
              <a:t>‹#›</a:t>
            </a:fld>
            <a:endParaRPr sz="2801">
              <a:solidFill>
                <a:schemeClr val="lt1"/>
              </a:solidFill>
              <a:latin typeface="Century Gothic"/>
              <a:ea typeface="Century Gothic"/>
              <a:cs typeface="Century Gothic"/>
              <a:sym typeface="Century Gothic"/>
            </a:endParaRPr>
          </a:p>
        </p:txBody>
      </p:sp>
      <p:sp>
        <p:nvSpPr>
          <p:cNvPr id="325" name="Google Shape;325;g3761d991d44_1_49"/>
          <p:cNvSpPr txBox="1"/>
          <p:nvPr/>
        </p:nvSpPr>
        <p:spPr>
          <a:xfrm>
            <a:off x="251520" y="141480"/>
            <a:ext cx="4968600" cy="4402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lt1"/>
                </a:solidFill>
                <a:latin typeface="Century Gothic"/>
                <a:ea typeface="Century Gothic"/>
                <a:cs typeface="Century Gothic"/>
                <a:sym typeface="Century Gothic"/>
              </a:rPr>
              <a:t>public class HelpDesk{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lt1"/>
                </a:solidFill>
                <a:latin typeface="Century Gothic"/>
                <a:ea typeface="Century Gothic"/>
                <a:cs typeface="Century Gothic"/>
                <a:sym typeface="Century Gothic"/>
              </a:rPr>
              <a:t>      public void getService(){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lt1"/>
                </a:solidFill>
                <a:latin typeface="Century Gothic"/>
                <a:ea typeface="Century Gothic"/>
                <a:cs typeface="Century Gothic"/>
                <a:sym typeface="Century Gothic"/>
              </a:rPr>
              <a:t>       // Implement the service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lt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lt1"/>
                </a:solidFill>
                <a:latin typeface="Century Gothic"/>
                <a:ea typeface="Century Gothic"/>
                <a:cs typeface="Century Gothic"/>
                <a:sym typeface="Century Gothic"/>
              </a:rPr>
              <a:t>      private static HelpDesk helpDesk = Null;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lt1"/>
                </a:solidFill>
                <a:latin typeface="Century Gothic"/>
                <a:ea typeface="Century Gothic"/>
                <a:cs typeface="Century Gothic"/>
                <a:sym typeface="Century Gothic"/>
              </a:rPr>
              <a:t>      private HelpDesk(){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92D050"/>
                </a:solidFill>
                <a:latin typeface="Century Gothic"/>
                <a:ea typeface="Century Gothic"/>
                <a:cs typeface="Century Gothic"/>
                <a:sym typeface="Century Gothic"/>
              </a:rPr>
              <a:t>          // No other class will be able to create instance</a:t>
            </a:r>
            <a:endParaRPr b="0" i="0" sz="1600" u="none" cap="none" strike="noStrike">
              <a:solidFill>
                <a:srgbClr val="92D050"/>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lt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lt1"/>
                </a:solidFill>
                <a:latin typeface="Century Gothic"/>
                <a:ea typeface="Century Gothic"/>
                <a:cs typeface="Century Gothic"/>
                <a:sym typeface="Century Gothic"/>
              </a:rPr>
              <a:t>      public static HelpDesk getInstance(){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lt1"/>
                </a:solidFill>
                <a:latin typeface="Century Gothic"/>
                <a:ea typeface="Century Gothic"/>
                <a:cs typeface="Century Gothic"/>
                <a:sym typeface="Century Gothic"/>
              </a:rPr>
              <a:t>           if(helpDesk == null){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lt1"/>
                </a:solidFill>
                <a:latin typeface="Century Gothic"/>
                <a:ea typeface="Century Gothic"/>
                <a:cs typeface="Century Gothic"/>
                <a:sym typeface="Century Gothic"/>
              </a:rPr>
              <a:t>                   helpDesk = new HelpDesk(); </a:t>
            </a:r>
            <a:r>
              <a:rPr b="0" i="0" lang="en" sz="1600" u="none" cap="none" strike="noStrike">
                <a:solidFill>
                  <a:srgbClr val="92D050"/>
                </a:solidFill>
                <a:latin typeface="Century Gothic"/>
                <a:ea typeface="Century Gothic"/>
                <a:cs typeface="Century Gothic"/>
                <a:sym typeface="Century Gothic"/>
              </a:rPr>
              <a:t>// Lazy instance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lt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lt1"/>
                </a:solidFill>
                <a:latin typeface="Century Gothic"/>
                <a:ea typeface="Century Gothic"/>
                <a:cs typeface="Century Gothic"/>
                <a:sym typeface="Century Gothic"/>
              </a:rPr>
              <a:t>           return helpDesk;</a:t>
            </a:r>
            <a:endParaRPr b="0" i="0" sz="16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lt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
        <p:nvSpPr>
          <p:cNvPr id="326" name="Google Shape;326;g3761d991d44_1_49"/>
          <p:cNvSpPr txBox="1"/>
          <p:nvPr/>
        </p:nvSpPr>
        <p:spPr>
          <a:xfrm>
            <a:off x="2786282" y="3609184"/>
            <a:ext cx="4824600" cy="1477500"/>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public class Student{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a:t>
            </a:r>
            <a:r>
              <a:rPr b="0" i="0" lang="en" sz="1800" u="none" cap="none" strike="noStrike">
                <a:solidFill>
                  <a:srgbClr val="FF0000"/>
                </a:solidFill>
                <a:latin typeface="Century Gothic"/>
                <a:ea typeface="Century Gothic"/>
                <a:cs typeface="Century Gothic"/>
                <a:sym typeface="Century Gothic"/>
              </a:rPr>
              <a:t>//HelpDesk hd = new HelpDesk();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HelpDesk hd = HelpDesk.getInstance();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hd.getService();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
        <p:nvSpPr>
          <p:cNvPr id="327" name="Google Shape;327;g3761d991d44_1_49"/>
          <p:cNvSpPr txBox="1"/>
          <p:nvPr/>
        </p:nvSpPr>
        <p:spPr>
          <a:xfrm>
            <a:off x="5220121" y="990333"/>
            <a:ext cx="3528300" cy="2031900"/>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public class Teacher{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a:t>
            </a:r>
            <a:r>
              <a:rPr b="0" i="0" lang="en" sz="1800" u="none" cap="none" strike="noStrike">
                <a:solidFill>
                  <a:srgbClr val="FF0000"/>
                </a:solidFill>
                <a:latin typeface="Century Gothic"/>
                <a:ea typeface="Century Gothic"/>
                <a:cs typeface="Century Gothic"/>
                <a:sym typeface="Century Gothic"/>
              </a:rPr>
              <a:t>//HelpDesk hd = new HelpDesk();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HelpDesk hd = HelDesk.getInstance();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hd.getService();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pic>
        <p:nvPicPr>
          <p:cNvPr descr="brac.png" id="328" name="Google Shape;328;g3761d991d44_1_49"/>
          <p:cNvPicPr preferRelativeResize="0"/>
          <p:nvPr/>
        </p:nvPicPr>
        <p:blipFill rotWithShape="1">
          <a:blip r:embed="rId3">
            <a:alphaModFix/>
          </a:blip>
          <a:srcRect b="0" l="0" r="0" t="0"/>
          <a:stretch/>
        </p:blipFill>
        <p:spPr>
          <a:xfrm>
            <a:off x="7772400" y="4371975"/>
            <a:ext cx="1028700" cy="800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5">
                                            <p:txEl>
                                              <p:pRg end="0" st="0"/>
                                            </p:txEl>
                                          </p:spTgt>
                                        </p:tgtEl>
                                        <p:attrNameLst>
                                          <p:attrName>style.visibility</p:attrName>
                                        </p:attrNameLst>
                                      </p:cBhvr>
                                      <p:to>
                                        <p:strVal val="visible"/>
                                      </p:to>
                                    </p:set>
                                    <p:animEffect filter="fade" transition="in">
                                      <p:cBhvr>
                                        <p:cTn dur="1000"/>
                                        <p:tgtEl>
                                          <p:spTgt spid="32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5">
                                            <p:txEl>
                                              <p:pRg end="1" st="1"/>
                                            </p:txEl>
                                          </p:spTgt>
                                        </p:tgtEl>
                                        <p:attrNameLst>
                                          <p:attrName>style.visibility</p:attrName>
                                        </p:attrNameLst>
                                      </p:cBhvr>
                                      <p:to>
                                        <p:strVal val="visible"/>
                                      </p:to>
                                    </p:set>
                                    <p:animEffect filter="fade" transition="in">
                                      <p:cBhvr>
                                        <p:cTn dur="1000"/>
                                        <p:tgtEl>
                                          <p:spTgt spid="32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5">
                                            <p:txEl>
                                              <p:pRg end="2" st="2"/>
                                            </p:txEl>
                                          </p:spTgt>
                                        </p:tgtEl>
                                        <p:attrNameLst>
                                          <p:attrName>style.visibility</p:attrName>
                                        </p:attrNameLst>
                                      </p:cBhvr>
                                      <p:to>
                                        <p:strVal val="visible"/>
                                      </p:to>
                                    </p:set>
                                    <p:animEffect filter="fade" transition="in">
                                      <p:cBhvr>
                                        <p:cTn dur="1000"/>
                                        <p:tgtEl>
                                          <p:spTgt spid="32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5">
                                            <p:txEl>
                                              <p:pRg end="3" st="3"/>
                                            </p:txEl>
                                          </p:spTgt>
                                        </p:tgtEl>
                                        <p:attrNameLst>
                                          <p:attrName>style.visibility</p:attrName>
                                        </p:attrNameLst>
                                      </p:cBhvr>
                                      <p:to>
                                        <p:strVal val="visible"/>
                                      </p:to>
                                    </p:set>
                                    <p:animEffect filter="fade" transition="in">
                                      <p:cBhvr>
                                        <p:cTn dur="1000"/>
                                        <p:tgtEl>
                                          <p:spTgt spid="32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5">
                                            <p:txEl>
                                              <p:pRg end="4" st="4"/>
                                            </p:txEl>
                                          </p:spTgt>
                                        </p:tgtEl>
                                        <p:attrNameLst>
                                          <p:attrName>style.visibility</p:attrName>
                                        </p:attrNameLst>
                                      </p:cBhvr>
                                      <p:to>
                                        <p:strVal val="visible"/>
                                      </p:to>
                                    </p:set>
                                    <p:animEffect filter="fade" transition="in">
                                      <p:cBhvr>
                                        <p:cTn dur="1000"/>
                                        <p:tgtEl>
                                          <p:spTgt spid="32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5">
                                            <p:txEl>
                                              <p:pRg end="5" st="5"/>
                                            </p:txEl>
                                          </p:spTgt>
                                        </p:tgtEl>
                                        <p:attrNameLst>
                                          <p:attrName>style.visibility</p:attrName>
                                        </p:attrNameLst>
                                      </p:cBhvr>
                                      <p:to>
                                        <p:strVal val="visible"/>
                                      </p:to>
                                    </p:set>
                                    <p:animEffect filter="fade" transition="in">
                                      <p:cBhvr>
                                        <p:cTn dur="1000"/>
                                        <p:tgtEl>
                                          <p:spTgt spid="32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5">
                                            <p:txEl>
                                              <p:pRg end="6" st="6"/>
                                            </p:txEl>
                                          </p:spTgt>
                                        </p:tgtEl>
                                        <p:attrNameLst>
                                          <p:attrName>style.visibility</p:attrName>
                                        </p:attrNameLst>
                                      </p:cBhvr>
                                      <p:to>
                                        <p:strVal val="visible"/>
                                      </p:to>
                                    </p:set>
                                    <p:animEffect filter="fade" transition="in">
                                      <p:cBhvr>
                                        <p:cTn dur="1000"/>
                                        <p:tgtEl>
                                          <p:spTgt spid="32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5">
                                            <p:txEl>
                                              <p:pRg end="7" st="7"/>
                                            </p:txEl>
                                          </p:spTgt>
                                        </p:tgtEl>
                                        <p:attrNameLst>
                                          <p:attrName>style.visibility</p:attrName>
                                        </p:attrNameLst>
                                      </p:cBhvr>
                                      <p:to>
                                        <p:strVal val="visible"/>
                                      </p:to>
                                    </p:set>
                                    <p:animEffect filter="fade" transition="in">
                                      <p:cBhvr>
                                        <p:cTn dur="1000"/>
                                        <p:tgtEl>
                                          <p:spTgt spid="32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5">
                                            <p:txEl>
                                              <p:pRg end="8" st="8"/>
                                            </p:txEl>
                                          </p:spTgt>
                                        </p:tgtEl>
                                        <p:attrNameLst>
                                          <p:attrName>style.visibility</p:attrName>
                                        </p:attrNameLst>
                                      </p:cBhvr>
                                      <p:to>
                                        <p:strVal val="visible"/>
                                      </p:to>
                                    </p:set>
                                    <p:animEffect filter="fade" transition="in">
                                      <p:cBhvr>
                                        <p:cTn dur="1000"/>
                                        <p:tgtEl>
                                          <p:spTgt spid="32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5">
                                            <p:txEl>
                                              <p:pRg end="9" st="9"/>
                                            </p:txEl>
                                          </p:spTgt>
                                        </p:tgtEl>
                                        <p:attrNameLst>
                                          <p:attrName>style.visibility</p:attrName>
                                        </p:attrNameLst>
                                      </p:cBhvr>
                                      <p:to>
                                        <p:strVal val="visible"/>
                                      </p:to>
                                    </p:set>
                                    <p:animEffect filter="fade" transition="in">
                                      <p:cBhvr>
                                        <p:cTn dur="1000"/>
                                        <p:tgtEl>
                                          <p:spTgt spid="325">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5">
                                            <p:txEl>
                                              <p:pRg end="10" st="10"/>
                                            </p:txEl>
                                          </p:spTgt>
                                        </p:tgtEl>
                                        <p:attrNameLst>
                                          <p:attrName>style.visibility</p:attrName>
                                        </p:attrNameLst>
                                      </p:cBhvr>
                                      <p:to>
                                        <p:strVal val="visible"/>
                                      </p:to>
                                    </p:set>
                                    <p:animEffect filter="fade" transition="in">
                                      <p:cBhvr>
                                        <p:cTn dur="1000"/>
                                        <p:tgtEl>
                                          <p:spTgt spid="325">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5">
                                            <p:txEl>
                                              <p:pRg end="11" st="11"/>
                                            </p:txEl>
                                          </p:spTgt>
                                        </p:tgtEl>
                                        <p:attrNameLst>
                                          <p:attrName>style.visibility</p:attrName>
                                        </p:attrNameLst>
                                      </p:cBhvr>
                                      <p:to>
                                        <p:strVal val="visible"/>
                                      </p:to>
                                    </p:set>
                                    <p:animEffect filter="fade" transition="in">
                                      <p:cBhvr>
                                        <p:cTn dur="1000"/>
                                        <p:tgtEl>
                                          <p:spTgt spid="325">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5">
                                            <p:txEl>
                                              <p:pRg end="12" st="12"/>
                                            </p:txEl>
                                          </p:spTgt>
                                        </p:tgtEl>
                                        <p:attrNameLst>
                                          <p:attrName>style.visibility</p:attrName>
                                        </p:attrNameLst>
                                      </p:cBhvr>
                                      <p:to>
                                        <p:strVal val="visible"/>
                                      </p:to>
                                    </p:set>
                                    <p:animEffect filter="fade" transition="in">
                                      <p:cBhvr>
                                        <p:cTn dur="1000"/>
                                        <p:tgtEl>
                                          <p:spTgt spid="325">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5">
                                            <p:txEl>
                                              <p:pRg end="13" st="13"/>
                                            </p:txEl>
                                          </p:spTgt>
                                        </p:tgtEl>
                                        <p:attrNameLst>
                                          <p:attrName>style.visibility</p:attrName>
                                        </p:attrNameLst>
                                      </p:cBhvr>
                                      <p:to>
                                        <p:strVal val="visible"/>
                                      </p:to>
                                    </p:set>
                                    <p:animEffect filter="fade" transition="in">
                                      <p:cBhvr>
                                        <p:cTn dur="1000"/>
                                        <p:tgtEl>
                                          <p:spTgt spid="325">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5">
                                            <p:txEl>
                                              <p:pRg end="14" st="14"/>
                                            </p:txEl>
                                          </p:spTgt>
                                        </p:tgtEl>
                                        <p:attrNameLst>
                                          <p:attrName>style.visibility</p:attrName>
                                        </p:attrNameLst>
                                      </p:cBhvr>
                                      <p:to>
                                        <p:strVal val="visible"/>
                                      </p:to>
                                    </p:set>
                                    <p:animEffect filter="fade" transition="in">
                                      <p:cBhvr>
                                        <p:cTn dur="1000"/>
                                        <p:tgtEl>
                                          <p:spTgt spid="325">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5">
                                            <p:txEl>
                                              <p:pRg end="15" st="15"/>
                                            </p:txEl>
                                          </p:spTgt>
                                        </p:tgtEl>
                                        <p:attrNameLst>
                                          <p:attrName>style.visibility</p:attrName>
                                        </p:attrNameLst>
                                      </p:cBhvr>
                                      <p:to>
                                        <p:strVal val="visible"/>
                                      </p:to>
                                    </p:set>
                                    <p:animEffect filter="fade" transition="in">
                                      <p:cBhvr>
                                        <p:cTn dur="1000"/>
                                        <p:tgtEl>
                                          <p:spTgt spid="325">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6"/>
                                        </p:tgtEl>
                                        <p:attrNameLst>
                                          <p:attrName>style.visibility</p:attrName>
                                        </p:attrNameLst>
                                      </p:cBhvr>
                                      <p:to>
                                        <p:strVal val="visible"/>
                                      </p:to>
                                    </p:set>
                                    <p:animEffect filter="fade" transition="in">
                                      <p:cBhvr>
                                        <p:cTn dur="1000"/>
                                        <p:tgtEl>
                                          <p:spTgt spid="3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7"/>
                                        </p:tgtEl>
                                        <p:attrNameLst>
                                          <p:attrName>style.visibility</p:attrName>
                                        </p:attrNameLst>
                                      </p:cBhvr>
                                      <p:to>
                                        <p:strVal val="visible"/>
                                      </p:to>
                                    </p:set>
                                    <p:animEffect filter="fade" transition="in">
                                      <p:cBhvr>
                                        <p:cTn dur="1000"/>
                                        <p:tgtEl>
                                          <p:spTgt spid="3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g3761d991d44_1_57"/>
          <p:cNvSpPr txBox="1"/>
          <p:nvPr>
            <p:ph type="title"/>
          </p:nvPr>
        </p:nvSpPr>
        <p:spPr>
          <a:xfrm>
            <a:off x="484710" y="254654"/>
            <a:ext cx="7055400" cy="787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
              <a:t>Singleton Pattern</a:t>
            </a:r>
            <a:endParaRPr/>
          </a:p>
        </p:txBody>
      </p:sp>
      <p:sp>
        <p:nvSpPr>
          <p:cNvPr id="334" name="Google Shape;334;g3761d991d44_1_57"/>
          <p:cNvSpPr txBox="1"/>
          <p:nvPr>
            <p:ph idx="1" type="body"/>
          </p:nvPr>
        </p:nvSpPr>
        <p:spPr>
          <a:xfrm>
            <a:off x="457200" y="1221600"/>
            <a:ext cx="8229600" cy="3372900"/>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100000"/>
              </a:lnSpc>
              <a:spcBef>
                <a:spcPts val="0"/>
              </a:spcBef>
              <a:spcAft>
                <a:spcPts val="0"/>
              </a:spcAft>
              <a:buSzPct val="80000"/>
              <a:buNone/>
            </a:pPr>
            <a:r>
              <a:rPr b="1" lang="en">
                <a:solidFill>
                  <a:srgbClr val="EFD37E"/>
                </a:solidFill>
              </a:rPr>
              <a:t>Intent</a:t>
            </a:r>
            <a:r>
              <a:rPr b="1" lang="en"/>
              <a:t>: </a:t>
            </a:r>
            <a:r>
              <a:rPr lang="en"/>
              <a:t>Ensure a class only has one instance, and provide a global point of access to it.</a:t>
            </a:r>
            <a:endParaRPr/>
          </a:p>
          <a:p>
            <a:pPr indent="0" lvl="0" marL="0" rtl="0" algn="l">
              <a:lnSpc>
                <a:spcPct val="100000"/>
              </a:lnSpc>
              <a:spcBef>
                <a:spcPts val="1000"/>
              </a:spcBef>
              <a:spcAft>
                <a:spcPts val="0"/>
              </a:spcAft>
              <a:buSzPct val="80000"/>
              <a:buNone/>
            </a:pPr>
            <a:r>
              <a:rPr b="1" lang="en">
                <a:solidFill>
                  <a:srgbClr val="EFD37E"/>
                </a:solidFill>
              </a:rPr>
              <a:t>Motivation</a:t>
            </a:r>
            <a:r>
              <a:rPr b="1" lang="en"/>
              <a:t>:</a:t>
            </a:r>
            <a:r>
              <a:rPr lang="en"/>
              <a:t> The reason behind is</a:t>
            </a:r>
            <a:endParaRPr/>
          </a:p>
          <a:p>
            <a:pPr indent="-335286" lvl="0" marL="342906" rtl="0" algn="l">
              <a:lnSpc>
                <a:spcPct val="100000"/>
              </a:lnSpc>
              <a:spcBef>
                <a:spcPts val="1000"/>
              </a:spcBef>
              <a:spcAft>
                <a:spcPts val="0"/>
              </a:spcAft>
              <a:buSzPct val="80000"/>
              <a:buChar char="►"/>
            </a:pPr>
            <a:r>
              <a:rPr lang="en"/>
              <a:t>More than one instance will result in incorrect program behaviour. (thread specific)</a:t>
            </a:r>
            <a:endParaRPr/>
          </a:p>
          <a:p>
            <a:pPr indent="-335286" lvl="0" marL="342906" rtl="0" algn="l">
              <a:lnSpc>
                <a:spcPct val="100000"/>
              </a:lnSpc>
              <a:spcBef>
                <a:spcPts val="1000"/>
              </a:spcBef>
              <a:spcAft>
                <a:spcPts val="0"/>
              </a:spcAft>
              <a:buSzPct val="80000"/>
              <a:buChar char="►"/>
            </a:pPr>
            <a:r>
              <a:rPr lang="en"/>
              <a:t>More than one instance will result the overuse of resources. (ex: database connection string)</a:t>
            </a:r>
            <a:endParaRPr/>
          </a:p>
          <a:p>
            <a:pPr indent="-335286" lvl="0" marL="342906" rtl="0" algn="l">
              <a:lnSpc>
                <a:spcPct val="100000"/>
              </a:lnSpc>
              <a:spcBef>
                <a:spcPts val="1000"/>
              </a:spcBef>
              <a:spcAft>
                <a:spcPts val="0"/>
              </a:spcAft>
              <a:buSzPct val="80000"/>
              <a:buChar char="►"/>
            </a:pPr>
            <a:r>
              <a:rPr lang="en"/>
              <a:t>Some classes should have only one instance throughout the system for (ex: printer spooler windows 11)</a:t>
            </a:r>
            <a:endParaRPr/>
          </a:p>
          <a:p>
            <a:pPr indent="0" lvl="0" marL="0" rtl="0" algn="l">
              <a:lnSpc>
                <a:spcPct val="100000"/>
              </a:lnSpc>
              <a:spcBef>
                <a:spcPts val="1000"/>
              </a:spcBef>
              <a:spcAft>
                <a:spcPts val="0"/>
              </a:spcAft>
              <a:buSzPct val="80000"/>
              <a:buNone/>
            </a:pPr>
            <a:r>
              <a:rPr b="1" lang="en">
                <a:solidFill>
                  <a:srgbClr val="EFD37E"/>
                </a:solidFill>
              </a:rPr>
              <a:t>Classification</a:t>
            </a:r>
            <a:r>
              <a:rPr b="1" lang="en"/>
              <a:t>: </a:t>
            </a:r>
            <a:r>
              <a:rPr lang="en"/>
              <a:t>Classified as one of the most known Creational Pattern</a:t>
            </a:r>
            <a:endParaRPr/>
          </a:p>
        </p:txBody>
      </p:sp>
      <p:sp>
        <p:nvSpPr>
          <p:cNvPr id="335" name="Google Shape;335;g3761d991d44_1_57"/>
          <p:cNvSpPr txBox="1"/>
          <p:nvPr>
            <p:ph idx="12" type="sldNum"/>
          </p:nvPr>
        </p:nvSpPr>
        <p:spPr>
          <a:xfrm>
            <a:off x="7766431" y="166352"/>
            <a:ext cx="628800" cy="4317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rgbClr val="000000"/>
              </a:buClr>
              <a:buSzPts val="2801"/>
              <a:buFont typeface="Arial"/>
              <a:buNone/>
            </a:pPr>
            <a:fld id="{00000000-1234-1234-1234-123412341234}" type="slidenum">
              <a:rPr lang="en" sz="2801">
                <a:solidFill>
                  <a:schemeClr val="lt1"/>
                </a:solidFill>
                <a:latin typeface="Century Gothic"/>
                <a:ea typeface="Century Gothic"/>
                <a:cs typeface="Century Gothic"/>
                <a:sym typeface="Century Gothic"/>
              </a:rPr>
              <a:t>‹#›</a:t>
            </a:fld>
            <a:endParaRPr sz="2801">
              <a:solidFill>
                <a:schemeClr val="lt1"/>
              </a:solidFill>
              <a:latin typeface="Century Gothic"/>
              <a:ea typeface="Century Gothic"/>
              <a:cs typeface="Century Gothic"/>
              <a:sym typeface="Century Gothic"/>
            </a:endParaRPr>
          </a:p>
        </p:txBody>
      </p:sp>
      <p:pic>
        <p:nvPicPr>
          <p:cNvPr descr="brac.png" id="336" name="Google Shape;336;g3761d991d44_1_57"/>
          <p:cNvPicPr preferRelativeResize="0"/>
          <p:nvPr/>
        </p:nvPicPr>
        <p:blipFill rotWithShape="1">
          <a:blip r:embed="rId3">
            <a:alphaModFix/>
          </a:blip>
          <a:srcRect b="0" l="0" r="0" t="0"/>
          <a:stretch/>
        </p:blipFill>
        <p:spPr>
          <a:xfrm>
            <a:off x="7772400" y="4371975"/>
            <a:ext cx="1028700" cy="800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4">
                                            <p:txEl>
                                              <p:pRg end="0" st="0"/>
                                            </p:txEl>
                                          </p:spTgt>
                                        </p:tgtEl>
                                        <p:attrNameLst>
                                          <p:attrName>style.visibility</p:attrName>
                                        </p:attrNameLst>
                                      </p:cBhvr>
                                      <p:to>
                                        <p:strVal val="visible"/>
                                      </p:to>
                                    </p:set>
                                    <p:animEffect filter="fade" transition="in">
                                      <p:cBhvr>
                                        <p:cTn dur="1000"/>
                                        <p:tgtEl>
                                          <p:spTgt spid="33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4">
                                            <p:txEl>
                                              <p:pRg end="1" st="1"/>
                                            </p:txEl>
                                          </p:spTgt>
                                        </p:tgtEl>
                                        <p:attrNameLst>
                                          <p:attrName>style.visibility</p:attrName>
                                        </p:attrNameLst>
                                      </p:cBhvr>
                                      <p:to>
                                        <p:strVal val="visible"/>
                                      </p:to>
                                    </p:set>
                                    <p:animEffect filter="fade" transition="in">
                                      <p:cBhvr>
                                        <p:cTn dur="1000"/>
                                        <p:tgtEl>
                                          <p:spTgt spid="33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4">
                                            <p:txEl>
                                              <p:pRg end="2" st="2"/>
                                            </p:txEl>
                                          </p:spTgt>
                                        </p:tgtEl>
                                        <p:attrNameLst>
                                          <p:attrName>style.visibility</p:attrName>
                                        </p:attrNameLst>
                                      </p:cBhvr>
                                      <p:to>
                                        <p:strVal val="visible"/>
                                      </p:to>
                                    </p:set>
                                    <p:animEffect filter="fade" transition="in">
                                      <p:cBhvr>
                                        <p:cTn dur="1000"/>
                                        <p:tgtEl>
                                          <p:spTgt spid="33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4">
                                            <p:txEl>
                                              <p:pRg end="3" st="3"/>
                                            </p:txEl>
                                          </p:spTgt>
                                        </p:tgtEl>
                                        <p:attrNameLst>
                                          <p:attrName>style.visibility</p:attrName>
                                        </p:attrNameLst>
                                      </p:cBhvr>
                                      <p:to>
                                        <p:strVal val="visible"/>
                                      </p:to>
                                    </p:set>
                                    <p:animEffect filter="fade" transition="in">
                                      <p:cBhvr>
                                        <p:cTn dur="1000"/>
                                        <p:tgtEl>
                                          <p:spTgt spid="33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4">
                                            <p:txEl>
                                              <p:pRg end="4" st="4"/>
                                            </p:txEl>
                                          </p:spTgt>
                                        </p:tgtEl>
                                        <p:attrNameLst>
                                          <p:attrName>style.visibility</p:attrName>
                                        </p:attrNameLst>
                                      </p:cBhvr>
                                      <p:to>
                                        <p:strVal val="visible"/>
                                      </p:to>
                                    </p:set>
                                    <p:animEffect filter="fade" transition="in">
                                      <p:cBhvr>
                                        <p:cTn dur="1000"/>
                                        <p:tgtEl>
                                          <p:spTgt spid="33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4">
                                            <p:txEl>
                                              <p:pRg end="5" st="5"/>
                                            </p:txEl>
                                          </p:spTgt>
                                        </p:tgtEl>
                                        <p:attrNameLst>
                                          <p:attrName>style.visibility</p:attrName>
                                        </p:attrNameLst>
                                      </p:cBhvr>
                                      <p:to>
                                        <p:strVal val="visible"/>
                                      </p:to>
                                    </p:set>
                                    <p:animEffect filter="fade" transition="in">
                                      <p:cBhvr>
                                        <p:cTn dur="1000"/>
                                        <p:tgtEl>
                                          <p:spTgt spid="334">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g3761d991d44_1_64"/>
          <p:cNvSpPr txBox="1"/>
          <p:nvPr>
            <p:ph type="title"/>
          </p:nvPr>
        </p:nvSpPr>
        <p:spPr>
          <a:xfrm>
            <a:off x="457200" y="205978"/>
            <a:ext cx="8229600" cy="3429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100000"/>
              </a:lnSpc>
              <a:spcBef>
                <a:spcPts val="0"/>
              </a:spcBef>
              <a:spcAft>
                <a:spcPts val="0"/>
              </a:spcAft>
              <a:buClr>
                <a:schemeClr val="lt2"/>
              </a:buClr>
              <a:buSzPct val="100000"/>
              <a:buFont typeface="Century Gothic"/>
              <a:buNone/>
            </a:pPr>
            <a:r>
              <a:rPr lang="en"/>
              <a:t>Singleton Pattern Structure</a:t>
            </a:r>
            <a:endParaRPr/>
          </a:p>
        </p:txBody>
      </p:sp>
      <p:sp>
        <p:nvSpPr>
          <p:cNvPr id="342" name="Google Shape;342;g3761d991d44_1_64"/>
          <p:cNvSpPr txBox="1"/>
          <p:nvPr/>
        </p:nvSpPr>
        <p:spPr>
          <a:xfrm>
            <a:off x="251520" y="843558"/>
            <a:ext cx="6408600" cy="424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public class Singleton{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private static Singleton singleInstance;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private Singleton(){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a:t>
            </a:r>
            <a:r>
              <a:rPr b="0" i="0" lang="en" sz="1800" u="none" cap="none" strike="noStrike">
                <a:solidFill>
                  <a:srgbClr val="92D050"/>
                </a:solidFill>
                <a:latin typeface="Century Gothic"/>
                <a:ea typeface="Century Gothic"/>
                <a:cs typeface="Century Gothic"/>
                <a:sym typeface="Century Gothic"/>
              </a:rPr>
              <a:t>//nothing to do as object initiation will be done once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public static Singleton getInstance(){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if(singleInstance == null){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singleInstance = new Singletong(); </a:t>
            </a:r>
            <a:r>
              <a:rPr b="0" i="0" lang="en" sz="1800" u="none" cap="none" strike="noStrike">
                <a:solidFill>
                  <a:srgbClr val="92D050"/>
                </a:solidFill>
                <a:latin typeface="Century Gothic"/>
                <a:ea typeface="Century Gothic"/>
                <a:cs typeface="Century Gothic"/>
                <a:sym typeface="Century Gothic"/>
              </a:rPr>
              <a:t>// Lazy instance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return singleInstance;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
        <p:nvSpPr>
          <p:cNvPr id="343" name="Google Shape;343;g3761d991d44_1_64"/>
          <p:cNvSpPr txBox="1"/>
          <p:nvPr/>
        </p:nvSpPr>
        <p:spPr>
          <a:xfrm>
            <a:off x="5071429" y="4123400"/>
            <a:ext cx="3147900" cy="923400"/>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EFD37E"/>
                </a:solidFill>
                <a:latin typeface="Century Gothic"/>
                <a:ea typeface="Century Gothic"/>
                <a:cs typeface="Century Gothic"/>
                <a:sym typeface="Century Gothic"/>
              </a:rPr>
              <a:t>From main method call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Singleton instance = Singleton.getInstance();</a:t>
            </a:r>
            <a:endParaRPr b="0" i="0" sz="1800" u="none" cap="none" strike="noStrike">
              <a:solidFill>
                <a:schemeClr val="lt1"/>
              </a:solidFill>
              <a:latin typeface="Century Gothic"/>
              <a:ea typeface="Century Gothic"/>
              <a:cs typeface="Century Gothic"/>
              <a:sym typeface="Century Gothic"/>
            </a:endParaRPr>
          </a:p>
        </p:txBody>
      </p:sp>
      <p:sp>
        <p:nvSpPr>
          <p:cNvPr id="344" name="Google Shape;344;g3761d991d44_1_64"/>
          <p:cNvSpPr txBox="1"/>
          <p:nvPr>
            <p:ph idx="12" type="sldNum"/>
          </p:nvPr>
        </p:nvSpPr>
        <p:spPr>
          <a:xfrm>
            <a:off x="7766431" y="166352"/>
            <a:ext cx="628800" cy="4317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rgbClr val="000000"/>
              </a:buClr>
              <a:buSzPts val="2801"/>
              <a:buFont typeface="Arial"/>
              <a:buNone/>
            </a:pPr>
            <a:fld id="{00000000-1234-1234-1234-123412341234}" type="slidenum">
              <a:rPr lang="en" sz="2801">
                <a:solidFill>
                  <a:schemeClr val="lt1"/>
                </a:solidFill>
                <a:latin typeface="Century Gothic"/>
                <a:ea typeface="Century Gothic"/>
                <a:cs typeface="Century Gothic"/>
                <a:sym typeface="Century Gothic"/>
              </a:rPr>
              <a:t>‹#›</a:t>
            </a:fld>
            <a:endParaRPr sz="2801">
              <a:solidFill>
                <a:schemeClr val="lt1"/>
              </a:solidFill>
              <a:latin typeface="Century Gothic"/>
              <a:ea typeface="Century Gothic"/>
              <a:cs typeface="Century Gothic"/>
              <a:sym typeface="Century Gothic"/>
            </a:endParaRPr>
          </a:p>
        </p:txBody>
      </p:sp>
      <p:pic>
        <p:nvPicPr>
          <p:cNvPr descr="brac.png" id="345" name="Google Shape;345;g3761d991d44_1_64"/>
          <p:cNvPicPr preferRelativeResize="0"/>
          <p:nvPr/>
        </p:nvPicPr>
        <p:blipFill rotWithShape="1">
          <a:blip r:embed="rId3">
            <a:alphaModFix/>
          </a:blip>
          <a:srcRect b="0" l="0" r="0" t="0"/>
          <a:stretch/>
        </p:blipFill>
        <p:spPr>
          <a:xfrm>
            <a:off x="8395225" y="4561119"/>
            <a:ext cx="748775" cy="58238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2"/>
                                        </p:tgtEl>
                                        <p:attrNameLst>
                                          <p:attrName>style.visibility</p:attrName>
                                        </p:attrNameLst>
                                      </p:cBhvr>
                                      <p:to>
                                        <p:strVal val="visible"/>
                                      </p:to>
                                    </p:set>
                                    <p:animEffect filter="fade" transition="in">
                                      <p:cBhvr>
                                        <p:cTn dur="1000"/>
                                        <p:tgtEl>
                                          <p:spTgt spid="3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3"/>
                                        </p:tgtEl>
                                        <p:attrNameLst>
                                          <p:attrName>style.visibility</p:attrName>
                                        </p:attrNameLst>
                                      </p:cBhvr>
                                      <p:to>
                                        <p:strVal val="visible"/>
                                      </p:to>
                                    </p:set>
                                    <p:animEffect filter="fade" transition="in">
                                      <p:cBhvr>
                                        <p:cTn dur="1000"/>
                                        <p:tgtEl>
                                          <p:spTgt spid="3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g3761d991d44_1_72"/>
          <p:cNvSpPr txBox="1"/>
          <p:nvPr>
            <p:ph type="title"/>
          </p:nvPr>
        </p:nvSpPr>
        <p:spPr>
          <a:xfrm>
            <a:off x="484710" y="254654"/>
            <a:ext cx="7055400" cy="787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
              <a:t>Singleton</a:t>
            </a:r>
            <a:endParaRPr/>
          </a:p>
        </p:txBody>
      </p:sp>
      <p:sp>
        <p:nvSpPr>
          <p:cNvPr id="351" name="Google Shape;351;g3761d991d44_1_72"/>
          <p:cNvSpPr txBox="1"/>
          <p:nvPr>
            <p:ph idx="1" type="body"/>
          </p:nvPr>
        </p:nvSpPr>
        <p:spPr>
          <a:xfrm>
            <a:off x="251520" y="1167594"/>
            <a:ext cx="8660100" cy="31467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600"/>
              <a:buNone/>
            </a:pPr>
            <a:r>
              <a:rPr b="1" lang="en"/>
              <a:t>Participants: </a:t>
            </a:r>
            <a:endParaRPr/>
          </a:p>
          <a:p>
            <a:pPr indent="-342906" lvl="0" marL="342906" rtl="0" algn="l">
              <a:lnSpc>
                <a:spcPct val="100000"/>
              </a:lnSpc>
              <a:spcBef>
                <a:spcPts val="1000"/>
              </a:spcBef>
              <a:spcAft>
                <a:spcPts val="0"/>
              </a:spcAft>
              <a:buSzPts val="1600"/>
              <a:buFont typeface="Noto Sans Symbols"/>
              <a:buChar char="⮚"/>
            </a:pPr>
            <a:r>
              <a:rPr b="1" lang="en"/>
              <a:t>Singleton-</a:t>
            </a:r>
            <a:r>
              <a:rPr lang="en"/>
              <a:t>defines an Instance operation that lets clients access its unique instance. Instance is a class operation .It may be responsible for creating its own unique instance. (ex: Singleton)</a:t>
            </a:r>
            <a:endParaRPr b="1"/>
          </a:p>
          <a:p>
            <a:pPr indent="0" lvl="0" marL="0" rtl="0" algn="l">
              <a:lnSpc>
                <a:spcPct val="100000"/>
              </a:lnSpc>
              <a:spcBef>
                <a:spcPts val="1000"/>
              </a:spcBef>
              <a:spcAft>
                <a:spcPts val="0"/>
              </a:spcAft>
              <a:buSzPts val="1600"/>
              <a:buNone/>
            </a:pPr>
            <a:r>
              <a:rPr b="1" lang="en"/>
              <a:t>Structure:</a:t>
            </a:r>
            <a:endParaRPr/>
          </a:p>
        </p:txBody>
      </p:sp>
      <p:pic>
        <p:nvPicPr>
          <p:cNvPr id="352" name="Google Shape;352;g3761d991d44_1_72"/>
          <p:cNvPicPr preferRelativeResize="0"/>
          <p:nvPr/>
        </p:nvPicPr>
        <p:blipFill rotWithShape="1">
          <a:blip r:embed="rId3">
            <a:alphaModFix/>
          </a:blip>
          <a:srcRect b="0" l="0" r="0" t="0"/>
          <a:stretch/>
        </p:blipFill>
        <p:spPr>
          <a:xfrm>
            <a:off x="1889082" y="2800350"/>
            <a:ext cx="4368489" cy="1944216"/>
          </a:xfrm>
          <a:prstGeom prst="rect">
            <a:avLst/>
          </a:prstGeom>
          <a:noFill/>
          <a:ln>
            <a:noFill/>
          </a:ln>
        </p:spPr>
      </p:pic>
      <p:sp>
        <p:nvSpPr>
          <p:cNvPr id="353" name="Google Shape;353;g3761d991d44_1_72"/>
          <p:cNvSpPr txBox="1"/>
          <p:nvPr>
            <p:ph idx="12" type="sldNum"/>
          </p:nvPr>
        </p:nvSpPr>
        <p:spPr>
          <a:xfrm>
            <a:off x="7766431" y="166352"/>
            <a:ext cx="628800" cy="4317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rgbClr val="000000"/>
              </a:buClr>
              <a:buSzPts val="2801"/>
              <a:buFont typeface="Arial"/>
              <a:buNone/>
            </a:pPr>
            <a:fld id="{00000000-1234-1234-1234-123412341234}" type="slidenum">
              <a:rPr lang="en" sz="2801">
                <a:solidFill>
                  <a:schemeClr val="lt1"/>
                </a:solidFill>
                <a:latin typeface="Century Gothic"/>
                <a:ea typeface="Century Gothic"/>
                <a:cs typeface="Century Gothic"/>
                <a:sym typeface="Century Gothic"/>
              </a:rPr>
              <a:t>‹#›</a:t>
            </a:fld>
            <a:endParaRPr sz="2801">
              <a:solidFill>
                <a:schemeClr val="lt1"/>
              </a:solidFill>
              <a:latin typeface="Century Gothic"/>
              <a:ea typeface="Century Gothic"/>
              <a:cs typeface="Century Gothic"/>
              <a:sym typeface="Century Gothic"/>
            </a:endParaRPr>
          </a:p>
        </p:txBody>
      </p:sp>
      <p:pic>
        <p:nvPicPr>
          <p:cNvPr descr="brac.png" id="354" name="Google Shape;354;g3761d991d44_1_72"/>
          <p:cNvPicPr preferRelativeResize="0"/>
          <p:nvPr/>
        </p:nvPicPr>
        <p:blipFill rotWithShape="1">
          <a:blip r:embed="rId4">
            <a:alphaModFix/>
          </a:blip>
          <a:srcRect b="0" l="0" r="0" t="0"/>
          <a:stretch/>
        </p:blipFill>
        <p:spPr>
          <a:xfrm>
            <a:off x="8256250" y="4453025"/>
            <a:ext cx="887750" cy="6904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g3761d991d44_1_80"/>
          <p:cNvSpPr txBox="1"/>
          <p:nvPr>
            <p:ph type="title"/>
          </p:nvPr>
        </p:nvSpPr>
        <p:spPr>
          <a:xfrm>
            <a:off x="484710" y="254654"/>
            <a:ext cx="7055400" cy="787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
              <a:t>Singleton</a:t>
            </a:r>
            <a:endParaRPr/>
          </a:p>
        </p:txBody>
      </p:sp>
      <p:sp>
        <p:nvSpPr>
          <p:cNvPr id="360" name="Google Shape;360;g3761d991d44_1_80"/>
          <p:cNvSpPr txBox="1"/>
          <p:nvPr>
            <p:ph idx="1" type="body"/>
          </p:nvPr>
        </p:nvSpPr>
        <p:spPr>
          <a:xfrm>
            <a:off x="827700" y="1539694"/>
            <a:ext cx="7416600" cy="3146700"/>
          </a:xfrm>
          <a:prstGeom prst="rect">
            <a:avLst/>
          </a:prstGeom>
          <a:noFill/>
          <a:ln>
            <a:noFill/>
          </a:ln>
        </p:spPr>
        <p:txBody>
          <a:bodyPr anchorCtr="0" anchor="t" bIns="45700" lIns="91425" spcFirstLastPara="1" rIns="91425" wrap="square" tIns="45700">
            <a:normAutofit fontScale="77500" lnSpcReduction="20000"/>
          </a:bodyPr>
          <a:lstStyle/>
          <a:p>
            <a:pPr indent="0" lvl="0" marL="0" rtl="0" algn="just">
              <a:lnSpc>
                <a:spcPct val="100000"/>
              </a:lnSpc>
              <a:spcBef>
                <a:spcPts val="0"/>
              </a:spcBef>
              <a:spcAft>
                <a:spcPts val="0"/>
              </a:spcAft>
              <a:buSzPct val="80000"/>
              <a:buNone/>
            </a:pPr>
            <a:r>
              <a:rPr b="1" lang="en"/>
              <a:t>Lazy instance</a:t>
            </a:r>
            <a:r>
              <a:rPr lang="en"/>
              <a:t>: Singleton make use of lazy initiation of the class. It means that its creation is deferred until it is first used. It helps to improve performance, avoid wasteful computation and reduce program memory requirement.</a:t>
            </a:r>
            <a:endParaRPr/>
          </a:p>
          <a:p>
            <a:pPr indent="0" lvl="0" marL="0" rtl="0" algn="just">
              <a:lnSpc>
                <a:spcPct val="100000"/>
              </a:lnSpc>
              <a:spcBef>
                <a:spcPts val="1000"/>
              </a:spcBef>
              <a:spcAft>
                <a:spcPts val="0"/>
              </a:spcAft>
              <a:buSzPct val="80000"/>
              <a:buNone/>
            </a:pPr>
            <a:r>
              <a:t/>
            </a:r>
            <a:endParaRPr/>
          </a:p>
          <a:p>
            <a:pPr indent="0" lvl="0" marL="0" rtl="0" algn="l">
              <a:lnSpc>
                <a:spcPct val="100000"/>
              </a:lnSpc>
              <a:spcBef>
                <a:spcPts val="1000"/>
              </a:spcBef>
              <a:spcAft>
                <a:spcPts val="0"/>
              </a:spcAft>
              <a:buSzPct val="80000"/>
              <a:buNone/>
            </a:pPr>
            <a:r>
              <a:rPr lang="en"/>
              <a:t> if(singleInstance == null){</a:t>
            </a:r>
            <a:endParaRPr/>
          </a:p>
          <a:p>
            <a:pPr indent="0" lvl="0" marL="0" rtl="0" algn="l">
              <a:lnSpc>
                <a:spcPct val="100000"/>
              </a:lnSpc>
              <a:spcBef>
                <a:spcPts val="1000"/>
              </a:spcBef>
              <a:spcAft>
                <a:spcPts val="0"/>
              </a:spcAft>
              <a:buSzPct val="80000"/>
              <a:buNone/>
            </a:pPr>
            <a:r>
              <a:rPr lang="en"/>
              <a:t>      singleInstance = new Singleton(); </a:t>
            </a:r>
            <a:r>
              <a:rPr lang="en">
                <a:solidFill>
                  <a:srgbClr val="92D050"/>
                </a:solidFill>
              </a:rPr>
              <a:t>// Lazy initialization</a:t>
            </a:r>
            <a:endParaRPr>
              <a:solidFill>
                <a:srgbClr val="92D050"/>
              </a:solidFill>
            </a:endParaRPr>
          </a:p>
          <a:p>
            <a:pPr indent="0" lvl="0" marL="0" rtl="0" algn="l">
              <a:lnSpc>
                <a:spcPct val="100000"/>
              </a:lnSpc>
              <a:spcBef>
                <a:spcPts val="1000"/>
              </a:spcBef>
              <a:spcAft>
                <a:spcPts val="0"/>
              </a:spcAft>
              <a:buSzPct val="80000"/>
              <a:buNone/>
            </a:pPr>
            <a:r>
              <a:rPr lang="en"/>
              <a:t> }</a:t>
            </a:r>
            <a:endParaRPr/>
          </a:p>
          <a:p>
            <a:pPr indent="0" lvl="0" marL="0" rtl="0" algn="l">
              <a:lnSpc>
                <a:spcPct val="100000"/>
              </a:lnSpc>
              <a:spcBef>
                <a:spcPts val="1000"/>
              </a:spcBef>
              <a:spcAft>
                <a:spcPts val="0"/>
              </a:spcAft>
              <a:buSzPct val="80000"/>
              <a:buNone/>
            </a:pPr>
            <a:r>
              <a:t/>
            </a:r>
            <a:endParaRPr/>
          </a:p>
          <a:p>
            <a:pPr indent="0" lvl="0" marL="0" rtl="0" algn="l">
              <a:lnSpc>
                <a:spcPct val="100000"/>
              </a:lnSpc>
              <a:spcBef>
                <a:spcPts val="1000"/>
              </a:spcBef>
              <a:spcAft>
                <a:spcPts val="0"/>
              </a:spcAft>
              <a:buSzPct val="80000"/>
              <a:buNone/>
            </a:pPr>
            <a:r>
              <a:rPr lang="en"/>
              <a:t>Read more: </a:t>
            </a:r>
            <a:r>
              <a:rPr lang="en" u="sng">
                <a:solidFill>
                  <a:schemeClr val="hlink"/>
                </a:solidFill>
                <a:hlinkClick r:id="rId3"/>
              </a:rPr>
              <a:t>https://stackoverflow.com/questions/978759/what-is-lazy-initialization-and-why-is-it-useful</a:t>
            </a:r>
            <a:endParaRPr/>
          </a:p>
        </p:txBody>
      </p:sp>
      <p:sp>
        <p:nvSpPr>
          <p:cNvPr id="361" name="Google Shape;361;g3761d991d44_1_80"/>
          <p:cNvSpPr txBox="1"/>
          <p:nvPr>
            <p:ph idx="12" type="sldNum"/>
          </p:nvPr>
        </p:nvSpPr>
        <p:spPr>
          <a:xfrm>
            <a:off x="7766431" y="166352"/>
            <a:ext cx="628800" cy="4317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rgbClr val="000000"/>
              </a:buClr>
              <a:buSzPts val="2801"/>
              <a:buFont typeface="Arial"/>
              <a:buNone/>
            </a:pPr>
            <a:fld id="{00000000-1234-1234-1234-123412341234}" type="slidenum">
              <a:rPr lang="en" sz="2801">
                <a:solidFill>
                  <a:schemeClr val="lt1"/>
                </a:solidFill>
                <a:latin typeface="Century Gothic"/>
                <a:ea typeface="Century Gothic"/>
                <a:cs typeface="Century Gothic"/>
                <a:sym typeface="Century Gothic"/>
              </a:rPr>
              <a:t>‹#›</a:t>
            </a:fld>
            <a:endParaRPr sz="2801">
              <a:solidFill>
                <a:schemeClr val="lt1"/>
              </a:solidFill>
              <a:latin typeface="Century Gothic"/>
              <a:ea typeface="Century Gothic"/>
              <a:cs typeface="Century Gothic"/>
              <a:sym typeface="Century Gothic"/>
            </a:endParaRPr>
          </a:p>
        </p:txBody>
      </p:sp>
      <p:pic>
        <p:nvPicPr>
          <p:cNvPr descr="brac.png" id="362" name="Google Shape;362;g3761d991d44_1_80"/>
          <p:cNvPicPr preferRelativeResize="0"/>
          <p:nvPr/>
        </p:nvPicPr>
        <p:blipFill rotWithShape="1">
          <a:blip r:embed="rId4">
            <a:alphaModFix/>
          </a:blip>
          <a:srcRect b="0" l="0" r="0" t="0"/>
          <a:stretch/>
        </p:blipFill>
        <p:spPr>
          <a:xfrm>
            <a:off x="8156957" y="4596300"/>
            <a:ext cx="740282" cy="5757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g3761d991d44_1_87"/>
          <p:cNvSpPr txBox="1"/>
          <p:nvPr>
            <p:ph type="title"/>
          </p:nvPr>
        </p:nvSpPr>
        <p:spPr>
          <a:xfrm>
            <a:off x="484710" y="254654"/>
            <a:ext cx="7055400" cy="787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
              <a:t>Adapter Pattern</a:t>
            </a:r>
            <a:endParaRPr/>
          </a:p>
        </p:txBody>
      </p:sp>
      <p:sp>
        <p:nvSpPr>
          <p:cNvPr id="368" name="Google Shape;368;g3761d991d44_1_87"/>
          <p:cNvSpPr txBox="1"/>
          <p:nvPr>
            <p:ph idx="1" type="body"/>
          </p:nvPr>
        </p:nvSpPr>
        <p:spPr>
          <a:xfrm>
            <a:off x="827700" y="1005577"/>
            <a:ext cx="6711600" cy="36807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SzPts val="1600"/>
              <a:buNone/>
            </a:pPr>
            <a:r>
              <a:rPr b="1" lang="en"/>
              <a:t>In the real world...</a:t>
            </a:r>
            <a:endParaRPr/>
          </a:p>
          <a:p>
            <a:pPr indent="0" lvl="0" marL="0" rtl="0" algn="l">
              <a:lnSpc>
                <a:spcPct val="100000"/>
              </a:lnSpc>
              <a:spcBef>
                <a:spcPts val="1000"/>
              </a:spcBef>
              <a:spcAft>
                <a:spcPts val="0"/>
              </a:spcAft>
              <a:buSzPts val="1600"/>
              <a:buNone/>
            </a:pPr>
            <a:r>
              <a:rPr lang="en"/>
              <a:t>we are very familiar with adapters and what they do </a:t>
            </a:r>
            <a:br>
              <a:rPr lang="en"/>
            </a:br>
            <a:endParaRPr/>
          </a:p>
        </p:txBody>
      </p:sp>
      <p:sp>
        <p:nvSpPr>
          <p:cNvPr id="369" name="Google Shape;369;g3761d991d44_1_87"/>
          <p:cNvSpPr txBox="1"/>
          <p:nvPr>
            <p:ph idx="12" type="sldNum"/>
          </p:nvPr>
        </p:nvSpPr>
        <p:spPr>
          <a:xfrm>
            <a:off x="7766431" y="166352"/>
            <a:ext cx="628800" cy="4317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rgbClr val="000000"/>
              </a:buClr>
              <a:buSzPts val="2801"/>
              <a:buFont typeface="Arial"/>
              <a:buNone/>
            </a:pPr>
            <a:fld id="{00000000-1234-1234-1234-123412341234}" type="slidenum">
              <a:rPr lang="en" sz="2801">
                <a:solidFill>
                  <a:schemeClr val="lt1"/>
                </a:solidFill>
                <a:latin typeface="Century Gothic"/>
                <a:ea typeface="Century Gothic"/>
                <a:cs typeface="Century Gothic"/>
                <a:sym typeface="Century Gothic"/>
              </a:rPr>
              <a:t>‹#›</a:t>
            </a:fld>
            <a:endParaRPr sz="2801">
              <a:solidFill>
                <a:schemeClr val="lt1"/>
              </a:solidFill>
              <a:latin typeface="Century Gothic"/>
              <a:ea typeface="Century Gothic"/>
              <a:cs typeface="Century Gothic"/>
              <a:sym typeface="Century Gothic"/>
            </a:endParaRPr>
          </a:p>
        </p:txBody>
      </p:sp>
      <p:pic>
        <p:nvPicPr>
          <p:cNvPr id="370" name="Google Shape;370;g3761d991d44_1_87"/>
          <p:cNvPicPr preferRelativeResize="0"/>
          <p:nvPr/>
        </p:nvPicPr>
        <p:blipFill rotWithShape="1">
          <a:blip r:embed="rId3">
            <a:alphaModFix/>
          </a:blip>
          <a:srcRect b="0" l="0" r="0" t="0"/>
          <a:stretch/>
        </p:blipFill>
        <p:spPr>
          <a:xfrm>
            <a:off x="1403648" y="1869672"/>
            <a:ext cx="6265169" cy="2874931"/>
          </a:xfrm>
          <a:prstGeom prst="rect">
            <a:avLst/>
          </a:prstGeom>
          <a:noFill/>
          <a:ln>
            <a:noFill/>
          </a:ln>
        </p:spPr>
      </p:pic>
      <p:pic>
        <p:nvPicPr>
          <p:cNvPr descr="brac.png" id="371" name="Google Shape;371;g3761d991d44_1_87"/>
          <p:cNvPicPr preferRelativeResize="0"/>
          <p:nvPr/>
        </p:nvPicPr>
        <p:blipFill rotWithShape="1">
          <a:blip r:embed="rId4">
            <a:alphaModFix/>
          </a:blip>
          <a:srcRect b="0" l="0" r="0" t="0"/>
          <a:stretch/>
        </p:blipFill>
        <p:spPr>
          <a:xfrm>
            <a:off x="7772400" y="4371975"/>
            <a:ext cx="1028700" cy="8001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g3761d991d44_1_95"/>
          <p:cNvSpPr txBox="1"/>
          <p:nvPr>
            <p:ph type="title"/>
          </p:nvPr>
        </p:nvSpPr>
        <p:spPr>
          <a:xfrm>
            <a:off x="457200" y="205978"/>
            <a:ext cx="8229600" cy="7998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100000"/>
              </a:lnSpc>
              <a:spcBef>
                <a:spcPts val="0"/>
              </a:spcBef>
              <a:spcAft>
                <a:spcPts val="0"/>
              </a:spcAft>
              <a:buClr>
                <a:schemeClr val="lt2"/>
              </a:buClr>
              <a:buSzPct val="100000"/>
              <a:buFont typeface="Century Gothic"/>
              <a:buNone/>
            </a:pPr>
            <a:r>
              <a:rPr lang="en"/>
              <a:t>What about object oriented adapters? </a:t>
            </a:r>
            <a:br>
              <a:rPr lang="en"/>
            </a:br>
            <a:endParaRPr/>
          </a:p>
        </p:txBody>
      </p:sp>
      <p:sp>
        <p:nvSpPr>
          <p:cNvPr id="377" name="Google Shape;377;g3761d991d44_1_95"/>
          <p:cNvSpPr txBox="1"/>
          <p:nvPr>
            <p:ph idx="1" type="body"/>
          </p:nvPr>
        </p:nvSpPr>
        <p:spPr>
          <a:xfrm>
            <a:off x="827700" y="1539694"/>
            <a:ext cx="7704600" cy="31467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600"/>
              <a:buNone/>
            </a:pPr>
            <a:r>
              <a:rPr b="1" lang="en">
                <a:solidFill>
                  <a:srgbClr val="EFD37E"/>
                </a:solidFill>
              </a:rPr>
              <a:t>Intent</a:t>
            </a:r>
            <a:r>
              <a:rPr b="1" lang="en"/>
              <a:t>:</a:t>
            </a:r>
            <a:br>
              <a:rPr b="1" lang="en"/>
            </a:br>
            <a:r>
              <a:rPr lang="en"/>
              <a:t>Convert the interface of a class into another interface clients expect. Adapter lets classes work together that couldn't otherwise because of incompatible interfaces.</a:t>
            </a:r>
            <a:br>
              <a:rPr lang="en"/>
            </a:br>
            <a:r>
              <a:rPr b="1" lang="en">
                <a:solidFill>
                  <a:srgbClr val="EFD37E"/>
                </a:solidFill>
              </a:rPr>
              <a:t>Classified as:</a:t>
            </a:r>
            <a:br>
              <a:rPr b="1" lang="en"/>
            </a:br>
            <a:r>
              <a:rPr lang="en"/>
              <a:t>A Structural Pattern</a:t>
            </a:r>
            <a:br>
              <a:rPr lang="en"/>
            </a:br>
            <a:r>
              <a:rPr lang="en"/>
              <a:t>(Structural patterns are concerned with how classes and objects are composed to form larger structures.)</a:t>
            </a:r>
            <a:br>
              <a:rPr lang="en"/>
            </a:br>
            <a:r>
              <a:rPr b="1" lang="en">
                <a:solidFill>
                  <a:srgbClr val="EFD37E"/>
                </a:solidFill>
              </a:rPr>
              <a:t>Also Known As:</a:t>
            </a:r>
            <a:br>
              <a:rPr b="1" lang="en"/>
            </a:br>
            <a:r>
              <a:rPr lang="en"/>
              <a:t>Wrapper </a:t>
            </a:r>
            <a:endParaRPr/>
          </a:p>
        </p:txBody>
      </p:sp>
      <p:sp>
        <p:nvSpPr>
          <p:cNvPr id="378" name="Google Shape;378;g3761d991d44_1_95"/>
          <p:cNvSpPr txBox="1"/>
          <p:nvPr>
            <p:ph idx="12" type="sldNum"/>
          </p:nvPr>
        </p:nvSpPr>
        <p:spPr>
          <a:xfrm>
            <a:off x="7766431" y="166352"/>
            <a:ext cx="628800" cy="4317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rgbClr val="000000"/>
              </a:buClr>
              <a:buSzPts val="2801"/>
              <a:buFont typeface="Arial"/>
              <a:buNone/>
            </a:pPr>
            <a:fld id="{00000000-1234-1234-1234-123412341234}" type="slidenum">
              <a:rPr lang="en" sz="2801">
                <a:solidFill>
                  <a:schemeClr val="lt1"/>
                </a:solidFill>
                <a:latin typeface="Century Gothic"/>
                <a:ea typeface="Century Gothic"/>
                <a:cs typeface="Century Gothic"/>
                <a:sym typeface="Century Gothic"/>
              </a:rPr>
              <a:t>‹#›</a:t>
            </a:fld>
            <a:endParaRPr sz="2801">
              <a:solidFill>
                <a:schemeClr val="lt1"/>
              </a:solidFill>
              <a:latin typeface="Century Gothic"/>
              <a:ea typeface="Century Gothic"/>
              <a:cs typeface="Century Gothic"/>
              <a:sym typeface="Century Gothic"/>
            </a:endParaRPr>
          </a:p>
        </p:txBody>
      </p:sp>
      <p:pic>
        <p:nvPicPr>
          <p:cNvPr descr="brac.png" id="379" name="Google Shape;379;g3761d991d44_1_95"/>
          <p:cNvPicPr preferRelativeResize="0"/>
          <p:nvPr/>
        </p:nvPicPr>
        <p:blipFill rotWithShape="1">
          <a:blip r:embed="rId3">
            <a:alphaModFix/>
          </a:blip>
          <a:srcRect b="0" l="0" r="0" t="0"/>
          <a:stretch/>
        </p:blipFill>
        <p:spPr>
          <a:xfrm>
            <a:off x="7772400" y="4371975"/>
            <a:ext cx="1028700" cy="8001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g3761d991d44_1_102"/>
          <p:cNvSpPr txBox="1"/>
          <p:nvPr>
            <p:ph type="title"/>
          </p:nvPr>
        </p:nvSpPr>
        <p:spPr>
          <a:xfrm>
            <a:off x="484710" y="254654"/>
            <a:ext cx="7055400" cy="787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
              <a:t>Adapter Pattern</a:t>
            </a:r>
            <a:endParaRPr/>
          </a:p>
        </p:txBody>
      </p:sp>
      <p:sp>
        <p:nvSpPr>
          <p:cNvPr id="385" name="Google Shape;385;g3761d991d44_1_102"/>
          <p:cNvSpPr txBox="1"/>
          <p:nvPr>
            <p:ph idx="1" type="body"/>
          </p:nvPr>
        </p:nvSpPr>
        <p:spPr>
          <a:xfrm>
            <a:off x="483974" y="1539694"/>
            <a:ext cx="8048400" cy="31467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600"/>
              <a:buNone/>
            </a:pPr>
            <a:r>
              <a:rPr lang="en"/>
              <a:t>Adapter pattern can be solved in one of two ways:</a:t>
            </a:r>
            <a:endParaRPr/>
          </a:p>
          <a:p>
            <a:pPr indent="-342906" lvl="0" marL="342906" rtl="0" algn="l">
              <a:lnSpc>
                <a:spcPct val="100000"/>
              </a:lnSpc>
              <a:spcBef>
                <a:spcPts val="1000"/>
              </a:spcBef>
              <a:spcAft>
                <a:spcPts val="0"/>
              </a:spcAft>
              <a:buSzPts val="1600"/>
              <a:buChar char="►"/>
            </a:pPr>
            <a:r>
              <a:rPr b="1" lang="en">
                <a:solidFill>
                  <a:srgbClr val="EFD37E"/>
                </a:solidFill>
              </a:rPr>
              <a:t>Class Adapter</a:t>
            </a:r>
            <a:r>
              <a:rPr lang="en"/>
              <a:t>: its Inheritance based solution</a:t>
            </a:r>
            <a:endParaRPr/>
          </a:p>
          <a:p>
            <a:pPr indent="-342906" lvl="0" marL="342906" rtl="0" algn="l">
              <a:lnSpc>
                <a:spcPct val="100000"/>
              </a:lnSpc>
              <a:spcBef>
                <a:spcPts val="1000"/>
              </a:spcBef>
              <a:spcAft>
                <a:spcPts val="0"/>
              </a:spcAft>
              <a:buSzPts val="1600"/>
              <a:buChar char="►"/>
            </a:pPr>
            <a:r>
              <a:rPr b="1" lang="en">
                <a:solidFill>
                  <a:srgbClr val="EFD37E"/>
                </a:solidFill>
              </a:rPr>
              <a:t>Object Adapter: </a:t>
            </a:r>
            <a:r>
              <a:rPr lang="en"/>
              <a:t>its Object creation based solution</a:t>
            </a:r>
            <a:endParaRPr/>
          </a:p>
        </p:txBody>
      </p:sp>
      <p:sp>
        <p:nvSpPr>
          <p:cNvPr id="386" name="Google Shape;386;g3761d991d44_1_102"/>
          <p:cNvSpPr txBox="1"/>
          <p:nvPr>
            <p:ph idx="12" type="sldNum"/>
          </p:nvPr>
        </p:nvSpPr>
        <p:spPr>
          <a:xfrm>
            <a:off x="7766431" y="166352"/>
            <a:ext cx="628800" cy="4317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rgbClr val="000000"/>
              </a:buClr>
              <a:buSzPts val="2801"/>
              <a:buFont typeface="Arial"/>
              <a:buNone/>
            </a:pPr>
            <a:fld id="{00000000-1234-1234-1234-123412341234}" type="slidenum">
              <a:rPr lang="en" sz="2801">
                <a:solidFill>
                  <a:schemeClr val="lt1"/>
                </a:solidFill>
                <a:latin typeface="Century Gothic"/>
                <a:ea typeface="Century Gothic"/>
                <a:cs typeface="Century Gothic"/>
                <a:sym typeface="Century Gothic"/>
              </a:rPr>
              <a:t>‹#›</a:t>
            </a:fld>
            <a:endParaRPr sz="2801">
              <a:solidFill>
                <a:schemeClr val="lt1"/>
              </a:solidFill>
              <a:latin typeface="Century Gothic"/>
              <a:ea typeface="Century Gothic"/>
              <a:cs typeface="Century Gothic"/>
              <a:sym typeface="Century Gothic"/>
            </a:endParaRPr>
          </a:p>
        </p:txBody>
      </p:sp>
      <p:pic>
        <p:nvPicPr>
          <p:cNvPr descr="brac.png" id="387" name="Google Shape;387;g3761d991d44_1_102"/>
          <p:cNvPicPr preferRelativeResize="0"/>
          <p:nvPr/>
        </p:nvPicPr>
        <p:blipFill rotWithShape="1">
          <a:blip r:embed="rId3">
            <a:alphaModFix/>
          </a:blip>
          <a:srcRect b="0" l="0" r="0" t="0"/>
          <a:stretch/>
        </p:blipFill>
        <p:spPr>
          <a:xfrm>
            <a:off x="7772400" y="4371975"/>
            <a:ext cx="1028700" cy="8001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g3761d991d44_1_109"/>
          <p:cNvSpPr txBox="1"/>
          <p:nvPr>
            <p:ph type="title"/>
          </p:nvPr>
        </p:nvSpPr>
        <p:spPr>
          <a:xfrm>
            <a:off x="457200" y="205978"/>
            <a:ext cx="8229600" cy="691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
              <a:t>Class Adapter</a:t>
            </a:r>
            <a:endParaRPr/>
          </a:p>
        </p:txBody>
      </p:sp>
      <p:sp>
        <p:nvSpPr>
          <p:cNvPr id="393" name="Google Shape;393;g3761d991d44_1_109"/>
          <p:cNvSpPr txBox="1"/>
          <p:nvPr>
            <p:ph idx="1" type="body"/>
          </p:nvPr>
        </p:nvSpPr>
        <p:spPr>
          <a:xfrm>
            <a:off x="539552" y="1275605"/>
            <a:ext cx="8147100" cy="34107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600"/>
              <a:buNone/>
            </a:pPr>
            <a:r>
              <a:rPr b="1" lang="en"/>
              <a:t>Scenario: </a:t>
            </a:r>
            <a:r>
              <a:rPr b="1" i="1" lang="en">
                <a:solidFill>
                  <a:srgbClr val="EFD37E"/>
                </a:solidFill>
              </a:rPr>
              <a:t>I have a pizza making store that creates different pizzas based on the choices of people of different locations. For example – people of Dhaka like DhakaStylePizza, people of Sylhet like SylhetStylePizza. </a:t>
            </a:r>
            <a:endParaRPr/>
          </a:p>
          <a:p>
            <a:pPr indent="0" lvl="0" marL="0" rtl="0" algn="l">
              <a:lnSpc>
                <a:spcPct val="100000"/>
              </a:lnSpc>
              <a:spcBef>
                <a:spcPts val="1000"/>
              </a:spcBef>
              <a:spcAft>
                <a:spcPts val="0"/>
              </a:spcAft>
              <a:buSzPts val="1600"/>
              <a:buNone/>
            </a:pPr>
            <a:br>
              <a:rPr lang="en"/>
            </a:br>
            <a:endParaRPr/>
          </a:p>
        </p:txBody>
      </p:sp>
      <p:sp>
        <p:nvSpPr>
          <p:cNvPr id="394" name="Google Shape;394;g3761d991d44_1_109"/>
          <p:cNvSpPr txBox="1"/>
          <p:nvPr>
            <p:ph idx="12" type="sldNum"/>
          </p:nvPr>
        </p:nvSpPr>
        <p:spPr>
          <a:xfrm>
            <a:off x="7766431" y="166352"/>
            <a:ext cx="628800" cy="4317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rgbClr val="000000"/>
              </a:buClr>
              <a:buSzPts val="2801"/>
              <a:buFont typeface="Arial"/>
              <a:buNone/>
            </a:pPr>
            <a:fld id="{00000000-1234-1234-1234-123412341234}" type="slidenum">
              <a:rPr lang="en" sz="2801">
                <a:solidFill>
                  <a:schemeClr val="lt1"/>
                </a:solidFill>
                <a:latin typeface="Century Gothic"/>
                <a:ea typeface="Century Gothic"/>
                <a:cs typeface="Century Gothic"/>
                <a:sym typeface="Century Gothic"/>
              </a:rPr>
              <a:t>‹#›</a:t>
            </a:fld>
            <a:endParaRPr sz="2801">
              <a:solidFill>
                <a:schemeClr val="lt1"/>
              </a:solidFill>
              <a:latin typeface="Century Gothic"/>
              <a:ea typeface="Century Gothic"/>
              <a:cs typeface="Century Gothic"/>
              <a:sym typeface="Century Gothic"/>
            </a:endParaRPr>
          </a:p>
        </p:txBody>
      </p:sp>
      <p:pic>
        <p:nvPicPr>
          <p:cNvPr id="395" name="Google Shape;395;g3761d991d44_1_109"/>
          <p:cNvPicPr preferRelativeResize="0"/>
          <p:nvPr/>
        </p:nvPicPr>
        <p:blipFill rotWithShape="1">
          <a:blip r:embed="rId3">
            <a:alphaModFix/>
          </a:blip>
          <a:srcRect b="0" l="0" r="0" t="0"/>
          <a:stretch/>
        </p:blipFill>
        <p:spPr>
          <a:xfrm>
            <a:off x="899592" y="2746344"/>
            <a:ext cx="2615381" cy="2244862"/>
          </a:xfrm>
          <a:prstGeom prst="rect">
            <a:avLst/>
          </a:prstGeom>
          <a:noFill/>
          <a:ln>
            <a:noFill/>
          </a:ln>
        </p:spPr>
      </p:pic>
      <p:pic>
        <p:nvPicPr>
          <p:cNvPr id="396" name="Google Shape;396;g3761d991d44_1_109"/>
          <p:cNvPicPr preferRelativeResize="0"/>
          <p:nvPr/>
        </p:nvPicPr>
        <p:blipFill rotWithShape="1">
          <a:blip r:embed="rId4">
            <a:alphaModFix/>
          </a:blip>
          <a:srcRect b="0" l="0" r="0" t="0"/>
          <a:stretch/>
        </p:blipFill>
        <p:spPr>
          <a:xfrm>
            <a:off x="4807366" y="2500423"/>
            <a:ext cx="2834232" cy="2345700"/>
          </a:xfrm>
          <a:prstGeom prst="rect">
            <a:avLst/>
          </a:prstGeom>
          <a:noFill/>
          <a:ln>
            <a:noFill/>
          </a:ln>
        </p:spPr>
      </p:pic>
      <p:pic>
        <p:nvPicPr>
          <p:cNvPr descr="brac.png" id="397" name="Google Shape;397;g3761d991d44_1_109"/>
          <p:cNvPicPr preferRelativeResize="0"/>
          <p:nvPr/>
        </p:nvPicPr>
        <p:blipFill rotWithShape="1">
          <a:blip r:embed="rId5">
            <a:alphaModFix/>
          </a:blip>
          <a:srcRect b="0" l="0" r="0" t="0"/>
          <a:stretch/>
        </p:blipFill>
        <p:spPr>
          <a:xfrm>
            <a:off x="7772400" y="4371975"/>
            <a:ext cx="1028700" cy="8001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g3761d991d44_1_118"/>
          <p:cNvSpPr txBox="1"/>
          <p:nvPr>
            <p:ph type="title"/>
          </p:nvPr>
        </p:nvSpPr>
        <p:spPr>
          <a:xfrm>
            <a:off x="457200" y="205978"/>
            <a:ext cx="8229600" cy="691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
              <a:t>Class Adapter</a:t>
            </a:r>
            <a:endParaRPr/>
          </a:p>
        </p:txBody>
      </p:sp>
      <p:sp>
        <p:nvSpPr>
          <p:cNvPr id="403" name="Google Shape;403;g3761d991d44_1_118"/>
          <p:cNvSpPr txBox="1"/>
          <p:nvPr>
            <p:ph idx="1" type="body"/>
          </p:nvPr>
        </p:nvSpPr>
        <p:spPr>
          <a:xfrm>
            <a:off x="539552" y="1275605"/>
            <a:ext cx="8147100" cy="34107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600"/>
              <a:buNone/>
            </a:pPr>
            <a:r>
              <a:rPr b="1" lang="en"/>
              <a:t>Scenario: </a:t>
            </a:r>
            <a:r>
              <a:rPr b="1" i="1" lang="en">
                <a:solidFill>
                  <a:srgbClr val="EFD37E"/>
                </a:solidFill>
              </a:rPr>
              <a:t>I have a pizza making store that creates different pizzas based on the choices of people of different locations. For example – people of Dhaka like DhakaStylePizza, people of Sylhet like SylhetStylePizza. </a:t>
            </a:r>
            <a:endParaRPr/>
          </a:p>
          <a:p>
            <a:pPr indent="0" lvl="0" marL="0" rtl="0" algn="l">
              <a:lnSpc>
                <a:spcPct val="100000"/>
              </a:lnSpc>
              <a:spcBef>
                <a:spcPts val="1000"/>
              </a:spcBef>
              <a:spcAft>
                <a:spcPts val="0"/>
              </a:spcAft>
              <a:buSzPts val="1600"/>
              <a:buNone/>
            </a:pPr>
            <a:r>
              <a:rPr b="1" i="1" lang="en"/>
              <a:t>Solution: </a:t>
            </a:r>
            <a:r>
              <a:rPr lang="en"/>
              <a:t>To meet the scenario, we can declare a Pizza interface and different location people can make their own style pizza by implementing the same interface.</a:t>
            </a:r>
            <a:br>
              <a:rPr lang="en"/>
            </a:br>
            <a:endParaRPr/>
          </a:p>
        </p:txBody>
      </p:sp>
      <p:sp>
        <p:nvSpPr>
          <p:cNvPr id="404" name="Google Shape;404;g3761d991d44_1_118"/>
          <p:cNvSpPr txBox="1"/>
          <p:nvPr>
            <p:ph idx="12" type="sldNum"/>
          </p:nvPr>
        </p:nvSpPr>
        <p:spPr>
          <a:xfrm>
            <a:off x="7766431" y="166352"/>
            <a:ext cx="628800" cy="4317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rgbClr val="000000"/>
              </a:buClr>
              <a:buSzPts val="2801"/>
              <a:buFont typeface="Arial"/>
              <a:buNone/>
            </a:pPr>
            <a:fld id="{00000000-1234-1234-1234-123412341234}" type="slidenum">
              <a:rPr lang="en" sz="2801">
                <a:solidFill>
                  <a:schemeClr val="lt1"/>
                </a:solidFill>
                <a:latin typeface="Century Gothic"/>
                <a:ea typeface="Century Gothic"/>
                <a:cs typeface="Century Gothic"/>
                <a:sym typeface="Century Gothic"/>
              </a:rPr>
              <a:t>‹#›</a:t>
            </a:fld>
            <a:endParaRPr sz="2801">
              <a:solidFill>
                <a:schemeClr val="lt1"/>
              </a:solidFill>
              <a:latin typeface="Century Gothic"/>
              <a:ea typeface="Century Gothic"/>
              <a:cs typeface="Century Gothic"/>
              <a:sym typeface="Century Gothic"/>
            </a:endParaRPr>
          </a:p>
        </p:txBody>
      </p:sp>
      <p:pic>
        <p:nvPicPr>
          <p:cNvPr descr="brac.png" id="405" name="Google Shape;405;g3761d991d44_1_118"/>
          <p:cNvPicPr preferRelativeResize="0"/>
          <p:nvPr/>
        </p:nvPicPr>
        <p:blipFill rotWithShape="1">
          <a:blip r:embed="rId3">
            <a:alphaModFix/>
          </a:blip>
          <a:srcRect b="0" l="0" r="0" t="0"/>
          <a:stretch/>
        </p:blipFill>
        <p:spPr>
          <a:xfrm>
            <a:off x="7772400" y="4371975"/>
            <a:ext cx="1028700" cy="8001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g3761d991d44_1_125"/>
          <p:cNvSpPr txBox="1"/>
          <p:nvPr>
            <p:ph type="title"/>
          </p:nvPr>
        </p:nvSpPr>
        <p:spPr>
          <a:xfrm>
            <a:off x="484710" y="254654"/>
            <a:ext cx="7055400" cy="787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
              <a:t>Class Adapter</a:t>
            </a:r>
            <a:endParaRPr/>
          </a:p>
        </p:txBody>
      </p:sp>
      <p:sp>
        <p:nvSpPr>
          <p:cNvPr id="411" name="Google Shape;411;g3761d991d44_1_125"/>
          <p:cNvSpPr txBox="1"/>
          <p:nvPr>
            <p:ph idx="1" type="body"/>
          </p:nvPr>
        </p:nvSpPr>
        <p:spPr>
          <a:xfrm>
            <a:off x="457200" y="4299938"/>
            <a:ext cx="7147200" cy="294900"/>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100000"/>
              </a:lnSpc>
              <a:spcBef>
                <a:spcPts val="0"/>
              </a:spcBef>
              <a:spcAft>
                <a:spcPts val="0"/>
              </a:spcAft>
              <a:buSzPct val="80000"/>
              <a:buNone/>
            </a:pPr>
            <a:r>
              <a:rPr lang="en" u="sng">
                <a:solidFill>
                  <a:schemeClr val="accent2"/>
                </a:solidFill>
                <a:hlinkClick r:id="rId3">
                  <a:extLst>
                    <a:ext uri="{A12FA001-AC4F-418D-AE19-62706E023703}">
                      <ahyp:hlinkClr val="tx"/>
                    </a:ext>
                  </a:extLst>
                </a:hlinkClick>
              </a:rPr>
              <a:t>https://refactoring.guru/design-patterns/adapter/python/example</a:t>
            </a:r>
            <a:endParaRPr>
              <a:solidFill>
                <a:schemeClr val="accent2"/>
              </a:solidFill>
            </a:endParaRPr>
          </a:p>
        </p:txBody>
      </p:sp>
      <p:sp>
        <p:nvSpPr>
          <p:cNvPr id="412" name="Google Shape;412;g3761d991d44_1_125"/>
          <p:cNvSpPr txBox="1"/>
          <p:nvPr/>
        </p:nvSpPr>
        <p:spPr>
          <a:xfrm>
            <a:off x="323528" y="1106225"/>
            <a:ext cx="40323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Public Interface Pizza{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abstract void toppings();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abstract void bun();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
        <p:nvSpPr>
          <p:cNvPr id="413" name="Google Shape;413;g3761d991d44_1_125"/>
          <p:cNvSpPr txBox="1"/>
          <p:nvPr/>
        </p:nvSpPr>
        <p:spPr>
          <a:xfrm>
            <a:off x="3707904" y="1106225"/>
            <a:ext cx="5112600" cy="2586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Public class DhakaStylePizza implements  Pizza{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public void toppings(){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print(“Dhaka </a:t>
            </a:r>
            <a:r>
              <a:rPr lang="en" sz="1800">
                <a:solidFill>
                  <a:schemeClr val="lt1"/>
                </a:solidFill>
                <a:latin typeface="Century Gothic"/>
                <a:ea typeface="Century Gothic"/>
                <a:cs typeface="Century Gothic"/>
                <a:sym typeface="Century Gothic"/>
              </a:rPr>
              <a:t>cheese</a:t>
            </a:r>
            <a:r>
              <a:rPr b="0" i="0" lang="en" sz="1800" u="none" cap="none" strike="noStrike">
                <a:solidFill>
                  <a:schemeClr val="lt1"/>
                </a:solidFill>
                <a:latin typeface="Century Gothic"/>
                <a:ea typeface="Century Gothic"/>
                <a:cs typeface="Century Gothic"/>
                <a:sym typeface="Century Gothic"/>
              </a:rPr>
              <a:t> toppings”);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public void bun(){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print(“Dhaka bread bun”);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
        <p:nvSpPr>
          <p:cNvPr id="414" name="Google Shape;414;g3761d991d44_1_125"/>
          <p:cNvSpPr txBox="1"/>
          <p:nvPr>
            <p:ph idx="12" type="sldNum"/>
          </p:nvPr>
        </p:nvSpPr>
        <p:spPr>
          <a:xfrm>
            <a:off x="7766431" y="166352"/>
            <a:ext cx="628800" cy="4317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rgbClr val="000000"/>
              </a:buClr>
              <a:buSzPts val="2801"/>
              <a:buFont typeface="Arial"/>
              <a:buNone/>
            </a:pPr>
            <a:fld id="{00000000-1234-1234-1234-123412341234}" type="slidenum">
              <a:rPr lang="en" sz="2801">
                <a:solidFill>
                  <a:schemeClr val="lt1"/>
                </a:solidFill>
                <a:latin typeface="Century Gothic"/>
                <a:ea typeface="Century Gothic"/>
                <a:cs typeface="Century Gothic"/>
                <a:sym typeface="Century Gothic"/>
              </a:rPr>
              <a:t>‹#›</a:t>
            </a:fld>
            <a:endParaRPr sz="2801">
              <a:solidFill>
                <a:schemeClr val="lt1"/>
              </a:solidFill>
              <a:latin typeface="Century Gothic"/>
              <a:ea typeface="Century Gothic"/>
              <a:cs typeface="Century Gothic"/>
              <a:sym typeface="Century Gothic"/>
            </a:endParaRPr>
          </a:p>
        </p:txBody>
      </p:sp>
      <p:pic>
        <p:nvPicPr>
          <p:cNvPr descr="brac.png" id="415" name="Google Shape;415;g3761d991d44_1_125"/>
          <p:cNvPicPr preferRelativeResize="0"/>
          <p:nvPr/>
        </p:nvPicPr>
        <p:blipFill rotWithShape="1">
          <a:blip r:embed="rId4">
            <a:alphaModFix/>
          </a:blip>
          <a:srcRect b="0" l="0" r="0" t="0"/>
          <a:stretch/>
        </p:blipFill>
        <p:spPr>
          <a:xfrm>
            <a:off x="7772400" y="4371975"/>
            <a:ext cx="1028700" cy="800100"/>
          </a:xfrm>
          <a:prstGeom prst="rect">
            <a:avLst/>
          </a:prstGeom>
          <a:noFill/>
          <a:ln>
            <a:noFill/>
          </a:ln>
        </p:spPr>
      </p:pic>
      <p:sp>
        <p:nvSpPr>
          <p:cNvPr id="416" name="Google Shape;416;g3761d991d44_1_125"/>
          <p:cNvSpPr txBox="1"/>
          <p:nvPr>
            <p:ph idx="1" type="body"/>
          </p:nvPr>
        </p:nvSpPr>
        <p:spPr>
          <a:xfrm>
            <a:off x="484700" y="4005192"/>
            <a:ext cx="8229600" cy="294900"/>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100000"/>
              </a:lnSpc>
              <a:spcBef>
                <a:spcPts val="0"/>
              </a:spcBef>
              <a:spcAft>
                <a:spcPts val="0"/>
              </a:spcAft>
              <a:buSzPct val="80000"/>
              <a:buNone/>
            </a:pPr>
            <a:r>
              <a:rPr lang="en"/>
              <a:t>Python Example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2"/>
                                        </p:tgtEl>
                                        <p:attrNameLst>
                                          <p:attrName>style.visibility</p:attrName>
                                        </p:attrNameLst>
                                      </p:cBhvr>
                                      <p:to>
                                        <p:strVal val="visible"/>
                                      </p:to>
                                    </p:set>
                                    <p:animEffect filter="fade" transition="in">
                                      <p:cBhvr>
                                        <p:cTn dur="1000"/>
                                        <p:tgtEl>
                                          <p:spTgt spid="4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3"/>
                                        </p:tgtEl>
                                        <p:attrNameLst>
                                          <p:attrName>style.visibility</p:attrName>
                                        </p:attrNameLst>
                                      </p:cBhvr>
                                      <p:to>
                                        <p:strVal val="visible"/>
                                      </p:to>
                                    </p:set>
                                    <p:animEffect filter="fade" transition="in">
                                      <p:cBhvr>
                                        <p:cTn dur="1000"/>
                                        <p:tgtEl>
                                          <p:spTgt spid="4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g3761d991d44_1_135"/>
          <p:cNvSpPr txBox="1"/>
          <p:nvPr>
            <p:ph type="title"/>
          </p:nvPr>
        </p:nvSpPr>
        <p:spPr>
          <a:xfrm>
            <a:off x="484710" y="254654"/>
            <a:ext cx="7055400" cy="787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
              <a:t>Class Adapter</a:t>
            </a:r>
            <a:endParaRPr/>
          </a:p>
        </p:txBody>
      </p:sp>
      <p:sp>
        <p:nvSpPr>
          <p:cNvPr id="422" name="Google Shape;422;g3761d991d44_1_135"/>
          <p:cNvSpPr txBox="1"/>
          <p:nvPr>
            <p:ph idx="1" type="body"/>
          </p:nvPr>
        </p:nvSpPr>
        <p:spPr>
          <a:xfrm>
            <a:off x="179500" y="967225"/>
            <a:ext cx="8856900" cy="1334400"/>
          </a:xfrm>
          <a:prstGeom prst="rect">
            <a:avLst/>
          </a:prstGeom>
          <a:noFill/>
          <a:ln>
            <a:noFill/>
          </a:ln>
        </p:spPr>
        <p:txBody>
          <a:bodyPr anchorCtr="0" anchor="t" bIns="45700" lIns="91425" spcFirstLastPara="1" rIns="91425" wrap="square" tIns="45700">
            <a:normAutofit fontScale="32500" lnSpcReduction="10000"/>
          </a:bodyPr>
          <a:lstStyle/>
          <a:p>
            <a:pPr indent="-345287" lvl="0" marL="342906" rtl="0" algn="l">
              <a:lnSpc>
                <a:spcPct val="100000"/>
              </a:lnSpc>
              <a:spcBef>
                <a:spcPts val="0"/>
              </a:spcBef>
              <a:spcAft>
                <a:spcPts val="0"/>
              </a:spcAft>
              <a:buSzPct val="100000"/>
              <a:buChar char="►"/>
            </a:pPr>
            <a:r>
              <a:rPr lang="en" sz="4300"/>
              <a:t>Now we want to support ChittagongStylePizza.</a:t>
            </a:r>
            <a:endParaRPr sz="4300"/>
          </a:p>
          <a:p>
            <a:pPr indent="-345287" lvl="0" marL="342906" rtl="0" algn="l">
              <a:lnSpc>
                <a:spcPct val="100000"/>
              </a:lnSpc>
              <a:spcBef>
                <a:spcPts val="1000"/>
              </a:spcBef>
              <a:spcAft>
                <a:spcPts val="0"/>
              </a:spcAft>
              <a:buSzPct val="100000"/>
              <a:buChar char="►"/>
            </a:pPr>
            <a:r>
              <a:rPr lang="en" sz="4300">
                <a:solidFill>
                  <a:srgbClr val="FFFF00"/>
                </a:solidFill>
              </a:rPr>
              <a:t>The customer of Chittagong are rigid. They want to use the authentic </a:t>
            </a:r>
            <a:r>
              <a:rPr b="1" lang="en" sz="4300">
                <a:solidFill>
                  <a:srgbClr val="FFFF00"/>
                </a:solidFill>
              </a:rPr>
              <a:t>existing class, ChittagongPizza</a:t>
            </a:r>
            <a:endParaRPr b="1" sz="4300">
              <a:solidFill>
                <a:srgbClr val="FFFF00"/>
              </a:solidFill>
            </a:endParaRPr>
          </a:p>
          <a:p>
            <a:pPr indent="-345287" lvl="0" marL="342906" rtl="0" algn="l">
              <a:lnSpc>
                <a:spcPct val="100000"/>
              </a:lnSpc>
              <a:spcBef>
                <a:spcPts val="1000"/>
              </a:spcBef>
              <a:spcAft>
                <a:spcPts val="0"/>
              </a:spcAft>
              <a:buSzPct val="100000"/>
              <a:buChar char="►"/>
            </a:pPr>
            <a:r>
              <a:rPr b="1" lang="en" sz="4300"/>
              <a:t>But we can not call it directly, </a:t>
            </a:r>
            <a:r>
              <a:rPr lang="en" sz="4300"/>
              <a:t>as it's not name same as</a:t>
            </a:r>
            <a:r>
              <a:rPr b="1" lang="en" sz="4300"/>
              <a:t> our Pizza interface.</a:t>
            </a:r>
            <a:endParaRPr sz="4300"/>
          </a:p>
          <a:p>
            <a:pPr indent="-256546" lvl="0" marL="342906" rtl="0" algn="l">
              <a:lnSpc>
                <a:spcPct val="100000"/>
              </a:lnSpc>
              <a:spcBef>
                <a:spcPts val="1000"/>
              </a:spcBef>
              <a:spcAft>
                <a:spcPts val="0"/>
              </a:spcAft>
              <a:buSzPct val="80000"/>
              <a:buNone/>
            </a:pPr>
            <a:r>
              <a:t/>
            </a:r>
            <a:endParaRPr/>
          </a:p>
        </p:txBody>
      </p:sp>
      <p:sp>
        <p:nvSpPr>
          <p:cNvPr id="423" name="Google Shape;423;g3761d991d44_1_135"/>
          <p:cNvSpPr txBox="1"/>
          <p:nvPr/>
        </p:nvSpPr>
        <p:spPr>
          <a:xfrm>
            <a:off x="683568" y="2247714"/>
            <a:ext cx="4104600" cy="2586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00"/>
                </a:solidFill>
                <a:latin typeface="Century Gothic"/>
                <a:ea typeface="Century Gothic"/>
                <a:cs typeface="Century Gothic"/>
                <a:sym typeface="Century Gothic"/>
              </a:rPr>
              <a:t>public class ChittagongPizza{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00"/>
                </a:solidFill>
                <a:latin typeface="Century Gothic"/>
                <a:ea typeface="Century Gothic"/>
                <a:cs typeface="Century Gothic"/>
                <a:sym typeface="Century Gothic"/>
              </a:rPr>
              <a:t>     public void sausage(){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00"/>
                </a:solidFill>
                <a:latin typeface="Century Gothic"/>
                <a:ea typeface="Century Gothic"/>
                <a:cs typeface="Century Gothic"/>
                <a:sym typeface="Century Gothic"/>
              </a:rPr>
              <a:t>         print(“Ctg pizza”);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00"/>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00"/>
                </a:solidFill>
                <a:latin typeface="Century Gothic"/>
                <a:ea typeface="Century Gothic"/>
                <a:cs typeface="Century Gothic"/>
                <a:sym typeface="Century Gothic"/>
              </a:rPr>
              <a:t>     public void bread(){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00"/>
                </a:solidFill>
                <a:latin typeface="Century Gothic"/>
                <a:ea typeface="Century Gothic"/>
                <a:cs typeface="Century Gothic"/>
                <a:sym typeface="Century Gothic"/>
              </a:rPr>
              <a:t>         print(“Ctg bread”);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00"/>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00"/>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00"/>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
        <p:nvSpPr>
          <p:cNvPr id="424" name="Google Shape;424;g3761d991d44_1_135"/>
          <p:cNvSpPr txBox="1"/>
          <p:nvPr>
            <p:ph idx="12" type="sldNum"/>
          </p:nvPr>
        </p:nvSpPr>
        <p:spPr>
          <a:xfrm>
            <a:off x="7766431" y="166352"/>
            <a:ext cx="628800" cy="4317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rgbClr val="000000"/>
              </a:buClr>
              <a:buSzPts val="2801"/>
              <a:buFont typeface="Arial"/>
              <a:buNone/>
            </a:pPr>
            <a:fld id="{00000000-1234-1234-1234-123412341234}" type="slidenum">
              <a:rPr lang="en" sz="2801">
                <a:solidFill>
                  <a:schemeClr val="lt1"/>
                </a:solidFill>
                <a:latin typeface="Century Gothic"/>
                <a:ea typeface="Century Gothic"/>
                <a:cs typeface="Century Gothic"/>
                <a:sym typeface="Century Gothic"/>
              </a:rPr>
              <a:t>‹#›</a:t>
            </a:fld>
            <a:endParaRPr sz="2801">
              <a:solidFill>
                <a:schemeClr val="lt1"/>
              </a:solidFill>
              <a:latin typeface="Century Gothic"/>
              <a:ea typeface="Century Gothic"/>
              <a:cs typeface="Century Gothic"/>
              <a:sym typeface="Century Gothic"/>
            </a:endParaRPr>
          </a:p>
        </p:txBody>
      </p:sp>
      <p:sp>
        <p:nvSpPr>
          <p:cNvPr id="425" name="Google Shape;425;g3761d991d44_1_135"/>
          <p:cNvSpPr txBox="1"/>
          <p:nvPr/>
        </p:nvSpPr>
        <p:spPr>
          <a:xfrm>
            <a:off x="4794054" y="2331455"/>
            <a:ext cx="40323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Public Interface Pizza{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abstract void toppings();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abstract void bun();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pic>
        <p:nvPicPr>
          <p:cNvPr descr="brac.png" id="426" name="Google Shape;426;g3761d991d44_1_135"/>
          <p:cNvPicPr preferRelativeResize="0"/>
          <p:nvPr/>
        </p:nvPicPr>
        <p:blipFill rotWithShape="1">
          <a:blip r:embed="rId3">
            <a:alphaModFix/>
          </a:blip>
          <a:srcRect b="0" l="0" r="0" t="0"/>
          <a:stretch/>
        </p:blipFill>
        <p:spPr>
          <a:xfrm>
            <a:off x="7772400" y="4371975"/>
            <a:ext cx="1028700" cy="800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2">
                                            <p:txEl>
                                              <p:pRg end="0" st="0"/>
                                            </p:txEl>
                                          </p:spTgt>
                                        </p:tgtEl>
                                        <p:attrNameLst>
                                          <p:attrName>style.visibility</p:attrName>
                                        </p:attrNameLst>
                                      </p:cBhvr>
                                      <p:to>
                                        <p:strVal val="visible"/>
                                      </p:to>
                                    </p:set>
                                    <p:animEffect filter="fade" transition="in">
                                      <p:cBhvr>
                                        <p:cTn dur="1000"/>
                                        <p:tgtEl>
                                          <p:spTgt spid="42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2">
                                            <p:txEl>
                                              <p:pRg end="1" st="1"/>
                                            </p:txEl>
                                          </p:spTgt>
                                        </p:tgtEl>
                                        <p:attrNameLst>
                                          <p:attrName>style.visibility</p:attrName>
                                        </p:attrNameLst>
                                      </p:cBhvr>
                                      <p:to>
                                        <p:strVal val="visible"/>
                                      </p:to>
                                    </p:set>
                                    <p:animEffect filter="fade" transition="in">
                                      <p:cBhvr>
                                        <p:cTn dur="1000"/>
                                        <p:tgtEl>
                                          <p:spTgt spid="42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2">
                                            <p:txEl>
                                              <p:pRg end="2" st="2"/>
                                            </p:txEl>
                                          </p:spTgt>
                                        </p:tgtEl>
                                        <p:attrNameLst>
                                          <p:attrName>style.visibility</p:attrName>
                                        </p:attrNameLst>
                                      </p:cBhvr>
                                      <p:to>
                                        <p:strVal val="visible"/>
                                      </p:to>
                                    </p:set>
                                    <p:animEffect filter="fade" transition="in">
                                      <p:cBhvr>
                                        <p:cTn dur="1000"/>
                                        <p:tgtEl>
                                          <p:spTgt spid="42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2">
                                            <p:txEl>
                                              <p:pRg end="3" st="3"/>
                                            </p:txEl>
                                          </p:spTgt>
                                        </p:tgtEl>
                                        <p:attrNameLst>
                                          <p:attrName>style.visibility</p:attrName>
                                        </p:attrNameLst>
                                      </p:cBhvr>
                                      <p:to>
                                        <p:strVal val="visible"/>
                                      </p:to>
                                    </p:set>
                                    <p:animEffect filter="fade" transition="in">
                                      <p:cBhvr>
                                        <p:cTn dur="1000"/>
                                        <p:tgtEl>
                                          <p:spTgt spid="422">
                                            <p:txEl>
                                              <p:pRg end="3" st="3"/>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23"/>
                                        </p:tgtEl>
                                        <p:attrNameLst>
                                          <p:attrName>style.visibility</p:attrName>
                                        </p:attrNameLst>
                                      </p:cBhvr>
                                      <p:to>
                                        <p:strVal val="visible"/>
                                      </p:to>
                                    </p:set>
                                    <p:animEffect filter="fade" transition="in">
                                      <p:cBhvr>
                                        <p:cTn dur="1000"/>
                                        <p:tgtEl>
                                          <p:spTgt spid="4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5"/>
                                        </p:tgtEl>
                                        <p:attrNameLst>
                                          <p:attrName>style.visibility</p:attrName>
                                        </p:attrNameLst>
                                      </p:cBhvr>
                                      <p:to>
                                        <p:strVal val="visible"/>
                                      </p:to>
                                    </p:set>
                                    <p:animEffect filter="fade" transition="in">
                                      <p:cBhvr>
                                        <p:cTn dur="1000"/>
                                        <p:tgtEl>
                                          <p:spTgt spid="4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g3761d991d44_1_144"/>
          <p:cNvSpPr txBox="1"/>
          <p:nvPr>
            <p:ph type="title"/>
          </p:nvPr>
        </p:nvSpPr>
        <p:spPr>
          <a:xfrm>
            <a:off x="484710" y="254654"/>
            <a:ext cx="7055400" cy="787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
              <a:t>Class Adapter</a:t>
            </a:r>
            <a:endParaRPr/>
          </a:p>
        </p:txBody>
      </p:sp>
      <p:sp>
        <p:nvSpPr>
          <p:cNvPr id="432" name="Google Shape;432;g3761d991d44_1_144"/>
          <p:cNvSpPr txBox="1"/>
          <p:nvPr>
            <p:ph idx="1" type="body"/>
          </p:nvPr>
        </p:nvSpPr>
        <p:spPr>
          <a:xfrm>
            <a:off x="0" y="1200150"/>
            <a:ext cx="9144000" cy="857400"/>
          </a:xfrm>
          <a:prstGeom prst="rect">
            <a:avLst/>
          </a:prstGeom>
          <a:noFill/>
          <a:ln>
            <a:noFill/>
          </a:ln>
        </p:spPr>
        <p:txBody>
          <a:bodyPr anchorCtr="0" anchor="t" bIns="45700" lIns="91425" spcFirstLastPara="1" rIns="91425" wrap="square" tIns="45700">
            <a:normAutofit/>
          </a:bodyPr>
          <a:lstStyle/>
          <a:p>
            <a:pPr indent="-342906" lvl="0" marL="342906" rtl="0" algn="l">
              <a:lnSpc>
                <a:spcPct val="100000"/>
              </a:lnSpc>
              <a:spcBef>
                <a:spcPts val="0"/>
              </a:spcBef>
              <a:spcAft>
                <a:spcPts val="0"/>
              </a:spcAft>
              <a:buSzPts val="1600"/>
              <a:buChar char="►"/>
            </a:pPr>
            <a:r>
              <a:rPr lang="en">
                <a:solidFill>
                  <a:srgbClr val="FFFF00"/>
                </a:solidFill>
              </a:rPr>
              <a:t>We want to adapt the existing ChittagongPizza, so it’s a Adaptee.</a:t>
            </a:r>
            <a:endParaRPr>
              <a:solidFill>
                <a:srgbClr val="FFFF00"/>
              </a:solidFill>
            </a:endParaRPr>
          </a:p>
          <a:p>
            <a:pPr indent="-342906" lvl="0" marL="342906" rtl="0" algn="l">
              <a:lnSpc>
                <a:spcPct val="100000"/>
              </a:lnSpc>
              <a:spcBef>
                <a:spcPts val="1000"/>
              </a:spcBef>
              <a:spcAft>
                <a:spcPts val="0"/>
              </a:spcAft>
              <a:buSzPts val="1440"/>
              <a:buChar char="►"/>
            </a:pPr>
            <a:r>
              <a:rPr lang="en" sz="1800"/>
              <a:t>To do so, </a:t>
            </a:r>
            <a:r>
              <a:rPr b="1" lang="en" sz="1800"/>
              <a:t>introduce a </a:t>
            </a:r>
            <a:r>
              <a:rPr lang="en" sz="1800"/>
              <a:t>Class Adapater</a:t>
            </a:r>
            <a:r>
              <a:rPr b="1" lang="en" sz="1800"/>
              <a:t>, ChittagongClassAdapter</a:t>
            </a:r>
            <a:endParaRPr b="1" sz="1800"/>
          </a:p>
        </p:txBody>
      </p:sp>
      <p:sp>
        <p:nvSpPr>
          <p:cNvPr id="433" name="Google Shape;433;g3761d991d44_1_144"/>
          <p:cNvSpPr txBox="1"/>
          <p:nvPr>
            <p:ph idx="12" type="sldNum"/>
          </p:nvPr>
        </p:nvSpPr>
        <p:spPr>
          <a:xfrm>
            <a:off x="7766431" y="166352"/>
            <a:ext cx="628800" cy="4317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rgbClr val="000000"/>
              </a:buClr>
              <a:buSzPts val="2801"/>
              <a:buFont typeface="Arial"/>
              <a:buNone/>
            </a:pPr>
            <a:fld id="{00000000-1234-1234-1234-123412341234}" type="slidenum">
              <a:rPr lang="en" sz="2801">
                <a:solidFill>
                  <a:schemeClr val="lt1"/>
                </a:solidFill>
                <a:latin typeface="Century Gothic"/>
                <a:ea typeface="Century Gothic"/>
                <a:cs typeface="Century Gothic"/>
                <a:sym typeface="Century Gothic"/>
              </a:rPr>
              <a:t>‹#›</a:t>
            </a:fld>
            <a:endParaRPr sz="2801">
              <a:solidFill>
                <a:schemeClr val="lt1"/>
              </a:solidFill>
              <a:latin typeface="Century Gothic"/>
              <a:ea typeface="Century Gothic"/>
              <a:cs typeface="Century Gothic"/>
              <a:sym typeface="Century Gothic"/>
            </a:endParaRPr>
          </a:p>
        </p:txBody>
      </p:sp>
      <p:sp>
        <p:nvSpPr>
          <p:cNvPr id="434" name="Google Shape;434;g3761d991d44_1_144"/>
          <p:cNvSpPr txBox="1"/>
          <p:nvPr/>
        </p:nvSpPr>
        <p:spPr>
          <a:xfrm>
            <a:off x="227001" y="1977684"/>
            <a:ext cx="8686800" cy="314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sz="1800">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Public class ChittagongClassAdapter extends ChittagongPizza implements Pizza{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public void toppings(){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this.sausage();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public void bun(){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this.bread();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
        <p:nvSpPr>
          <p:cNvPr id="435" name="Google Shape;435;g3761d991d44_1_144"/>
          <p:cNvSpPr txBox="1"/>
          <p:nvPr/>
        </p:nvSpPr>
        <p:spPr>
          <a:xfrm>
            <a:off x="4809203" y="2571757"/>
            <a:ext cx="4104600" cy="2586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00"/>
                </a:solidFill>
                <a:latin typeface="Century Gothic"/>
                <a:ea typeface="Century Gothic"/>
                <a:cs typeface="Century Gothic"/>
                <a:sym typeface="Century Gothic"/>
              </a:rPr>
              <a:t>public class ChittagongPizza{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00"/>
                </a:solidFill>
                <a:latin typeface="Century Gothic"/>
                <a:ea typeface="Century Gothic"/>
                <a:cs typeface="Century Gothic"/>
                <a:sym typeface="Century Gothic"/>
              </a:rPr>
              <a:t>     public void sausage(){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00"/>
                </a:solidFill>
                <a:latin typeface="Century Gothic"/>
                <a:ea typeface="Century Gothic"/>
                <a:cs typeface="Century Gothic"/>
                <a:sym typeface="Century Gothic"/>
              </a:rPr>
              <a:t>         print(“Ctg pizza”);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00"/>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00"/>
                </a:solidFill>
                <a:latin typeface="Century Gothic"/>
                <a:ea typeface="Century Gothic"/>
                <a:cs typeface="Century Gothic"/>
                <a:sym typeface="Century Gothic"/>
              </a:rPr>
              <a:t>     public void bread(){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00"/>
                </a:solidFill>
                <a:latin typeface="Century Gothic"/>
                <a:ea typeface="Century Gothic"/>
                <a:cs typeface="Century Gothic"/>
                <a:sym typeface="Century Gothic"/>
              </a:rPr>
              <a:t>         print(“Ctg bread”);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00"/>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00"/>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00"/>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cxnSp>
        <p:nvCxnSpPr>
          <p:cNvPr id="436" name="Google Shape;436;g3761d991d44_1_144"/>
          <p:cNvCxnSpPr/>
          <p:nvPr/>
        </p:nvCxnSpPr>
        <p:spPr>
          <a:xfrm>
            <a:off x="3629150" y="2954950"/>
            <a:ext cx="1516500" cy="102600"/>
          </a:xfrm>
          <a:prstGeom prst="straightConnector1">
            <a:avLst/>
          </a:prstGeom>
          <a:noFill/>
          <a:ln cap="flat" cmpd="sng" w="25400">
            <a:solidFill>
              <a:srgbClr val="86D1D8"/>
            </a:solidFill>
            <a:prstDash val="solid"/>
            <a:round/>
            <a:headEnd len="sm" w="sm" type="none"/>
            <a:tailEnd len="med" w="med" type="stealth"/>
          </a:ln>
        </p:spPr>
      </p:cxnSp>
      <p:cxnSp>
        <p:nvCxnSpPr>
          <p:cNvPr id="437" name="Google Shape;437;g3761d991d44_1_144"/>
          <p:cNvCxnSpPr/>
          <p:nvPr/>
        </p:nvCxnSpPr>
        <p:spPr>
          <a:xfrm>
            <a:off x="3075850" y="3823650"/>
            <a:ext cx="1977300" cy="82200"/>
          </a:xfrm>
          <a:prstGeom prst="straightConnector1">
            <a:avLst/>
          </a:prstGeom>
          <a:noFill/>
          <a:ln cap="flat" cmpd="sng" w="25400">
            <a:solidFill>
              <a:srgbClr val="86D1D8"/>
            </a:solidFill>
            <a:prstDash val="solid"/>
            <a:round/>
            <a:headEnd len="sm" w="sm" type="none"/>
            <a:tailEnd len="med" w="med" type="stealth"/>
          </a:ln>
        </p:spPr>
      </p:cxnSp>
      <p:pic>
        <p:nvPicPr>
          <p:cNvPr descr="brac.png" id="438" name="Google Shape;438;g3761d991d44_1_144"/>
          <p:cNvPicPr preferRelativeResize="0"/>
          <p:nvPr/>
        </p:nvPicPr>
        <p:blipFill rotWithShape="1">
          <a:blip r:embed="rId3">
            <a:alphaModFix/>
          </a:blip>
          <a:srcRect b="0" l="0" r="0" t="0"/>
          <a:stretch/>
        </p:blipFill>
        <p:spPr>
          <a:xfrm>
            <a:off x="7772400" y="4371975"/>
            <a:ext cx="1028700" cy="800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2">
                                            <p:txEl>
                                              <p:pRg end="0" st="0"/>
                                            </p:txEl>
                                          </p:spTgt>
                                        </p:tgtEl>
                                        <p:attrNameLst>
                                          <p:attrName>style.visibility</p:attrName>
                                        </p:attrNameLst>
                                      </p:cBhvr>
                                      <p:to>
                                        <p:strVal val="visible"/>
                                      </p:to>
                                    </p:set>
                                    <p:animEffect filter="fade" transition="in">
                                      <p:cBhvr>
                                        <p:cTn dur="1000"/>
                                        <p:tgtEl>
                                          <p:spTgt spid="43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2">
                                            <p:txEl>
                                              <p:pRg end="1" st="1"/>
                                            </p:txEl>
                                          </p:spTgt>
                                        </p:tgtEl>
                                        <p:attrNameLst>
                                          <p:attrName>style.visibility</p:attrName>
                                        </p:attrNameLst>
                                      </p:cBhvr>
                                      <p:to>
                                        <p:strVal val="visible"/>
                                      </p:to>
                                    </p:set>
                                    <p:animEffect filter="fade" transition="in">
                                      <p:cBhvr>
                                        <p:cTn dur="1000"/>
                                        <p:tgtEl>
                                          <p:spTgt spid="43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5"/>
                                        </p:tgtEl>
                                        <p:attrNameLst>
                                          <p:attrName>style.visibility</p:attrName>
                                        </p:attrNameLst>
                                      </p:cBhvr>
                                      <p:to>
                                        <p:strVal val="visible"/>
                                      </p:to>
                                    </p:set>
                                    <p:animEffect filter="fade" transition="in">
                                      <p:cBhvr>
                                        <p:cTn dur="1000"/>
                                        <p:tgtEl>
                                          <p:spTgt spid="4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4"/>
                                        </p:tgtEl>
                                        <p:attrNameLst>
                                          <p:attrName>style.visibility</p:attrName>
                                        </p:attrNameLst>
                                      </p:cBhvr>
                                      <p:to>
                                        <p:strVal val="visible"/>
                                      </p:to>
                                    </p:set>
                                    <p:animEffect filter="fade" transition="in">
                                      <p:cBhvr>
                                        <p:cTn dur="1000"/>
                                        <p:tgtEl>
                                          <p:spTgt spid="4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g3761d991d44_1_155"/>
          <p:cNvSpPr txBox="1"/>
          <p:nvPr>
            <p:ph type="title"/>
          </p:nvPr>
        </p:nvSpPr>
        <p:spPr>
          <a:xfrm>
            <a:off x="484710" y="254654"/>
            <a:ext cx="7055400" cy="787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
              <a:t>Class Adapter</a:t>
            </a:r>
            <a:endParaRPr/>
          </a:p>
        </p:txBody>
      </p:sp>
      <p:sp>
        <p:nvSpPr>
          <p:cNvPr id="444" name="Google Shape;444;g3761d991d44_1_155"/>
          <p:cNvSpPr txBox="1"/>
          <p:nvPr>
            <p:ph idx="1" type="body"/>
          </p:nvPr>
        </p:nvSpPr>
        <p:spPr>
          <a:xfrm>
            <a:off x="0" y="1200150"/>
            <a:ext cx="9144000" cy="857400"/>
          </a:xfrm>
          <a:prstGeom prst="rect">
            <a:avLst/>
          </a:prstGeom>
          <a:noFill/>
          <a:ln>
            <a:noFill/>
          </a:ln>
        </p:spPr>
        <p:txBody>
          <a:bodyPr anchorCtr="0" anchor="t" bIns="45700" lIns="91425" spcFirstLastPara="1" rIns="91425" wrap="square" tIns="45700">
            <a:normAutofit fontScale="70000" lnSpcReduction="20000"/>
          </a:bodyPr>
          <a:lstStyle/>
          <a:p>
            <a:pPr indent="-312426" lvl="0" marL="342906" rtl="0" algn="l">
              <a:lnSpc>
                <a:spcPct val="100000"/>
              </a:lnSpc>
              <a:spcBef>
                <a:spcPts val="0"/>
              </a:spcBef>
              <a:spcAft>
                <a:spcPts val="0"/>
              </a:spcAft>
              <a:buSzPct val="80000"/>
              <a:buChar char="►"/>
            </a:pPr>
            <a:r>
              <a:rPr lang="en">
                <a:solidFill>
                  <a:srgbClr val="FFFF00"/>
                </a:solidFill>
              </a:rPr>
              <a:t>We want to adapt the existing ChittagongPizza, so it’s a Adaptee</a:t>
            </a:r>
            <a:r>
              <a:rPr lang="en"/>
              <a:t>.</a:t>
            </a:r>
            <a:endParaRPr/>
          </a:p>
          <a:p>
            <a:pPr indent="-315474" lvl="0" marL="342906" rtl="0" algn="l">
              <a:lnSpc>
                <a:spcPct val="100000"/>
              </a:lnSpc>
              <a:spcBef>
                <a:spcPts val="1000"/>
              </a:spcBef>
              <a:spcAft>
                <a:spcPts val="0"/>
              </a:spcAft>
              <a:buSzPct val="79999"/>
              <a:buChar char="►"/>
            </a:pPr>
            <a:r>
              <a:rPr lang="en" sz="1800"/>
              <a:t>To do so, </a:t>
            </a:r>
            <a:r>
              <a:rPr b="1" lang="en" sz="1800"/>
              <a:t>introduce a </a:t>
            </a:r>
            <a:r>
              <a:rPr lang="en" sz="1800"/>
              <a:t>Class Adapater</a:t>
            </a:r>
            <a:r>
              <a:rPr b="1" lang="en" sz="1800"/>
              <a:t>, ChittagongClassAdapter</a:t>
            </a:r>
            <a:endParaRPr b="1" sz="1800"/>
          </a:p>
          <a:p>
            <a:pPr indent="-315474" lvl="0" marL="342906" rtl="0" algn="l">
              <a:lnSpc>
                <a:spcPct val="100000"/>
              </a:lnSpc>
              <a:spcBef>
                <a:spcPts val="1000"/>
              </a:spcBef>
              <a:spcAft>
                <a:spcPts val="0"/>
              </a:spcAft>
              <a:buSzPct val="79999"/>
              <a:buChar char="►"/>
            </a:pPr>
            <a:r>
              <a:rPr b="1" lang="en" sz="1800">
                <a:solidFill>
                  <a:srgbClr val="86D1D8"/>
                </a:solidFill>
              </a:rPr>
              <a:t>Customer use the adapter to adapt the adaptee.</a:t>
            </a:r>
            <a:endParaRPr b="1" sz="1800">
              <a:solidFill>
                <a:srgbClr val="86D1D8"/>
              </a:solidFill>
            </a:endParaRPr>
          </a:p>
        </p:txBody>
      </p:sp>
      <p:sp>
        <p:nvSpPr>
          <p:cNvPr id="445" name="Google Shape;445;g3761d991d44_1_155"/>
          <p:cNvSpPr txBox="1"/>
          <p:nvPr>
            <p:ph idx="12" type="sldNum"/>
          </p:nvPr>
        </p:nvSpPr>
        <p:spPr>
          <a:xfrm>
            <a:off x="7766431" y="166352"/>
            <a:ext cx="628800" cy="4317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rgbClr val="000000"/>
              </a:buClr>
              <a:buSzPts val="2801"/>
              <a:buFont typeface="Arial"/>
              <a:buNone/>
            </a:pPr>
            <a:fld id="{00000000-1234-1234-1234-123412341234}" type="slidenum">
              <a:rPr lang="en" sz="2801">
                <a:solidFill>
                  <a:schemeClr val="lt1"/>
                </a:solidFill>
                <a:latin typeface="Century Gothic"/>
                <a:ea typeface="Century Gothic"/>
                <a:cs typeface="Century Gothic"/>
                <a:sym typeface="Century Gothic"/>
              </a:rPr>
              <a:t>‹#›</a:t>
            </a:fld>
            <a:endParaRPr sz="2801">
              <a:solidFill>
                <a:schemeClr val="lt1"/>
              </a:solidFill>
              <a:latin typeface="Century Gothic"/>
              <a:ea typeface="Century Gothic"/>
              <a:cs typeface="Century Gothic"/>
              <a:sym typeface="Century Gothic"/>
            </a:endParaRPr>
          </a:p>
        </p:txBody>
      </p:sp>
      <p:sp>
        <p:nvSpPr>
          <p:cNvPr id="446" name="Google Shape;446;g3761d991d44_1_155"/>
          <p:cNvSpPr txBox="1"/>
          <p:nvPr/>
        </p:nvSpPr>
        <p:spPr>
          <a:xfrm>
            <a:off x="227001" y="1977684"/>
            <a:ext cx="8686800" cy="2586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Public class ChittagongClassAdapter extends ChittagongPizza implements Pizza{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public void toppings(){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this.sausage();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public void bun(){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this.bread();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
        <p:nvSpPr>
          <p:cNvPr id="447" name="Google Shape;447;g3761d991d44_1_155"/>
          <p:cNvSpPr txBox="1"/>
          <p:nvPr/>
        </p:nvSpPr>
        <p:spPr>
          <a:xfrm>
            <a:off x="4781328" y="2409732"/>
            <a:ext cx="4104600" cy="2586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00"/>
                </a:solidFill>
                <a:latin typeface="Century Gothic"/>
                <a:ea typeface="Century Gothic"/>
                <a:cs typeface="Century Gothic"/>
                <a:sym typeface="Century Gothic"/>
              </a:rPr>
              <a:t>public class ChittagongPizza{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00"/>
                </a:solidFill>
                <a:latin typeface="Century Gothic"/>
                <a:ea typeface="Century Gothic"/>
                <a:cs typeface="Century Gothic"/>
                <a:sym typeface="Century Gothic"/>
              </a:rPr>
              <a:t>     public void sausage(){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00"/>
                </a:solidFill>
                <a:latin typeface="Century Gothic"/>
                <a:ea typeface="Century Gothic"/>
                <a:cs typeface="Century Gothic"/>
                <a:sym typeface="Century Gothic"/>
              </a:rPr>
              <a:t>         print(“Ctg pizza”);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00"/>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00"/>
                </a:solidFill>
                <a:latin typeface="Century Gothic"/>
                <a:ea typeface="Century Gothic"/>
                <a:cs typeface="Century Gothic"/>
                <a:sym typeface="Century Gothic"/>
              </a:rPr>
              <a:t>     public void bread(){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00"/>
                </a:solidFill>
                <a:latin typeface="Century Gothic"/>
                <a:ea typeface="Century Gothic"/>
                <a:cs typeface="Century Gothic"/>
                <a:sym typeface="Century Gothic"/>
              </a:rPr>
              <a:t>         print(“Ctg bread”);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00"/>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00"/>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00"/>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cxnSp>
        <p:nvCxnSpPr>
          <p:cNvPr id="448" name="Google Shape;448;g3761d991d44_1_155"/>
          <p:cNvCxnSpPr/>
          <p:nvPr/>
        </p:nvCxnSpPr>
        <p:spPr>
          <a:xfrm>
            <a:off x="3516425" y="2760275"/>
            <a:ext cx="1559700" cy="27600"/>
          </a:xfrm>
          <a:prstGeom prst="straightConnector1">
            <a:avLst/>
          </a:prstGeom>
          <a:noFill/>
          <a:ln cap="flat" cmpd="sng" w="25400">
            <a:solidFill>
              <a:srgbClr val="FF0000"/>
            </a:solidFill>
            <a:prstDash val="solid"/>
            <a:round/>
            <a:headEnd len="sm" w="sm" type="none"/>
            <a:tailEnd len="med" w="med" type="stealth"/>
          </a:ln>
        </p:spPr>
      </p:cxnSp>
      <p:cxnSp>
        <p:nvCxnSpPr>
          <p:cNvPr id="449" name="Google Shape;449;g3761d991d44_1_155"/>
          <p:cNvCxnSpPr/>
          <p:nvPr/>
        </p:nvCxnSpPr>
        <p:spPr>
          <a:xfrm>
            <a:off x="3096350" y="3569700"/>
            <a:ext cx="2179500" cy="51600"/>
          </a:xfrm>
          <a:prstGeom prst="straightConnector1">
            <a:avLst/>
          </a:prstGeom>
          <a:noFill/>
          <a:ln cap="flat" cmpd="sng" w="25400">
            <a:solidFill>
              <a:srgbClr val="FF0000"/>
            </a:solidFill>
            <a:prstDash val="solid"/>
            <a:round/>
            <a:headEnd len="sm" w="sm" type="none"/>
            <a:tailEnd len="med" w="med" type="stealth"/>
          </a:ln>
        </p:spPr>
      </p:cxnSp>
      <p:sp>
        <p:nvSpPr>
          <p:cNvPr id="450" name="Google Shape;450;g3761d991d44_1_155"/>
          <p:cNvSpPr txBox="1"/>
          <p:nvPr/>
        </p:nvSpPr>
        <p:spPr>
          <a:xfrm>
            <a:off x="1343150" y="4264300"/>
            <a:ext cx="53385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 sz="1200" u="none" cap="none" strike="noStrike">
                <a:solidFill>
                  <a:srgbClr val="EFD37E"/>
                </a:solidFill>
                <a:latin typeface="Century Gothic"/>
                <a:ea typeface="Century Gothic"/>
                <a:cs typeface="Century Gothic"/>
                <a:sym typeface="Century Gothic"/>
              </a:rPr>
              <a:t>From main method, customer call –</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200" u="none" cap="none" strike="noStrike">
                <a:solidFill>
                  <a:srgbClr val="86D1D8"/>
                </a:solidFill>
                <a:latin typeface="Century Gothic"/>
                <a:ea typeface="Century Gothic"/>
                <a:cs typeface="Century Gothic"/>
                <a:sym typeface="Century Gothic"/>
              </a:rPr>
              <a:t>Pizza adaptedPizza = new ChittagongClassAdapter(); </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200" u="none" cap="none" strike="noStrike">
                <a:solidFill>
                  <a:srgbClr val="86D1D8"/>
                </a:solidFill>
                <a:latin typeface="Century Gothic"/>
                <a:ea typeface="Century Gothic"/>
                <a:cs typeface="Century Gothic"/>
                <a:sym typeface="Century Gothic"/>
              </a:rPr>
              <a:t>adaptedPizza.toppings();</a:t>
            </a:r>
            <a:endParaRPr b="0" i="0" sz="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200" u="none" cap="none" strike="noStrike">
                <a:solidFill>
                  <a:srgbClr val="86D1D8"/>
                </a:solidFill>
                <a:latin typeface="Century Gothic"/>
                <a:ea typeface="Century Gothic"/>
                <a:cs typeface="Century Gothic"/>
                <a:sym typeface="Century Gothic"/>
              </a:rPr>
              <a:t>adaptedPizza.bun();</a:t>
            </a:r>
            <a:endParaRPr b="0" i="0" sz="1200" u="none" cap="none" strike="noStrike">
              <a:solidFill>
                <a:srgbClr val="86D1D8"/>
              </a:solidFill>
              <a:latin typeface="Century Gothic"/>
              <a:ea typeface="Century Gothic"/>
              <a:cs typeface="Century Gothic"/>
              <a:sym typeface="Century Gothic"/>
            </a:endParaRPr>
          </a:p>
        </p:txBody>
      </p:sp>
      <p:cxnSp>
        <p:nvCxnSpPr>
          <p:cNvPr id="451" name="Google Shape;451;g3761d991d44_1_155"/>
          <p:cNvCxnSpPr/>
          <p:nvPr/>
        </p:nvCxnSpPr>
        <p:spPr>
          <a:xfrm rot="-5400000">
            <a:off x="-335687" y="3082946"/>
            <a:ext cx="1776900" cy="693600"/>
          </a:xfrm>
          <a:prstGeom prst="bentConnector3">
            <a:avLst>
              <a:gd fmla="val 99163" name="adj1"/>
            </a:avLst>
          </a:prstGeom>
          <a:noFill/>
          <a:ln cap="flat" cmpd="sng" w="25400">
            <a:solidFill>
              <a:srgbClr val="FF0000"/>
            </a:solidFill>
            <a:prstDash val="solid"/>
            <a:round/>
            <a:headEnd len="sm" w="sm" type="none"/>
            <a:tailEnd len="med" w="med" type="stealth"/>
          </a:ln>
        </p:spPr>
      </p:cxnSp>
      <p:pic>
        <p:nvPicPr>
          <p:cNvPr descr="brac.png" id="452" name="Google Shape;452;g3761d991d44_1_155"/>
          <p:cNvPicPr preferRelativeResize="0"/>
          <p:nvPr/>
        </p:nvPicPr>
        <p:blipFill rotWithShape="1">
          <a:blip r:embed="rId3">
            <a:alphaModFix/>
          </a:blip>
          <a:srcRect b="0" l="0" r="0" t="0"/>
          <a:stretch/>
        </p:blipFill>
        <p:spPr>
          <a:xfrm>
            <a:off x="7772400" y="4371975"/>
            <a:ext cx="1028700" cy="800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4">
                                            <p:txEl>
                                              <p:pRg end="0" st="0"/>
                                            </p:txEl>
                                          </p:spTgt>
                                        </p:tgtEl>
                                        <p:attrNameLst>
                                          <p:attrName>style.visibility</p:attrName>
                                        </p:attrNameLst>
                                      </p:cBhvr>
                                      <p:to>
                                        <p:strVal val="visible"/>
                                      </p:to>
                                    </p:set>
                                    <p:animEffect filter="fade" transition="in">
                                      <p:cBhvr>
                                        <p:cTn dur="1000"/>
                                        <p:tgtEl>
                                          <p:spTgt spid="44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4">
                                            <p:txEl>
                                              <p:pRg end="1" st="1"/>
                                            </p:txEl>
                                          </p:spTgt>
                                        </p:tgtEl>
                                        <p:attrNameLst>
                                          <p:attrName>style.visibility</p:attrName>
                                        </p:attrNameLst>
                                      </p:cBhvr>
                                      <p:to>
                                        <p:strVal val="visible"/>
                                      </p:to>
                                    </p:set>
                                    <p:animEffect filter="fade" transition="in">
                                      <p:cBhvr>
                                        <p:cTn dur="1000"/>
                                        <p:tgtEl>
                                          <p:spTgt spid="44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4">
                                            <p:txEl>
                                              <p:pRg end="2" st="2"/>
                                            </p:txEl>
                                          </p:spTgt>
                                        </p:tgtEl>
                                        <p:attrNameLst>
                                          <p:attrName>style.visibility</p:attrName>
                                        </p:attrNameLst>
                                      </p:cBhvr>
                                      <p:to>
                                        <p:strVal val="visible"/>
                                      </p:to>
                                    </p:set>
                                    <p:animEffect filter="fade" transition="in">
                                      <p:cBhvr>
                                        <p:cTn dur="1000"/>
                                        <p:tgtEl>
                                          <p:spTgt spid="44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7"/>
                                        </p:tgtEl>
                                        <p:attrNameLst>
                                          <p:attrName>style.visibility</p:attrName>
                                        </p:attrNameLst>
                                      </p:cBhvr>
                                      <p:to>
                                        <p:strVal val="visible"/>
                                      </p:to>
                                    </p:set>
                                    <p:animEffect filter="fade" transition="in">
                                      <p:cBhvr>
                                        <p:cTn dur="1000"/>
                                        <p:tgtEl>
                                          <p:spTgt spid="4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6"/>
                                        </p:tgtEl>
                                        <p:attrNameLst>
                                          <p:attrName>style.visibility</p:attrName>
                                        </p:attrNameLst>
                                      </p:cBhvr>
                                      <p:to>
                                        <p:strVal val="visible"/>
                                      </p:to>
                                    </p:set>
                                    <p:animEffect filter="fade" transition="in">
                                      <p:cBhvr>
                                        <p:cTn dur="1000"/>
                                        <p:tgtEl>
                                          <p:spTgt spid="4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g3761d991d44_1_168"/>
          <p:cNvSpPr txBox="1"/>
          <p:nvPr>
            <p:ph type="title"/>
          </p:nvPr>
        </p:nvSpPr>
        <p:spPr>
          <a:xfrm>
            <a:off x="484710" y="254654"/>
            <a:ext cx="7055400" cy="787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
              <a:t>Adapter Pattern</a:t>
            </a:r>
            <a:endParaRPr/>
          </a:p>
        </p:txBody>
      </p:sp>
      <p:sp>
        <p:nvSpPr>
          <p:cNvPr id="458" name="Google Shape;458;g3761d991d44_1_168"/>
          <p:cNvSpPr txBox="1"/>
          <p:nvPr>
            <p:ph idx="1" type="body"/>
          </p:nvPr>
        </p:nvSpPr>
        <p:spPr>
          <a:xfrm>
            <a:off x="483974" y="1059583"/>
            <a:ext cx="8552400" cy="36267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00000"/>
              </a:lnSpc>
              <a:spcBef>
                <a:spcPts val="0"/>
              </a:spcBef>
              <a:spcAft>
                <a:spcPts val="0"/>
              </a:spcAft>
              <a:buSzPts val="1600"/>
              <a:buNone/>
            </a:pPr>
            <a:r>
              <a:rPr b="1" lang="en"/>
              <a:t>Participants: </a:t>
            </a:r>
            <a:endParaRPr/>
          </a:p>
          <a:p>
            <a:pPr indent="-342906" lvl="0" marL="342906" rtl="0" algn="l">
              <a:lnSpc>
                <a:spcPct val="100000"/>
              </a:lnSpc>
              <a:spcBef>
                <a:spcPts val="1000"/>
              </a:spcBef>
              <a:spcAft>
                <a:spcPts val="0"/>
              </a:spcAft>
              <a:buSzPts val="1600"/>
              <a:buChar char="►"/>
            </a:pPr>
            <a:r>
              <a:rPr b="1" lang="en">
                <a:solidFill>
                  <a:srgbClr val="EFD37E"/>
                </a:solidFill>
              </a:rPr>
              <a:t>Target: </a:t>
            </a:r>
            <a:r>
              <a:rPr lang="en"/>
              <a:t>defines the domain-specific interface that Client uses. (ex: Pizza)</a:t>
            </a:r>
            <a:endParaRPr/>
          </a:p>
          <a:p>
            <a:pPr indent="-342906" lvl="0" marL="342906" rtl="0" algn="l">
              <a:lnSpc>
                <a:spcPct val="100000"/>
              </a:lnSpc>
              <a:spcBef>
                <a:spcPts val="1000"/>
              </a:spcBef>
              <a:spcAft>
                <a:spcPts val="0"/>
              </a:spcAft>
              <a:buSzPts val="1600"/>
              <a:buChar char="►"/>
            </a:pPr>
            <a:r>
              <a:rPr b="1" lang="en">
                <a:solidFill>
                  <a:srgbClr val="EFD37E"/>
                </a:solidFill>
              </a:rPr>
              <a:t>Client: </a:t>
            </a:r>
            <a:r>
              <a:rPr lang="en"/>
              <a:t>collaborates with objects conforming to the Target interface.</a:t>
            </a:r>
            <a:endParaRPr/>
          </a:p>
          <a:p>
            <a:pPr indent="-342906" lvl="0" marL="342906" rtl="0" algn="l">
              <a:lnSpc>
                <a:spcPct val="100000"/>
              </a:lnSpc>
              <a:spcBef>
                <a:spcPts val="1000"/>
              </a:spcBef>
              <a:spcAft>
                <a:spcPts val="0"/>
              </a:spcAft>
              <a:buSzPts val="1600"/>
              <a:buChar char="►"/>
            </a:pPr>
            <a:r>
              <a:rPr b="1" lang="en">
                <a:solidFill>
                  <a:srgbClr val="EFD37E"/>
                </a:solidFill>
              </a:rPr>
              <a:t>Adaptee: </a:t>
            </a:r>
            <a:r>
              <a:rPr lang="en"/>
              <a:t>defines an existing interface that needs adapting (ex: ChittagongPizza)</a:t>
            </a:r>
            <a:endParaRPr b="1"/>
          </a:p>
          <a:p>
            <a:pPr indent="-342906" lvl="0" marL="342906" rtl="0" algn="l">
              <a:lnSpc>
                <a:spcPct val="100000"/>
              </a:lnSpc>
              <a:spcBef>
                <a:spcPts val="1000"/>
              </a:spcBef>
              <a:spcAft>
                <a:spcPts val="0"/>
              </a:spcAft>
              <a:buSzPts val="1600"/>
              <a:buChar char="►"/>
            </a:pPr>
            <a:r>
              <a:rPr b="1" lang="en">
                <a:solidFill>
                  <a:srgbClr val="EFD37E"/>
                </a:solidFill>
              </a:rPr>
              <a:t>Adapter: </a:t>
            </a:r>
            <a:r>
              <a:rPr lang="en"/>
              <a:t>adapts the interface of Adaptee to the Target interface. (ex: ChittagongClassAdapter)</a:t>
            </a:r>
            <a:endParaRPr/>
          </a:p>
          <a:p>
            <a:pPr indent="0" lvl="0" marL="0" rtl="0" algn="l">
              <a:lnSpc>
                <a:spcPct val="100000"/>
              </a:lnSpc>
              <a:spcBef>
                <a:spcPts val="1000"/>
              </a:spcBef>
              <a:spcAft>
                <a:spcPts val="0"/>
              </a:spcAft>
              <a:buSzPts val="1600"/>
              <a:buNone/>
            </a:pPr>
            <a:r>
              <a:t/>
            </a:r>
            <a:endParaRPr/>
          </a:p>
        </p:txBody>
      </p:sp>
      <p:sp>
        <p:nvSpPr>
          <p:cNvPr id="459" name="Google Shape;459;g3761d991d44_1_168"/>
          <p:cNvSpPr txBox="1"/>
          <p:nvPr>
            <p:ph idx="12" type="sldNum"/>
          </p:nvPr>
        </p:nvSpPr>
        <p:spPr>
          <a:xfrm>
            <a:off x="7766431" y="166352"/>
            <a:ext cx="628800" cy="4317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rgbClr val="000000"/>
              </a:buClr>
              <a:buSzPts val="2801"/>
              <a:buFont typeface="Arial"/>
              <a:buNone/>
            </a:pPr>
            <a:fld id="{00000000-1234-1234-1234-123412341234}" type="slidenum">
              <a:rPr lang="en" sz="2801">
                <a:solidFill>
                  <a:schemeClr val="lt1"/>
                </a:solidFill>
                <a:latin typeface="Century Gothic"/>
                <a:ea typeface="Century Gothic"/>
                <a:cs typeface="Century Gothic"/>
                <a:sym typeface="Century Gothic"/>
              </a:rPr>
              <a:t>‹#›</a:t>
            </a:fld>
            <a:endParaRPr sz="2801">
              <a:solidFill>
                <a:schemeClr val="lt1"/>
              </a:solidFill>
              <a:latin typeface="Century Gothic"/>
              <a:ea typeface="Century Gothic"/>
              <a:cs typeface="Century Gothic"/>
              <a:sym typeface="Century Gothic"/>
            </a:endParaRPr>
          </a:p>
        </p:txBody>
      </p:sp>
      <p:pic>
        <p:nvPicPr>
          <p:cNvPr descr="brac.png" id="460" name="Google Shape;460;g3761d991d44_1_168"/>
          <p:cNvPicPr preferRelativeResize="0"/>
          <p:nvPr/>
        </p:nvPicPr>
        <p:blipFill rotWithShape="1">
          <a:blip r:embed="rId3">
            <a:alphaModFix/>
          </a:blip>
          <a:srcRect b="0" l="0" r="0" t="0"/>
          <a:stretch/>
        </p:blipFill>
        <p:spPr>
          <a:xfrm>
            <a:off x="8115300" y="4343400"/>
            <a:ext cx="1028700" cy="8001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g3761d991d44_1_175"/>
          <p:cNvSpPr txBox="1"/>
          <p:nvPr>
            <p:ph type="title"/>
          </p:nvPr>
        </p:nvSpPr>
        <p:spPr>
          <a:xfrm>
            <a:off x="484710" y="254654"/>
            <a:ext cx="7055400" cy="787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
              <a:t>Adapter Pattern</a:t>
            </a:r>
            <a:endParaRPr/>
          </a:p>
        </p:txBody>
      </p:sp>
      <p:sp>
        <p:nvSpPr>
          <p:cNvPr id="466" name="Google Shape;466;g3761d991d44_1_175"/>
          <p:cNvSpPr txBox="1"/>
          <p:nvPr>
            <p:ph idx="1" type="body"/>
          </p:nvPr>
        </p:nvSpPr>
        <p:spPr>
          <a:xfrm>
            <a:off x="827700" y="1154771"/>
            <a:ext cx="6711600" cy="2360100"/>
          </a:xfrm>
          <a:prstGeom prst="rect">
            <a:avLst/>
          </a:prstGeom>
          <a:noFill/>
          <a:ln>
            <a:noFill/>
          </a:ln>
        </p:spPr>
        <p:txBody>
          <a:bodyPr anchorCtr="0" anchor="t" bIns="45700" lIns="91425" spcFirstLastPara="1" rIns="91425" wrap="square" tIns="45700">
            <a:normAutofit/>
          </a:bodyPr>
          <a:lstStyle/>
          <a:p>
            <a:pPr indent="-342906" lvl="0" marL="342906" rtl="0" algn="l">
              <a:lnSpc>
                <a:spcPct val="100000"/>
              </a:lnSpc>
              <a:spcBef>
                <a:spcPts val="0"/>
              </a:spcBef>
              <a:spcAft>
                <a:spcPts val="0"/>
              </a:spcAft>
              <a:buSzPts val="1600"/>
              <a:buChar char="►"/>
            </a:pPr>
            <a:r>
              <a:rPr b="1" lang="en"/>
              <a:t>Structure:</a:t>
            </a:r>
            <a:endParaRPr/>
          </a:p>
          <a:p>
            <a:pPr indent="0" lvl="0" marL="0" rtl="0" algn="l">
              <a:lnSpc>
                <a:spcPct val="100000"/>
              </a:lnSpc>
              <a:spcBef>
                <a:spcPts val="1000"/>
              </a:spcBef>
              <a:spcAft>
                <a:spcPts val="0"/>
              </a:spcAft>
              <a:buSzPts val="1600"/>
              <a:buNone/>
            </a:pPr>
            <a:r>
              <a:t/>
            </a:r>
            <a:endParaRPr/>
          </a:p>
        </p:txBody>
      </p:sp>
      <p:pic>
        <p:nvPicPr>
          <p:cNvPr id="467" name="Google Shape;467;g3761d991d44_1_175"/>
          <p:cNvPicPr preferRelativeResize="0"/>
          <p:nvPr/>
        </p:nvPicPr>
        <p:blipFill rotWithShape="1">
          <a:blip r:embed="rId3">
            <a:alphaModFix/>
          </a:blip>
          <a:srcRect b="0" l="0" r="0" t="0"/>
          <a:stretch/>
        </p:blipFill>
        <p:spPr>
          <a:xfrm>
            <a:off x="1479722" y="2247714"/>
            <a:ext cx="6184556" cy="2111065"/>
          </a:xfrm>
          <a:prstGeom prst="rect">
            <a:avLst/>
          </a:prstGeom>
          <a:noFill/>
          <a:ln>
            <a:noFill/>
          </a:ln>
        </p:spPr>
      </p:pic>
      <p:sp>
        <p:nvSpPr>
          <p:cNvPr id="468" name="Google Shape;468;g3761d991d44_1_175"/>
          <p:cNvSpPr txBox="1"/>
          <p:nvPr>
            <p:ph idx="12" type="sldNum"/>
          </p:nvPr>
        </p:nvSpPr>
        <p:spPr>
          <a:xfrm>
            <a:off x="7766431" y="166352"/>
            <a:ext cx="628800" cy="4317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rgbClr val="000000"/>
              </a:buClr>
              <a:buSzPts val="2801"/>
              <a:buFont typeface="Arial"/>
              <a:buNone/>
            </a:pPr>
            <a:fld id="{00000000-1234-1234-1234-123412341234}" type="slidenum">
              <a:rPr lang="en" sz="2801">
                <a:solidFill>
                  <a:schemeClr val="lt1"/>
                </a:solidFill>
                <a:latin typeface="Century Gothic"/>
                <a:ea typeface="Century Gothic"/>
                <a:cs typeface="Century Gothic"/>
                <a:sym typeface="Century Gothic"/>
              </a:rPr>
              <a:t>‹#›</a:t>
            </a:fld>
            <a:endParaRPr sz="2801">
              <a:solidFill>
                <a:schemeClr val="lt1"/>
              </a:solidFill>
              <a:latin typeface="Century Gothic"/>
              <a:ea typeface="Century Gothic"/>
              <a:cs typeface="Century Gothic"/>
              <a:sym typeface="Century Gothic"/>
            </a:endParaRPr>
          </a:p>
        </p:txBody>
      </p:sp>
      <p:pic>
        <p:nvPicPr>
          <p:cNvPr descr="brac.png" id="469" name="Google Shape;469;g3761d991d44_1_175"/>
          <p:cNvPicPr preferRelativeResize="0"/>
          <p:nvPr/>
        </p:nvPicPr>
        <p:blipFill rotWithShape="1">
          <a:blip r:embed="rId4">
            <a:alphaModFix/>
          </a:blip>
          <a:srcRect b="0" l="0" r="0" t="0"/>
          <a:stretch/>
        </p:blipFill>
        <p:spPr>
          <a:xfrm>
            <a:off x="8115300" y="4358775"/>
            <a:ext cx="1028700" cy="8001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g3761d991d44_1_183"/>
          <p:cNvSpPr txBox="1"/>
          <p:nvPr>
            <p:ph type="title"/>
          </p:nvPr>
        </p:nvSpPr>
        <p:spPr>
          <a:xfrm>
            <a:off x="457200" y="205978"/>
            <a:ext cx="8229600" cy="5295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100000"/>
              </a:lnSpc>
              <a:spcBef>
                <a:spcPts val="0"/>
              </a:spcBef>
              <a:spcAft>
                <a:spcPts val="0"/>
              </a:spcAft>
              <a:buClr>
                <a:schemeClr val="lt2"/>
              </a:buClr>
              <a:buSzPct val="100000"/>
              <a:buFont typeface="Century Gothic"/>
              <a:buNone/>
            </a:pPr>
            <a:r>
              <a:rPr lang="en"/>
              <a:t>Object Adapter</a:t>
            </a:r>
            <a:endParaRPr/>
          </a:p>
        </p:txBody>
      </p:sp>
      <p:sp>
        <p:nvSpPr>
          <p:cNvPr id="475" name="Google Shape;475;g3761d991d44_1_183"/>
          <p:cNvSpPr txBox="1"/>
          <p:nvPr>
            <p:ph idx="1" type="body"/>
          </p:nvPr>
        </p:nvSpPr>
        <p:spPr>
          <a:xfrm>
            <a:off x="539552" y="897565"/>
            <a:ext cx="8229600" cy="648000"/>
          </a:xfrm>
          <a:prstGeom prst="rect">
            <a:avLst/>
          </a:prstGeom>
          <a:noFill/>
          <a:ln>
            <a:noFill/>
          </a:ln>
        </p:spPr>
        <p:txBody>
          <a:bodyPr anchorCtr="0" anchor="t" bIns="45700" lIns="91425" spcFirstLastPara="1" rIns="91425" wrap="square" tIns="45700">
            <a:normAutofit fontScale="70000"/>
          </a:bodyPr>
          <a:lstStyle/>
          <a:p>
            <a:pPr indent="0" lvl="0" marL="0" rtl="0" algn="l">
              <a:lnSpc>
                <a:spcPct val="100000"/>
              </a:lnSpc>
              <a:spcBef>
                <a:spcPts val="0"/>
              </a:spcBef>
              <a:spcAft>
                <a:spcPts val="0"/>
              </a:spcAft>
              <a:buSzPct val="80000"/>
              <a:buNone/>
            </a:pPr>
            <a:r>
              <a:rPr lang="en">
                <a:solidFill>
                  <a:srgbClr val="FFFF00"/>
                </a:solidFill>
              </a:rPr>
              <a:t>We have the existing adpatee.</a:t>
            </a:r>
            <a:endParaRPr/>
          </a:p>
          <a:p>
            <a:pPr indent="0" lvl="0" marL="0" rtl="0" algn="l">
              <a:lnSpc>
                <a:spcPct val="100000"/>
              </a:lnSpc>
              <a:spcBef>
                <a:spcPts val="1000"/>
              </a:spcBef>
              <a:spcAft>
                <a:spcPts val="0"/>
              </a:spcAft>
              <a:buSzPct val="80000"/>
              <a:buNone/>
            </a:pPr>
            <a:r>
              <a:rPr lang="en"/>
              <a:t>Now, create a object adapter for adapting the same ChittagongPizza </a:t>
            </a:r>
            <a:r>
              <a:rPr b="1" lang="en"/>
              <a:t>existing class</a:t>
            </a:r>
            <a:r>
              <a:rPr lang="en"/>
              <a:t>. </a:t>
            </a:r>
            <a:endParaRPr/>
          </a:p>
        </p:txBody>
      </p:sp>
      <p:sp>
        <p:nvSpPr>
          <p:cNvPr id="476" name="Google Shape;476;g3761d991d44_1_183"/>
          <p:cNvSpPr txBox="1"/>
          <p:nvPr/>
        </p:nvSpPr>
        <p:spPr>
          <a:xfrm>
            <a:off x="248120" y="1545573"/>
            <a:ext cx="8147100" cy="369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public class ChittagongObjectAdapter implements Pizza{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a:t>
            </a:r>
            <a:r>
              <a:rPr b="1" i="0" lang="en" sz="1800" u="none" cap="none" strike="noStrike">
                <a:solidFill>
                  <a:srgbClr val="4CB9C3"/>
                </a:solidFill>
                <a:latin typeface="Century Gothic"/>
                <a:ea typeface="Century Gothic"/>
                <a:cs typeface="Century Gothic"/>
                <a:sym typeface="Century Gothic"/>
              </a:rPr>
              <a:t>private ChittagongPizza ctgPizza;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public ChittagongObjectAdapter(){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a:t>
            </a:r>
            <a:r>
              <a:rPr b="1" i="0" lang="en" sz="1800" u="none" cap="none" strike="noStrike">
                <a:solidFill>
                  <a:srgbClr val="4CB9C3"/>
                </a:solidFill>
                <a:latin typeface="Century Gothic"/>
                <a:ea typeface="Century Gothic"/>
                <a:cs typeface="Century Gothic"/>
                <a:sym typeface="Century Gothic"/>
              </a:rPr>
              <a:t>ctgPizza = new ChittagongPizza();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public void toppings(){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ctgPizza.sausage();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public void bun(){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ctgPizza.bread();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
        <p:nvSpPr>
          <p:cNvPr id="477" name="Google Shape;477;g3761d991d44_1_183"/>
          <p:cNvSpPr txBox="1"/>
          <p:nvPr>
            <p:ph idx="12" type="sldNum"/>
          </p:nvPr>
        </p:nvSpPr>
        <p:spPr>
          <a:xfrm>
            <a:off x="7766431" y="166352"/>
            <a:ext cx="628800" cy="4317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rgbClr val="000000"/>
              </a:buClr>
              <a:buSzPts val="2801"/>
              <a:buFont typeface="Arial"/>
              <a:buNone/>
            </a:pPr>
            <a:fld id="{00000000-1234-1234-1234-123412341234}" type="slidenum">
              <a:rPr lang="en" sz="2801">
                <a:solidFill>
                  <a:schemeClr val="lt1"/>
                </a:solidFill>
                <a:latin typeface="Century Gothic"/>
                <a:ea typeface="Century Gothic"/>
                <a:cs typeface="Century Gothic"/>
                <a:sym typeface="Century Gothic"/>
              </a:rPr>
              <a:t>‹#›</a:t>
            </a:fld>
            <a:endParaRPr sz="2801">
              <a:solidFill>
                <a:schemeClr val="lt1"/>
              </a:solidFill>
              <a:latin typeface="Century Gothic"/>
              <a:ea typeface="Century Gothic"/>
              <a:cs typeface="Century Gothic"/>
              <a:sym typeface="Century Gothic"/>
            </a:endParaRPr>
          </a:p>
        </p:txBody>
      </p:sp>
      <p:sp>
        <p:nvSpPr>
          <p:cNvPr id="478" name="Google Shape;478;g3761d991d44_1_183"/>
          <p:cNvSpPr txBox="1"/>
          <p:nvPr/>
        </p:nvSpPr>
        <p:spPr>
          <a:xfrm>
            <a:off x="5039399" y="2653787"/>
            <a:ext cx="4104600" cy="2586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00"/>
                </a:solidFill>
                <a:latin typeface="Century Gothic"/>
                <a:ea typeface="Century Gothic"/>
                <a:cs typeface="Century Gothic"/>
                <a:sym typeface="Century Gothic"/>
              </a:rPr>
              <a:t>public class ChittagongPizza{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00"/>
                </a:solidFill>
                <a:latin typeface="Century Gothic"/>
                <a:ea typeface="Century Gothic"/>
                <a:cs typeface="Century Gothic"/>
                <a:sym typeface="Century Gothic"/>
              </a:rPr>
              <a:t>     public void sausage(){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00"/>
                </a:solidFill>
                <a:latin typeface="Century Gothic"/>
                <a:ea typeface="Century Gothic"/>
                <a:cs typeface="Century Gothic"/>
                <a:sym typeface="Century Gothic"/>
              </a:rPr>
              <a:t>         print(“Ctg pizza”);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00"/>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00"/>
                </a:solidFill>
                <a:latin typeface="Century Gothic"/>
                <a:ea typeface="Century Gothic"/>
                <a:cs typeface="Century Gothic"/>
                <a:sym typeface="Century Gothic"/>
              </a:rPr>
              <a:t>     public void bread(){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00"/>
                </a:solidFill>
                <a:latin typeface="Century Gothic"/>
                <a:ea typeface="Century Gothic"/>
                <a:cs typeface="Century Gothic"/>
                <a:sym typeface="Century Gothic"/>
              </a:rPr>
              <a:t>         print(“Ctg bread”);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00"/>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00"/>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FFFF00"/>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cxnSp>
        <p:nvCxnSpPr>
          <p:cNvPr id="479" name="Google Shape;479;g3761d991d44_1_183"/>
          <p:cNvCxnSpPr/>
          <p:nvPr/>
        </p:nvCxnSpPr>
        <p:spPr>
          <a:xfrm flipH="1" rot="10800000">
            <a:off x="3459099" y="3161896"/>
            <a:ext cx="2004000" cy="254700"/>
          </a:xfrm>
          <a:prstGeom prst="straightConnector1">
            <a:avLst/>
          </a:prstGeom>
          <a:noFill/>
          <a:ln cap="flat" cmpd="sng" w="25400">
            <a:solidFill>
              <a:srgbClr val="86D1D8"/>
            </a:solidFill>
            <a:prstDash val="solid"/>
            <a:round/>
            <a:headEnd len="sm" w="sm" type="none"/>
            <a:tailEnd len="med" w="med" type="stealth"/>
          </a:ln>
        </p:spPr>
      </p:cxnSp>
      <p:cxnSp>
        <p:nvCxnSpPr>
          <p:cNvPr id="480" name="Google Shape;480;g3761d991d44_1_183"/>
          <p:cNvCxnSpPr/>
          <p:nvPr/>
        </p:nvCxnSpPr>
        <p:spPr>
          <a:xfrm flipH="1" rot="10800000">
            <a:off x="2980071" y="3971327"/>
            <a:ext cx="2339700" cy="299400"/>
          </a:xfrm>
          <a:prstGeom prst="straightConnector1">
            <a:avLst/>
          </a:prstGeom>
          <a:noFill/>
          <a:ln cap="flat" cmpd="sng" w="25400">
            <a:solidFill>
              <a:srgbClr val="86D1D8"/>
            </a:solidFill>
            <a:prstDash val="solid"/>
            <a:round/>
            <a:headEnd len="sm" w="sm" type="none"/>
            <a:tailEnd len="med" w="med" type="stealth"/>
          </a:ln>
        </p:spPr>
      </p:cxnSp>
      <p:pic>
        <p:nvPicPr>
          <p:cNvPr descr="brac.png" id="481" name="Google Shape;481;g3761d991d44_1_183"/>
          <p:cNvPicPr preferRelativeResize="0"/>
          <p:nvPr/>
        </p:nvPicPr>
        <p:blipFill rotWithShape="1">
          <a:blip r:embed="rId3">
            <a:alphaModFix/>
          </a:blip>
          <a:srcRect b="0" l="0" r="0" t="0"/>
          <a:stretch/>
        </p:blipFill>
        <p:spPr>
          <a:xfrm>
            <a:off x="7772400" y="4371975"/>
            <a:ext cx="1028700" cy="800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5">
                                            <p:txEl>
                                              <p:pRg end="0" st="0"/>
                                            </p:txEl>
                                          </p:spTgt>
                                        </p:tgtEl>
                                        <p:attrNameLst>
                                          <p:attrName>style.visibility</p:attrName>
                                        </p:attrNameLst>
                                      </p:cBhvr>
                                      <p:to>
                                        <p:strVal val="visible"/>
                                      </p:to>
                                    </p:set>
                                    <p:animEffect filter="fade" transition="in">
                                      <p:cBhvr>
                                        <p:cTn dur="1000"/>
                                        <p:tgtEl>
                                          <p:spTgt spid="47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5">
                                            <p:txEl>
                                              <p:pRg end="1" st="1"/>
                                            </p:txEl>
                                          </p:spTgt>
                                        </p:tgtEl>
                                        <p:attrNameLst>
                                          <p:attrName>style.visibility</p:attrName>
                                        </p:attrNameLst>
                                      </p:cBhvr>
                                      <p:to>
                                        <p:strVal val="visible"/>
                                      </p:to>
                                    </p:set>
                                    <p:animEffect filter="fade" transition="in">
                                      <p:cBhvr>
                                        <p:cTn dur="1000"/>
                                        <p:tgtEl>
                                          <p:spTgt spid="47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8"/>
                                        </p:tgtEl>
                                        <p:attrNameLst>
                                          <p:attrName>style.visibility</p:attrName>
                                        </p:attrNameLst>
                                      </p:cBhvr>
                                      <p:to>
                                        <p:strVal val="visible"/>
                                      </p:to>
                                    </p:set>
                                    <p:animEffect filter="fade" transition="in">
                                      <p:cBhvr>
                                        <p:cTn dur="1000"/>
                                        <p:tgtEl>
                                          <p:spTgt spid="4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6"/>
                                        </p:tgtEl>
                                        <p:attrNameLst>
                                          <p:attrName>style.visibility</p:attrName>
                                        </p:attrNameLst>
                                      </p:cBhvr>
                                      <p:to>
                                        <p:strVal val="visible"/>
                                      </p:to>
                                    </p:set>
                                    <p:animEffect filter="fade" transition="in">
                                      <p:cBhvr>
                                        <p:cTn dur="1000"/>
                                        <p:tgtEl>
                                          <p:spTgt spid="4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g3761d991d44_1_194"/>
          <p:cNvSpPr txBox="1"/>
          <p:nvPr>
            <p:ph type="title"/>
          </p:nvPr>
        </p:nvSpPr>
        <p:spPr>
          <a:xfrm>
            <a:off x="484710" y="339539"/>
            <a:ext cx="7055400" cy="558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lt2"/>
              </a:buClr>
              <a:buSzPts val="4200"/>
              <a:buFont typeface="Century Gothic"/>
              <a:buNone/>
            </a:pPr>
            <a:r>
              <a:rPr lang="en"/>
              <a:t>Pros and Cons</a:t>
            </a:r>
            <a:endParaRPr/>
          </a:p>
        </p:txBody>
      </p:sp>
      <p:sp>
        <p:nvSpPr>
          <p:cNvPr id="487" name="Google Shape;487;g3761d991d44_1_194"/>
          <p:cNvSpPr txBox="1"/>
          <p:nvPr>
            <p:ph idx="1" type="body"/>
          </p:nvPr>
        </p:nvSpPr>
        <p:spPr>
          <a:xfrm>
            <a:off x="324200" y="1125750"/>
            <a:ext cx="7587900" cy="3734700"/>
          </a:xfrm>
          <a:prstGeom prst="rect">
            <a:avLst/>
          </a:prstGeom>
          <a:noFill/>
          <a:ln>
            <a:noFill/>
          </a:ln>
        </p:spPr>
        <p:txBody>
          <a:bodyPr anchorCtr="0" anchor="t" bIns="45700" lIns="91425" spcFirstLastPara="1" rIns="91425" wrap="square" tIns="45700">
            <a:noAutofit/>
          </a:bodyPr>
          <a:lstStyle/>
          <a:p>
            <a:pPr indent="-342906" lvl="0" marL="342906" rtl="0" algn="l">
              <a:lnSpc>
                <a:spcPct val="100000"/>
              </a:lnSpc>
              <a:spcBef>
                <a:spcPts val="0"/>
              </a:spcBef>
              <a:spcAft>
                <a:spcPts val="0"/>
              </a:spcAft>
              <a:buSzPts val="1600"/>
              <a:buChar char="►"/>
            </a:pPr>
            <a:r>
              <a:rPr b="1" lang="en" sz="1600">
                <a:solidFill>
                  <a:srgbClr val="EFD37E"/>
                </a:solidFill>
              </a:rPr>
              <a:t>Class Adapter: </a:t>
            </a:r>
            <a:r>
              <a:rPr lang="en" sz="1600">
                <a:solidFill>
                  <a:srgbClr val="FFFF00"/>
                </a:solidFill>
              </a:rPr>
              <a:t>in this case, as it extends the adaptee</a:t>
            </a:r>
            <a:r>
              <a:rPr lang="en" sz="1600"/>
              <a:t>, it can override the adaptee’s methods. But, It can not use the adaptee’s subclasses.</a:t>
            </a:r>
            <a:endParaRPr sz="1600"/>
          </a:p>
          <a:p>
            <a:pPr indent="-342906" lvl="0" marL="342906" rtl="0" algn="l">
              <a:lnSpc>
                <a:spcPct val="100000"/>
              </a:lnSpc>
              <a:spcBef>
                <a:spcPts val="1000"/>
              </a:spcBef>
              <a:spcAft>
                <a:spcPts val="0"/>
              </a:spcAft>
              <a:buSzPts val="1600"/>
              <a:buChar char="►"/>
            </a:pPr>
            <a:r>
              <a:rPr b="1" lang="en" sz="1600">
                <a:solidFill>
                  <a:srgbClr val="EFD37E"/>
                </a:solidFill>
              </a:rPr>
              <a:t>Object Adapter: </a:t>
            </a:r>
            <a:r>
              <a:rPr lang="en" sz="1600">
                <a:solidFill>
                  <a:srgbClr val="FFFF00"/>
                </a:solidFill>
              </a:rPr>
              <a:t>As we use object</a:t>
            </a:r>
            <a:r>
              <a:rPr lang="en" sz="1600">
                <a:solidFill>
                  <a:srgbClr val="EFD37E"/>
                </a:solidFill>
              </a:rPr>
              <a:t>, a </a:t>
            </a:r>
            <a:r>
              <a:rPr lang="en" sz="1600"/>
              <a:t>parent class object can store subclass object. So,</a:t>
            </a:r>
            <a:r>
              <a:rPr lang="en" sz="1600">
                <a:solidFill>
                  <a:srgbClr val="EFD37E"/>
                </a:solidFill>
              </a:rPr>
              <a:t> </a:t>
            </a:r>
            <a:r>
              <a:rPr lang="en" sz="1600"/>
              <a:t>It can adapt the subclasses as well. However, it can not override any behaviour of adaptee.</a:t>
            </a:r>
            <a:endParaRPr sz="1600"/>
          </a:p>
          <a:p>
            <a:pPr indent="-342906" lvl="0" marL="342906" rtl="0" algn="l">
              <a:lnSpc>
                <a:spcPct val="100000"/>
              </a:lnSpc>
              <a:spcBef>
                <a:spcPts val="1000"/>
              </a:spcBef>
              <a:spcAft>
                <a:spcPts val="0"/>
              </a:spcAft>
              <a:buSzPts val="1600"/>
              <a:buChar char="►"/>
            </a:pPr>
            <a:r>
              <a:rPr lang="en" sz="1600"/>
              <a:t>Check the colab file to get the python examples - </a:t>
            </a:r>
            <a:r>
              <a:rPr lang="en" sz="1600" u="sng">
                <a:solidFill>
                  <a:schemeClr val="hlink"/>
                </a:solidFill>
                <a:hlinkClick r:id="rId3"/>
              </a:rPr>
              <a:t>Design Patterns Example.ipynb</a:t>
            </a:r>
            <a:endParaRPr sz="1600"/>
          </a:p>
          <a:p>
            <a:pPr indent="0" lvl="0" marL="0" rtl="0" algn="l">
              <a:lnSpc>
                <a:spcPct val="100000"/>
              </a:lnSpc>
              <a:spcBef>
                <a:spcPts val="1000"/>
              </a:spcBef>
              <a:spcAft>
                <a:spcPts val="0"/>
              </a:spcAft>
              <a:buSzPts val="1600"/>
              <a:buNone/>
            </a:pPr>
            <a:r>
              <a:t/>
            </a:r>
            <a:endParaRPr sz="1600"/>
          </a:p>
          <a:p>
            <a:pPr indent="0" lvl="0" marL="0" rtl="0" algn="l">
              <a:lnSpc>
                <a:spcPct val="100000"/>
              </a:lnSpc>
              <a:spcBef>
                <a:spcPts val="1000"/>
              </a:spcBef>
              <a:spcAft>
                <a:spcPts val="0"/>
              </a:spcAft>
              <a:buSzPts val="1600"/>
              <a:buNone/>
            </a:pPr>
            <a:r>
              <a:rPr lang="en" sz="1600"/>
              <a:t>Read more: </a:t>
            </a:r>
            <a:endParaRPr sz="1600"/>
          </a:p>
          <a:p>
            <a:pPr indent="0" lvl="0" marL="0" rtl="0" algn="l">
              <a:lnSpc>
                <a:spcPct val="100000"/>
              </a:lnSpc>
              <a:spcBef>
                <a:spcPts val="1000"/>
              </a:spcBef>
              <a:spcAft>
                <a:spcPts val="0"/>
              </a:spcAft>
              <a:buSzPts val="1600"/>
              <a:buNone/>
            </a:pPr>
            <a:r>
              <a:rPr lang="en" sz="1600" u="sng">
                <a:solidFill>
                  <a:schemeClr val="hlink"/>
                </a:solidFill>
                <a:hlinkClick r:id="rId4"/>
              </a:rPr>
              <a:t>https://refactoring.guru/design-patterns/adapter</a:t>
            </a:r>
            <a:endParaRPr sz="1600"/>
          </a:p>
          <a:p>
            <a:pPr indent="0" lvl="0" marL="0" rtl="0" algn="l">
              <a:lnSpc>
                <a:spcPct val="100000"/>
              </a:lnSpc>
              <a:spcBef>
                <a:spcPts val="1000"/>
              </a:spcBef>
              <a:spcAft>
                <a:spcPts val="0"/>
              </a:spcAft>
              <a:buSzPts val="1600"/>
              <a:buNone/>
            </a:pPr>
            <a:r>
              <a:rPr lang="en" sz="1600" u="sng">
                <a:solidFill>
                  <a:schemeClr val="hlink"/>
                </a:solidFill>
                <a:hlinkClick r:id="rId5"/>
              </a:rPr>
              <a:t>https://medium.com/@akshatsharma0610/adapter-design-pattern-in-java-fa20d6df25b8</a:t>
            </a:r>
            <a:endParaRPr sz="1600"/>
          </a:p>
          <a:p>
            <a:pPr indent="0" lvl="0" marL="0" rtl="0" algn="l">
              <a:lnSpc>
                <a:spcPct val="100000"/>
              </a:lnSpc>
              <a:spcBef>
                <a:spcPts val="1000"/>
              </a:spcBef>
              <a:spcAft>
                <a:spcPts val="0"/>
              </a:spcAft>
              <a:buSzPts val="1600"/>
              <a:buNone/>
            </a:pPr>
            <a:r>
              <a:t/>
            </a:r>
            <a:endParaRPr sz="1600"/>
          </a:p>
        </p:txBody>
      </p:sp>
      <p:sp>
        <p:nvSpPr>
          <p:cNvPr id="488" name="Google Shape;488;g3761d991d44_1_194"/>
          <p:cNvSpPr txBox="1"/>
          <p:nvPr>
            <p:ph idx="12" type="sldNum"/>
          </p:nvPr>
        </p:nvSpPr>
        <p:spPr>
          <a:xfrm>
            <a:off x="7766431" y="166352"/>
            <a:ext cx="628800" cy="4317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rgbClr val="000000"/>
              </a:buClr>
              <a:buSzPts val="2801"/>
              <a:buFont typeface="Arial"/>
              <a:buNone/>
            </a:pPr>
            <a:fld id="{00000000-1234-1234-1234-123412341234}" type="slidenum">
              <a:rPr lang="en" sz="2801">
                <a:solidFill>
                  <a:schemeClr val="lt1"/>
                </a:solidFill>
                <a:latin typeface="Century Gothic"/>
                <a:ea typeface="Century Gothic"/>
                <a:cs typeface="Century Gothic"/>
                <a:sym typeface="Century Gothic"/>
              </a:rPr>
              <a:t>‹#›</a:t>
            </a:fld>
            <a:endParaRPr sz="2801">
              <a:solidFill>
                <a:schemeClr val="lt1"/>
              </a:solidFill>
              <a:latin typeface="Century Gothic"/>
              <a:ea typeface="Century Gothic"/>
              <a:cs typeface="Century Gothic"/>
              <a:sym typeface="Century Gothic"/>
            </a:endParaRPr>
          </a:p>
        </p:txBody>
      </p:sp>
      <p:pic>
        <p:nvPicPr>
          <p:cNvPr descr="brac.png" id="489" name="Google Shape;489;g3761d991d44_1_194"/>
          <p:cNvPicPr preferRelativeResize="0"/>
          <p:nvPr/>
        </p:nvPicPr>
        <p:blipFill rotWithShape="1">
          <a:blip r:embed="rId6">
            <a:alphaModFix/>
          </a:blip>
          <a:srcRect b="0" l="0" r="0" t="0"/>
          <a:stretch/>
        </p:blipFill>
        <p:spPr>
          <a:xfrm>
            <a:off x="8077200" y="4371975"/>
            <a:ext cx="1028700" cy="8001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on">
  <a:themeElements>
    <a:clrScheme name="Ion">
      <a:dk1>
        <a:srgbClr val="000000"/>
      </a:dk1>
      <a:lt1>
        <a:srgbClr val="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
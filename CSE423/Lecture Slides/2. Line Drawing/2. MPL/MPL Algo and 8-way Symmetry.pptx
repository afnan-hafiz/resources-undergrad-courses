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82E4E6-1D3E-45B9-AEB7-6FAD2BB51281}">
  <a:tblStyle styleId="{3A82E4E6-1D3E-45B9-AEB7-6FAD2BB5128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BE0E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BE0E3"/>
          </a:solidFill>
        </a:fill>
      </a:tcStyle>
    </a:firstRow>
    <a:neCell>
      <a:tcTxStyle/>
    </a:neCell>
    <a:nwCell>
      <a:tcTxStyle/>
    </a:nwCell>
  </a:tblStyle>
  <a:tblStyle styleId="{147BC95C-0C86-4293-852A-084F5E03F78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441E42C-29FE-4EB1-B417-28462B50F69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0CE14584-2C8C-4910-97C3-930F1B3C572C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90374c50_0_2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g3ee90374c50_0_2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e90374c50_0_2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e90374c50_0_2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e90374c50_0_2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e90374c50_0_2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ee90374c50_0_2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e90374c50_0_2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e90374c50_0_2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e90374c50_0_2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ee90374c50_0_2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e90374c50_0_2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e90374c50_0_2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e90374c50_0_2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e90374c50_0_2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e90374c50_0_2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e90374c50_0_2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e90374c50_0_2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ee90374c50_0_2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e90374c50_0_2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ee90374c50_0_2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ee90374c50_0_24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e90374c50_0_2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ee90374c50_0_2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e90374c50_0_2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ee90374c50_0_2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e90374c50_0_2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ee90374c50_0_2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ee90374c50_0_26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ee90374c50_0_26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e90374c50_0_26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ee90374c50_0_26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ee90374c50_0_26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g3ee90374c50_0_26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ee90374c50_0_26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ee90374c50_0_26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e90374c50_0_26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ee90374c50_0_26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ee90374c50_0_27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g3ee90374c50_0_27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e90374c50_0_2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ee90374c50_0_2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e90374c50_0_27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ee90374c50_0_27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ee90374c50_0_27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ee90374c50_0_27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e90374c50_0_27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ee90374c50_0_27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e90374c50_0_27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ee90374c50_0_27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ee90374c50_0_2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ee90374c50_0_27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ee90374c50_0_2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ee90374c50_0_2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ee90374c50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ee90374c50_0_27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ee90374c50_0_2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ee90374c50_0_27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ee90374c50_0_2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ee90374c50_0_28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ee90374c50_0_28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ee90374c50_0_28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ee90374c50_0_28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ee90374c50_0_2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e90374c50_0_28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ee90374c50_0_2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g3ee90374c50_0_28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ee90374c50_0_2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g3ee90374c50_0_28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ee90374c50_0_2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ee90374c50_0_28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ee90374c50_0_2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ee90374c50_0_28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ee90374c50_0_2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g3ee90374c50_0_28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ee90374c50_0_2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ee90374c50_0_29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ee90374c50_0_2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g3ee90374c50_0_2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ee90374c50_0_2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ee90374c50_0_29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ee90374c50_0_2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3ee90374c50_0_29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ee90374c50_0_2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ee90374c50_0_29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ee90374c50_0_2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g3ee90374c50_0_29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3ee90374c50_0_2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ee90374c50_0_29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ee90374c50_0_3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g3ee90374c50_0_30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ee90374c50_0_3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ee90374c50_0_30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3eeab6076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3eeab6076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ee90374c50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6" name="Google Shape;1166;g3ee90374c50_1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ee90374c50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4" name="Google Shape;1174;g3ee90374c50_1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ee90374c50_0_30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ee90374c50_0_30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g3ee90374c50_0_30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3" name="Google Shape;123;p21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9" name="Google Shape;149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59" name="Google Shape;159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8.png"/><Relationship Id="rId13" Type="http://schemas.openxmlformats.org/officeDocument/2006/relationships/image" Target="../media/image22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56.png"/><Relationship Id="rId15" Type="http://schemas.openxmlformats.org/officeDocument/2006/relationships/image" Target="../media/image15.png"/><Relationship Id="rId14" Type="http://schemas.openxmlformats.org/officeDocument/2006/relationships/image" Target="../media/image16.png"/><Relationship Id="rId17" Type="http://schemas.openxmlformats.org/officeDocument/2006/relationships/image" Target="../media/image20.png"/><Relationship Id="rId16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76.png"/><Relationship Id="rId18" Type="http://schemas.openxmlformats.org/officeDocument/2006/relationships/image" Target="../media/image39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3" Type="http://schemas.openxmlformats.org/officeDocument/2006/relationships/image" Target="../media/image45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9" Type="http://schemas.openxmlformats.org/officeDocument/2006/relationships/image" Target="../media/image40.png"/><Relationship Id="rId15" Type="http://schemas.openxmlformats.org/officeDocument/2006/relationships/image" Target="../media/image49.png"/><Relationship Id="rId14" Type="http://schemas.openxmlformats.org/officeDocument/2006/relationships/image" Target="../media/image44.png"/><Relationship Id="rId17" Type="http://schemas.openxmlformats.org/officeDocument/2006/relationships/image" Target="../media/image57.png"/><Relationship Id="rId16" Type="http://schemas.openxmlformats.org/officeDocument/2006/relationships/image" Target="../media/image64.png"/><Relationship Id="rId5" Type="http://schemas.openxmlformats.org/officeDocument/2006/relationships/image" Target="../media/image47.png"/><Relationship Id="rId6" Type="http://schemas.openxmlformats.org/officeDocument/2006/relationships/image" Target="../media/image42.png"/><Relationship Id="rId18" Type="http://schemas.openxmlformats.org/officeDocument/2006/relationships/image" Target="../media/image51.png"/><Relationship Id="rId7" Type="http://schemas.openxmlformats.org/officeDocument/2006/relationships/image" Target="../media/image43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46.png"/><Relationship Id="rId6" Type="http://schemas.openxmlformats.org/officeDocument/2006/relationships/image" Target="../media/image58.png"/><Relationship Id="rId7" Type="http://schemas.openxmlformats.org/officeDocument/2006/relationships/image" Target="../media/image65.png"/><Relationship Id="rId8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61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55.png"/><Relationship Id="rId5" Type="http://schemas.openxmlformats.org/officeDocument/2006/relationships/image" Target="../media/image69.png"/><Relationship Id="rId6" Type="http://schemas.openxmlformats.org/officeDocument/2006/relationships/image" Target="../media/image75.png"/><Relationship Id="rId7" Type="http://schemas.openxmlformats.org/officeDocument/2006/relationships/image" Target="../media/image73.png"/><Relationship Id="rId8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6.png"/><Relationship Id="rId4" Type="http://schemas.openxmlformats.org/officeDocument/2006/relationships/image" Target="../media/image62.png"/><Relationship Id="rId5" Type="http://schemas.openxmlformats.org/officeDocument/2006/relationships/image" Target="../media/image85.png"/><Relationship Id="rId6" Type="http://schemas.openxmlformats.org/officeDocument/2006/relationships/image" Target="../media/image71.png"/><Relationship Id="rId7" Type="http://schemas.openxmlformats.org/officeDocument/2006/relationships/image" Target="../media/image66.png"/><Relationship Id="rId8" Type="http://schemas.openxmlformats.org/officeDocument/2006/relationships/image" Target="../media/image8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0.png"/><Relationship Id="rId4" Type="http://schemas.openxmlformats.org/officeDocument/2006/relationships/image" Target="../media/image55.png"/><Relationship Id="rId5" Type="http://schemas.openxmlformats.org/officeDocument/2006/relationships/image" Target="../media/image69.png"/><Relationship Id="rId6" Type="http://schemas.openxmlformats.org/officeDocument/2006/relationships/image" Target="../media/image75.png"/><Relationship Id="rId7" Type="http://schemas.openxmlformats.org/officeDocument/2006/relationships/image" Target="../media/image88.png"/><Relationship Id="rId8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2.png"/><Relationship Id="rId4" Type="http://schemas.openxmlformats.org/officeDocument/2006/relationships/image" Target="../media/image55.png"/><Relationship Id="rId5" Type="http://schemas.openxmlformats.org/officeDocument/2006/relationships/image" Target="../media/image69.png"/><Relationship Id="rId6" Type="http://schemas.openxmlformats.org/officeDocument/2006/relationships/image" Target="../media/image75.png"/><Relationship Id="rId7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Relationship Id="rId4" Type="http://schemas.openxmlformats.org/officeDocument/2006/relationships/image" Target="../media/image62.png"/><Relationship Id="rId5" Type="http://schemas.openxmlformats.org/officeDocument/2006/relationships/image" Target="../media/image89.png"/><Relationship Id="rId6" Type="http://schemas.openxmlformats.org/officeDocument/2006/relationships/image" Target="../media/image92.png"/><Relationship Id="rId7" Type="http://schemas.openxmlformats.org/officeDocument/2006/relationships/image" Target="../media/image66.png"/><Relationship Id="rId8" Type="http://schemas.openxmlformats.org/officeDocument/2006/relationships/image" Target="../media/image9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1.png"/><Relationship Id="rId4" Type="http://schemas.openxmlformats.org/officeDocument/2006/relationships/image" Target="../media/image62.png"/><Relationship Id="rId5" Type="http://schemas.openxmlformats.org/officeDocument/2006/relationships/image" Target="../media/image106.png"/><Relationship Id="rId6" Type="http://schemas.openxmlformats.org/officeDocument/2006/relationships/image" Target="../media/image98.png"/><Relationship Id="rId7" Type="http://schemas.openxmlformats.org/officeDocument/2006/relationships/image" Target="../media/image66.png"/><Relationship Id="rId8" Type="http://schemas.openxmlformats.org/officeDocument/2006/relationships/image" Target="../media/image9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Relationship Id="rId5" Type="http://schemas.openxmlformats.org/officeDocument/2006/relationships/image" Target="../media/image9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7.png"/><Relationship Id="rId4" Type="http://schemas.openxmlformats.org/officeDocument/2006/relationships/image" Target="../media/image9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tudyresearch.in/bresenhams-circle-algorith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0.png"/><Relationship Id="rId4" Type="http://schemas.openxmlformats.org/officeDocument/2006/relationships/image" Target="../media/image1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3.png"/><Relationship Id="rId4" Type="http://schemas.openxmlformats.org/officeDocument/2006/relationships/image" Target="../media/image1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9.png"/><Relationship Id="rId4" Type="http://schemas.openxmlformats.org/officeDocument/2006/relationships/image" Target="../media/image1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3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Graphics:</a:t>
            </a:r>
            <a:br>
              <a:rPr lang="en"/>
            </a:br>
            <a:r>
              <a:rPr lang="en"/>
              <a:t>Line Drawing Algorithms</a:t>
            </a:r>
            <a:endParaRPr/>
          </a:p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Conversion Algorithms</a:t>
            </a:r>
            <a:endParaRPr/>
          </a:p>
          <a:p>
            <a:pPr indent="0" lvl="0" marL="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(Midpoint Line)</a:t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0"/>
          <p:cNvCxnSpPr/>
          <p:nvPr/>
        </p:nvCxnSpPr>
        <p:spPr>
          <a:xfrm>
            <a:off x="4659813" y="-709159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0"/>
          <p:cNvCxnSpPr/>
          <p:nvPr/>
        </p:nvCxnSpPr>
        <p:spPr>
          <a:xfrm>
            <a:off x="4659813" y="-11265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0"/>
          <p:cNvCxnSpPr/>
          <p:nvPr/>
        </p:nvCxnSpPr>
        <p:spPr>
          <a:xfrm>
            <a:off x="4659813" y="48146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0"/>
          <p:cNvCxnSpPr/>
          <p:nvPr/>
        </p:nvCxnSpPr>
        <p:spPr>
          <a:xfrm>
            <a:off x="4659813" y="-130685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0"/>
          <p:cNvCxnSpPr/>
          <p:nvPr/>
        </p:nvCxnSpPr>
        <p:spPr>
          <a:xfrm>
            <a:off x="1769013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0"/>
          <p:cNvCxnSpPr/>
          <p:nvPr/>
        </p:nvCxnSpPr>
        <p:spPr>
          <a:xfrm>
            <a:off x="2564350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0"/>
          <p:cNvCxnSpPr/>
          <p:nvPr/>
        </p:nvCxnSpPr>
        <p:spPr>
          <a:xfrm>
            <a:off x="33596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0"/>
          <p:cNvCxnSpPr/>
          <p:nvPr/>
        </p:nvCxnSpPr>
        <p:spPr>
          <a:xfrm>
            <a:off x="41518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0"/>
          <p:cNvCxnSpPr/>
          <p:nvPr/>
        </p:nvCxnSpPr>
        <p:spPr>
          <a:xfrm>
            <a:off x="49773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0"/>
          <p:cNvCxnSpPr/>
          <p:nvPr/>
        </p:nvCxnSpPr>
        <p:spPr>
          <a:xfrm>
            <a:off x="5772688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0"/>
          <p:cNvCxnSpPr/>
          <p:nvPr/>
        </p:nvCxnSpPr>
        <p:spPr>
          <a:xfrm>
            <a:off x="6568025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30"/>
          <p:cNvCxnSpPr/>
          <p:nvPr/>
        </p:nvCxnSpPr>
        <p:spPr>
          <a:xfrm>
            <a:off x="73601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30"/>
          <p:cNvSpPr/>
          <p:nvPr/>
        </p:nvSpPr>
        <p:spPr>
          <a:xfrm>
            <a:off x="1634075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2432588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3231100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1637250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4032788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1635663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4031200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2434175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3232688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1642013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037550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2440525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3239038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842413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7237950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5640925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6439438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4845588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7241125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644100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442613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844000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7239538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5642513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6441025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7245888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6447375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30"/>
          <p:cNvCxnSpPr/>
          <p:nvPr/>
        </p:nvCxnSpPr>
        <p:spPr>
          <a:xfrm>
            <a:off x="4659813" y="-189740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0"/>
          <p:cNvCxnSpPr/>
          <p:nvPr/>
        </p:nvCxnSpPr>
        <p:spPr>
          <a:xfrm>
            <a:off x="4659813" y="-249509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0"/>
          <p:cNvSpPr/>
          <p:nvPr/>
        </p:nvSpPr>
        <p:spPr>
          <a:xfrm>
            <a:off x="1632488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4028025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2431000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3229513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1640425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4035963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2438938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3237450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4840825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7236363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5639338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4848763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4029613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2435763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3234275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4850350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5648863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6437850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7244300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647275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6445788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992725" y="75296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992725" y="37283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992725" y="31306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992725" y="25329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992725" y="194597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992725" y="134470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24103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32041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0"/>
          <p:cNvSpPr txBox="1"/>
          <p:nvPr/>
        </p:nvSpPr>
        <p:spPr>
          <a:xfrm>
            <a:off x="39867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4820188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5615525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64124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16166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71982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30"/>
          <p:cNvCxnSpPr/>
          <p:nvPr/>
        </p:nvCxnSpPr>
        <p:spPr>
          <a:xfrm flipH="1" rot="10800000">
            <a:off x="1769013" y="1028066"/>
            <a:ext cx="5918100" cy="284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" name="Google Shape;278;p30"/>
          <p:cNvGrpSpPr/>
          <p:nvPr/>
        </p:nvGrpSpPr>
        <p:grpSpPr>
          <a:xfrm>
            <a:off x="2438938" y="3540219"/>
            <a:ext cx="250800" cy="82125"/>
            <a:chOff x="2357438" y="5414046"/>
            <a:chExt cx="250800" cy="109500"/>
          </a:xfrm>
        </p:grpSpPr>
        <p:cxnSp>
          <p:nvCxnSpPr>
            <p:cNvPr id="279" name="Google Shape;279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" name="Google Shape;280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30"/>
          <p:cNvGrpSpPr/>
          <p:nvPr/>
        </p:nvGrpSpPr>
        <p:grpSpPr>
          <a:xfrm>
            <a:off x="3224750" y="2923475"/>
            <a:ext cx="250800" cy="82125"/>
            <a:chOff x="2357438" y="5414046"/>
            <a:chExt cx="250800" cy="109500"/>
          </a:xfrm>
        </p:grpSpPr>
        <p:cxnSp>
          <p:nvCxnSpPr>
            <p:cNvPr id="282" name="Google Shape;282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0"/>
          <p:cNvGrpSpPr/>
          <p:nvPr/>
        </p:nvGrpSpPr>
        <p:grpSpPr>
          <a:xfrm>
            <a:off x="4032788" y="2917559"/>
            <a:ext cx="250800" cy="82125"/>
            <a:chOff x="2357438" y="5414046"/>
            <a:chExt cx="250800" cy="109500"/>
          </a:xfrm>
        </p:grpSpPr>
        <p:cxnSp>
          <p:nvCxnSpPr>
            <p:cNvPr id="285" name="Google Shape;285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" name="Google Shape;286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30"/>
          <p:cNvGrpSpPr/>
          <p:nvPr/>
        </p:nvGrpSpPr>
        <p:grpSpPr>
          <a:xfrm>
            <a:off x="4856700" y="2355731"/>
            <a:ext cx="250800" cy="83319"/>
            <a:chOff x="2357438" y="5414046"/>
            <a:chExt cx="250800" cy="109500"/>
          </a:xfrm>
        </p:grpSpPr>
        <p:cxnSp>
          <p:nvCxnSpPr>
            <p:cNvPr id="288" name="Google Shape;288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9" name="Google Shape;289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30"/>
          <p:cNvGrpSpPr/>
          <p:nvPr/>
        </p:nvGrpSpPr>
        <p:grpSpPr>
          <a:xfrm>
            <a:off x="5650450" y="1757891"/>
            <a:ext cx="250800" cy="82125"/>
            <a:chOff x="2357438" y="5414046"/>
            <a:chExt cx="250800" cy="109500"/>
          </a:xfrm>
        </p:grpSpPr>
        <p:cxnSp>
          <p:nvCxnSpPr>
            <p:cNvPr id="291" name="Google Shape;291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2" name="Google Shape;292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30"/>
          <p:cNvGrpSpPr/>
          <p:nvPr/>
        </p:nvGrpSpPr>
        <p:grpSpPr>
          <a:xfrm>
            <a:off x="6442613" y="1757891"/>
            <a:ext cx="250800" cy="82125"/>
            <a:chOff x="2357438" y="5414046"/>
            <a:chExt cx="250800" cy="109500"/>
          </a:xfrm>
        </p:grpSpPr>
        <p:cxnSp>
          <p:nvCxnSpPr>
            <p:cNvPr id="294" name="Google Shape;294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5" name="Google Shape;295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7234775" y="1177012"/>
            <a:ext cx="250800" cy="83319"/>
            <a:chOff x="2357438" y="5414046"/>
            <a:chExt cx="250800" cy="109500"/>
          </a:xfrm>
        </p:grpSpPr>
        <p:cxnSp>
          <p:nvCxnSpPr>
            <p:cNvPr id="297" name="Google Shape;297;p30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" name="Google Shape;298;p30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9" name="Google Shape;299;p30"/>
          <p:cNvSpPr txBox="1"/>
          <p:nvPr/>
        </p:nvSpPr>
        <p:spPr>
          <a:xfrm>
            <a:off x="4185188" y="2919904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Midpoint</a:t>
            </a:r>
            <a:endParaRPr/>
          </a:p>
        </p:txBody>
      </p:sp>
      <p:sp>
        <p:nvSpPr>
          <p:cNvPr id="300" name="Google Shape;30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1"/>
          <p:cNvGrpSpPr/>
          <p:nvPr/>
        </p:nvGrpSpPr>
        <p:grpSpPr>
          <a:xfrm>
            <a:off x="1740005" y="433421"/>
            <a:ext cx="5683404" cy="4242318"/>
            <a:chOff x="2688631" y="2453054"/>
            <a:chExt cx="3958354" cy="3938283"/>
          </a:xfrm>
        </p:grpSpPr>
        <p:cxnSp>
          <p:nvCxnSpPr>
            <p:cNvPr id="306" name="Google Shape;306;p31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31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31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31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" name="Google Shape;310;p31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31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" name="Google Shape;312;p31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1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1" name="Google Shape;321;p31"/>
            <p:cNvCxnSpPr/>
            <p:nvPr/>
          </p:nvCxnSpPr>
          <p:spPr>
            <a:xfrm flipH="1" rot="10800000">
              <a:off x="2688631" y="3142729"/>
              <a:ext cx="3758100" cy="228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2" name="Google Shape;322;p31"/>
          <p:cNvGrpSpPr/>
          <p:nvPr/>
        </p:nvGrpSpPr>
        <p:grpSpPr>
          <a:xfrm>
            <a:off x="3619500" y="2784909"/>
            <a:ext cx="250800" cy="82125"/>
            <a:chOff x="2357438" y="5414046"/>
            <a:chExt cx="250800" cy="109500"/>
          </a:xfrm>
        </p:grpSpPr>
        <p:cxnSp>
          <p:nvCxnSpPr>
            <p:cNvPr id="323" name="Google Shape;323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" name="Google Shape;325;p31"/>
          <p:cNvGrpSpPr/>
          <p:nvPr/>
        </p:nvGrpSpPr>
        <p:grpSpPr>
          <a:xfrm>
            <a:off x="4792663" y="1958616"/>
            <a:ext cx="250800" cy="82125"/>
            <a:chOff x="2357438" y="5414046"/>
            <a:chExt cx="250800" cy="109500"/>
          </a:xfrm>
        </p:grpSpPr>
        <p:cxnSp>
          <p:nvCxnSpPr>
            <p:cNvPr id="326" name="Google Shape;326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" name="Google Shape;327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1"/>
          <p:cNvGrpSpPr/>
          <p:nvPr/>
        </p:nvGrpSpPr>
        <p:grpSpPr>
          <a:xfrm>
            <a:off x="5949950" y="1958616"/>
            <a:ext cx="250800" cy="82125"/>
            <a:chOff x="2357438" y="5414046"/>
            <a:chExt cx="250800" cy="109500"/>
          </a:xfrm>
        </p:grpSpPr>
        <p:cxnSp>
          <p:nvCxnSpPr>
            <p:cNvPr id="329" name="Google Shape;329;p31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0" name="Google Shape;330;p31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32"/>
          <p:cNvCxnSpPr/>
          <p:nvPr/>
        </p:nvCxnSpPr>
        <p:spPr>
          <a:xfrm flipH="1" rot="10800000">
            <a:off x="565150" y="1607250"/>
            <a:ext cx="3951300" cy="180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7" name="Google Shape;337;p32"/>
          <p:cNvGrpSpPr/>
          <p:nvPr/>
        </p:nvGrpSpPr>
        <p:grpSpPr>
          <a:xfrm>
            <a:off x="1366665" y="1128809"/>
            <a:ext cx="3335367" cy="2732763"/>
            <a:chOff x="1214470" y="2012601"/>
            <a:chExt cx="3335701" cy="3644170"/>
          </a:xfrm>
        </p:grpSpPr>
        <p:cxnSp>
          <p:nvCxnSpPr>
            <p:cNvPr id="338" name="Google Shape;338;p32"/>
            <p:cNvCxnSpPr/>
            <p:nvPr/>
          </p:nvCxnSpPr>
          <p:spPr>
            <a:xfrm flipH="1" rot="5400000">
              <a:off x="2873471" y="2036560"/>
              <a:ext cx="1770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32"/>
            <p:cNvCxnSpPr/>
            <p:nvPr/>
          </p:nvCxnSpPr>
          <p:spPr>
            <a:xfrm>
              <a:off x="2882320" y="2763706"/>
              <a:ext cx="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" name="Google Shape;340;p32"/>
            <p:cNvCxnSpPr/>
            <p:nvPr/>
          </p:nvCxnSpPr>
          <p:spPr>
            <a:xfrm flipH="1" rot="5400000">
              <a:off x="2874970" y="1302135"/>
              <a:ext cx="14700" cy="3335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" name="Google Shape;341;p32"/>
            <p:cNvCxnSpPr/>
            <p:nvPr/>
          </p:nvCxnSpPr>
          <p:spPr>
            <a:xfrm flipH="1">
              <a:off x="2166006" y="2028871"/>
              <a:ext cx="33000" cy="3627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32"/>
            <p:cNvCxnSpPr/>
            <p:nvPr/>
          </p:nvCxnSpPr>
          <p:spPr>
            <a:xfrm flipH="1">
              <a:off x="2929702" y="2020735"/>
              <a:ext cx="1500" cy="3636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32"/>
            <p:cNvCxnSpPr/>
            <p:nvPr/>
          </p:nvCxnSpPr>
          <p:spPr>
            <a:xfrm flipH="1">
              <a:off x="3665905" y="2012601"/>
              <a:ext cx="21900" cy="3644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4" name="Google Shape;344;p32"/>
            <p:cNvSpPr/>
            <p:nvPr/>
          </p:nvSpPr>
          <p:spPr>
            <a:xfrm>
              <a:off x="2052906" y="3586937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2055844" y="4309642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2060250" y="2849543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2804989" y="3588405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543852" y="3588405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2807927" y="4311110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3546790" y="4311110"/>
              <a:ext cx="239400" cy="2394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2812334" y="2851011"/>
              <a:ext cx="239400" cy="2394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3551197" y="2851011"/>
              <a:ext cx="239400" cy="2394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32"/>
            <p:cNvGrpSpPr/>
            <p:nvPr/>
          </p:nvGrpSpPr>
          <p:grpSpPr>
            <a:xfrm>
              <a:off x="2099098" y="4032584"/>
              <a:ext cx="161590" cy="70551"/>
              <a:chOff x="2357438" y="5414046"/>
              <a:chExt cx="250800" cy="109500"/>
            </a:xfrm>
          </p:grpSpPr>
          <p:cxnSp>
            <p:nvCxnSpPr>
              <p:cNvPr id="354" name="Google Shape;354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32"/>
            <p:cNvGrpSpPr/>
            <p:nvPr/>
          </p:nvGrpSpPr>
          <p:grpSpPr>
            <a:xfrm>
              <a:off x="2854902" y="3322328"/>
              <a:ext cx="161590" cy="70551"/>
              <a:chOff x="2357438" y="5414046"/>
              <a:chExt cx="250800" cy="109500"/>
            </a:xfrm>
          </p:grpSpPr>
          <p:cxnSp>
            <p:nvCxnSpPr>
              <p:cNvPr id="357" name="Google Shape;357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8" name="Google Shape;358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32"/>
            <p:cNvGrpSpPr/>
            <p:nvPr/>
          </p:nvGrpSpPr>
          <p:grpSpPr>
            <a:xfrm>
              <a:off x="3601006" y="3322328"/>
              <a:ext cx="161590" cy="70551"/>
              <a:chOff x="2357438" y="5414046"/>
              <a:chExt cx="250800" cy="109500"/>
            </a:xfrm>
          </p:grpSpPr>
          <p:cxnSp>
            <p:nvCxnSpPr>
              <p:cNvPr id="360" name="Google Shape;360;p32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1" name="Google Shape;361;p32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2" name="Google Shape;362;p32"/>
          <p:cNvSpPr txBox="1"/>
          <p:nvPr/>
        </p:nvSpPr>
        <p:spPr>
          <a:xfrm>
            <a:off x="5511139" y="1509451"/>
            <a:ext cx="1860600" cy="23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250" l="-980" r="-26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5511139" y="1977785"/>
            <a:ext cx="2467800" cy="23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8000" l="-2720" r="-2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364" name="Google Shape;364;p32"/>
          <p:cNvGrpSpPr/>
          <p:nvPr/>
        </p:nvGrpSpPr>
        <p:grpSpPr>
          <a:xfrm>
            <a:off x="1100132" y="2979954"/>
            <a:ext cx="946151" cy="369365"/>
            <a:chOff x="193913" y="4195346"/>
            <a:chExt cx="947667" cy="491700"/>
          </a:xfrm>
        </p:grpSpPr>
        <p:sp>
          <p:nvSpPr>
            <p:cNvPr id="365" name="Google Shape;365;p32"/>
            <p:cNvSpPr txBox="1"/>
            <p:nvPr/>
          </p:nvSpPr>
          <p:spPr>
            <a:xfrm>
              <a:off x="418280" y="4195346"/>
              <a:ext cx="723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(2, 3)</a:t>
              </a:r>
              <a:endParaRPr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193913" y="4311103"/>
              <a:ext cx="167100" cy="1671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7" name="Google Shape;367;p32"/>
          <p:cNvGrpSpPr/>
          <p:nvPr/>
        </p:nvGrpSpPr>
        <p:grpSpPr>
          <a:xfrm>
            <a:off x="1119157" y="2404341"/>
            <a:ext cx="6140348" cy="369450"/>
            <a:chOff x="967090" y="3713865"/>
            <a:chExt cx="6140348" cy="492600"/>
          </a:xfrm>
        </p:grpSpPr>
        <p:grpSp>
          <p:nvGrpSpPr>
            <p:cNvPr id="368" name="Google Shape;368;p32"/>
            <p:cNvGrpSpPr/>
            <p:nvPr/>
          </p:nvGrpSpPr>
          <p:grpSpPr>
            <a:xfrm>
              <a:off x="967090" y="3713865"/>
              <a:ext cx="871223" cy="492600"/>
              <a:chOff x="193913" y="4093421"/>
              <a:chExt cx="871223" cy="492600"/>
            </a:xfrm>
          </p:grpSpPr>
          <p:sp>
            <p:nvSpPr>
              <p:cNvPr id="369" name="Google Shape;369;p32"/>
              <p:cNvSpPr txBox="1"/>
              <p:nvPr/>
            </p:nvSpPr>
            <p:spPr>
              <a:xfrm>
                <a:off x="341836" y="4093421"/>
                <a:ext cx="7233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(2, 4)</a:t>
                </a:r>
                <a:endParaRPr/>
              </a:p>
            </p:txBody>
          </p:sp>
          <p:sp>
            <p:nvSpPr>
              <p:cNvPr id="370" name="Google Shape;370;p32"/>
              <p:cNvSpPr/>
              <p:nvPr/>
            </p:nvSpPr>
            <p:spPr>
              <a:xfrm>
                <a:off x="193913" y="4311103"/>
                <a:ext cx="167100" cy="1671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32"/>
            <p:cNvSpPr txBox="1"/>
            <p:nvPr/>
          </p:nvSpPr>
          <p:spPr>
            <a:xfrm>
              <a:off x="5282538" y="3794256"/>
              <a:ext cx="1824900" cy="307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8000" l="-4010" r="-134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grpSp>
        <p:nvGrpSpPr>
          <p:cNvPr id="372" name="Google Shape;372;p32"/>
          <p:cNvGrpSpPr/>
          <p:nvPr/>
        </p:nvGrpSpPr>
        <p:grpSpPr>
          <a:xfrm>
            <a:off x="1100168" y="2965647"/>
            <a:ext cx="6145444" cy="909304"/>
            <a:chOff x="946948" y="4462185"/>
            <a:chExt cx="6145444" cy="1213052"/>
          </a:xfrm>
        </p:grpSpPr>
        <p:grpSp>
          <p:nvGrpSpPr>
            <p:cNvPr id="373" name="Google Shape;373;p32"/>
            <p:cNvGrpSpPr/>
            <p:nvPr/>
          </p:nvGrpSpPr>
          <p:grpSpPr>
            <a:xfrm>
              <a:off x="946948" y="5182338"/>
              <a:ext cx="871223" cy="492900"/>
              <a:chOff x="193913" y="4194913"/>
              <a:chExt cx="871223" cy="492900"/>
            </a:xfrm>
          </p:grpSpPr>
          <p:sp>
            <p:nvSpPr>
              <p:cNvPr id="374" name="Google Shape;374;p32"/>
              <p:cNvSpPr txBox="1"/>
              <p:nvPr/>
            </p:nvSpPr>
            <p:spPr>
              <a:xfrm>
                <a:off x="341836" y="4194913"/>
                <a:ext cx="723300" cy="49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(2, 2)</a:t>
                </a:r>
                <a:endParaRPr/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>
                <a:off x="193913" y="4311103"/>
                <a:ext cx="167100" cy="1671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32"/>
            <p:cNvSpPr txBox="1"/>
            <p:nvPr/>
          </p:nvSpPr>
          <p:spPr>
            <a:xfrm>
              <a:off x="5224292" y="4462185"/>
              <a:ext cx="1868100" cy="307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38000" l="-261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377" name="Google Shape;377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3"/>
          <p:cNvGrpSpPr/>
          <p:nvPr/>
        </p:nvGrpSpPr>
        <p:grpSpPr>
          <a:xfrm>
            <a:off x="1661532" y="416649"/>
            <a:ext cx="5514778" cy="3865819"/>
            <a:chOff x="2688631" y="2453054"/>
            <a:chExt cx="3958354" cy="3938283"/>
          </a:xfrm>
        </p:grpSpPr>
        <p:cxnSp>
          <p:nvCxnSpPr>
            <p:cNvPr id="383" name="Google Shape;383;p33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3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3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33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33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33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9" name="Google Shape;389;p33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3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3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" name="Google Shape;398;p33"/>
            <p:cNvCxnSpPr/>
            <p:nvPr/>
          </p:nvCxnSpPr>
          <p:spPr>
            <a:xfrm flipH="1" rot="10800000">
              <a:off x="2688631" y="3142729"/>
              <a:ext cx="3758100" cy="228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9" name="Google Shape;399;p33"/>
          <p:cNvGrpSpPr/>
          <p:nvPr/>
        </p:nvGrpSpPr>
        <p:grpSpPr>
          <a:xfrm>
            <a:off x="3454785" y="2607656"/>
            <a:ext cx="261609" cy="87731"/>
            <a:chOff x="2357438" y="5414046"/>
            <a:chExt cx="250800" cy="109500"/>
          </a:xfrm>
        </p:grpSpPr>
        <p:cxnSp>
          <p:nvCxnSpPr>
            <p:cNvPr id="400" name="Google Shape;400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" name="Google Shape;401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2" name="Google Shape;402;p33"/>
          <p:cNvGrpSpPr/>
          <p:nvPr/>
        </p:nvGrpSpPr>
        <p:grpSpPr>
          <a:xfrm>
            <a:off x="4678553" y="1724904"/>
            <a:ext cx="261609" cy="87731"/>
            <a:chOff x="2357438" y="5414046"/>
            <a:chExt cx="250800" cy="109500"/>
          </a:xfrm>
        </p:grpSpPr>
        <p:cxnSp>
          <p:nvCxnSpPr>
            <p:cNvPr id="403" name="Google Shape;403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4" name="Google Shape;404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33"/>
          <p:cNvGrpSpPr/>
          <p:nvPr/>
        </p:nvGrpSpPr>
        <p:grpSpPr>
          <a:xfrm>
            <a:off x="5885760" y="1724904"/>
            <a:ext cx="261609" cy="87731"/>
            <a:chOff x="2357438" y="5414046"/>
            <a:chExt cx="250800" cy="109500"/>
          </a:xfrm>
        </p:grpSpPr>
        <p:cxnSp>
          <p:nvCxnSpPr>
            <p:cNvPr id="406" name="Google Shape;406;p33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" name="Google Shape;407;p33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33"/>
          <p:cNvSpPr txBox="1"/>
          <p:nvPr/>
        </p:nvSpPr>
        <p:spPr>
          <a:xfrm>
            <a:off x="4933126" y="1582618"/>
            <a:ext cx="364800" cy="22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390" l="-13790" r="-34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6212464" y="1593530"/>
            <a:ext cx="370500" cy="22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390" l="-13560" r="-33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0" name="Google Shape;410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" name="Google Shape;415;p34"/>
          <p:cNvCxnSpPr/>
          <p:nvPr/>
        </p:nvCxnSpPr>
        <p:spPr>
          <a:xfrm flipH="1" rot="5400000">
            <a:off x="4291301" y="-326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4"/>
          <p:cNvCxnSpPr/>
          <p:nvPr/>
        </p:nvCxnSpPr>
        <p:spPr>
          <a:xfrm>
            <a:off x="4301351" y="8132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4"/>
          <p:cNvCxnSpPr/>
          <p:nvPr/>
        </p:nvCxnSpPr>
        <p:spPr>
          <a:xfrm flipH="1">
            <a:off x="3189175" y="6048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34"/>
          <p:cNvSpPr/>
          <p:nvPr/>
        </p:nvSpPr>
        <p:spPr>
          <a:xfrm>
            <a:off x="3014663" y="24181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3019425" y="32599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34"/>
          <p:cNvCxnSpPr/>
          <p:nvPr/>
        </p:nvCxnSpPr>
        <p:spPr>
          <a:xfrm flipH="1" rot="10800000">
            <a:off x="1360488" y="1328963"/>
            <a:ext cx="5241900" cy="26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1" name="Google Shape;421;p34"/>
          <p:cNvGrpSpPr/>
          <p:nvPr/>
        </p:nvGrpSpPr>
        <p:grpSpPr>
          <a:xfrm>
            <a:off x="3086100" y="2937309"/>
            <a:ext cx="250800" cy="82125"/>
            <a:chOff x="2357438" y="5414046"/>
            <a:chExt cx="250800" cy="109500"/>
          </a:xfrm>
        </p:grpSpPr>
        <p:cxnSp>
          <p:nvCxnSpPr>
            <p:cNvPr id="422" name="Google Shape;422;p34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34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34"/>
          <p:cNvSpPr txBox="1"/>
          <p:nvPr/>
        </p:nvSpPr>
        <p:spPr>
          <a:xfrm>
            <a:off x="4440243" y="3898533"/>
            <a:ext cx="3843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0" l="-1590" r="-9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5" name="Google Shape;42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35"/>
          <p:cNvCxnSpPr/>
          <p:nvPr/>
        </p:nvCxnSpPr>
        <p:spPr>
          <a:xfrm flipH="1" rot="5400000">
            <a:off x="4138901" y="-1850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5"/>
          <p:cNvCxnSpPr/>
          <p:nvPr/>
        </p:nvCxnSpPr>
        <p:spPr>
          <a:xfrm>
            <a:off x="4148951" y="6608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5"/>
          <p:cNvCxnSpPr/>
          <p:nvPr/>
        </p:nvCxnSpPr>
        <p:spPr>
          <a:xfrm flipH="1">
            <a:off x="3036775" y="4524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35"/>
          <p:cNvSpPr/>
          <p:nvPr/>
        </p:nvSpPr>
        <p:spPr>
          <a:xfrm>
            <a:off x="2862263" y="22657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2867025" y="31075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35"/>
          <p:cNvCxnSpPr/>
          <p:nvPr/>
        </p:nvCxnSpPr>
        <p:spPr>
          <a:xfrm flipH="1" rot="10800000">
            <a:off x="1208088" y="810862"/>
            <a:ext cx="4860900" cy="300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6" name="Google Shape;436;p35"/>
          <p:cNvGrpSpPr/>
          <p:nvPr/>
        </p:nvGrpSpPr>
        <p:grpSpPr>
          <a:xfrm>
            <a:off x="2933700" y="2784909"/>
            <a:ext cx="250800" cy="82125"/>
            <a:chOff x="2357438" y="5414046"/>
            <a:chExt cx="250800" cy="109500"/>
          </a:xfrm>
        </p:grpSpPr>
        <p:cxnSp>
          <p:nvCxnSpPr>
            <p:cNvPr id="437" name="Google Shape;437;p35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8" name="Google Shape;438;p35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35"/>
          <p:cNvSpPr txBox="1"/>
          <p:nvPr/>
        </p:nvSpPr>
        <p:spPr>
          <a:xfrm>
            <a:off x="4287843" y="3746133"/>
            <a:ext cx="3750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0" l="-1630" r="-9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40" name="Google Shape;440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5" name="Google Shape;445;p36"/>
          <p:cNvGraphicFramePr/>
          <p:nvPr/>
        </p:nvGraphicFramePr>
        <p:xfrm>
          <a:off x="1492100" y="1113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{3A82E4E6-1D3E-45B9-AEB7-6FAD2BB51281}</a:tableStyleId>
              </a:tblPr>
              <a:tblGrid>
                <a:gridCol w="3166725"/>
                <a:gridCol w="3166725"/>
              </a:tblGrid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none" cap="none" strike="noStrike">
                          <a:solidFill>
                            <a:srgbClr val="434343"/>
                          </a:solidFill>
                        </a:rPr>
                        <a:t>f(M)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none" cap="none" strike="noStrike">
                          <a:solidFill>
                            <a:srgbClr val="434343"/>
                          </a:solidFill>
                        </a:rPr>
                        <a:t>Pixel chosen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f(M) &gt;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upper (NE)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" sz="1800"/>
                        <a:t>f(M) ≤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lower (E)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46" name="Google Shape;446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7"/>
          <p:cNvGrpSpPr/>
          <p:nvPr/>
        </p:nvGrpSpPr>
        <p:grpSpPr>
          <a:xfrm>
            <a:off x="1028751" y="635879"/>
            <a:ext cx="6870540" cy="5050848"/>
            <a:chOff x="2795954" y="2453054"/>
            <a:chExt cx="4018800" cy="3938283"/>
          </a:xfrm>
        </p:grpSpPr>
        <p:cxnSp>
          <p:nvCxnSpPr>
            <p:cNvPr id="452" name="Google Shape;452;p37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37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37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37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37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37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8" name="Google Shape;458;p37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37"/>
            <p:cNvCxnSpPr/>
            <p:nvPr/>
          </p:nvCxnSpPr>
          <p:spPr>
            <a:xfrm flipH="1" rot="10800000">
              <a:off x="2795954" y="3357509"/>
              <a:ext cx="4018800" cy="2234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8" name="Google Shape;468;p37"/>
          <p:cNvGrpSpPr/>
          <p:nvPr/>
        </p:nvGrpSpPr>
        <p:grpSpPr>
          <a:xfrm>
            <a:off x="3083974" y="3435460"/>
            <a:ext cx="298577" cy="97783"/>
            <a:chOff x="2357438" y="5414046"/>
            <a:chExt cx="250800" cy="109500"/>
          </a:xfrm>
        </p:grpSpPr>
        <p:cxnSp>
          <p:nvCxnSpPr>
            <p:cNvPr id="469" name="Google Shape;469;p37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0" name="Google Shape;470;p37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4459950" y="3424186"/>
            <a:ext cx="298577" cy="97784"/>
            <a:chOff x="2340265" y="6503792"/>
            <a:chExt cx="250800" cy="109500"/>
          </a:xfrm>
        </p:grpSpPr>
        <p:cxnSp>
          <p:nvCxnSpPr>
            <p:cNvPr id="472" name="Google Shape;472;p37"/>
            <p:cNvCxnSpPr/>
            <p:nvPr/>
          </p:nvCxnSpPr>
          <p:spPr>
            <a:xfrm flipH="1" rot="10800000">
              <a:off x="2340265" y="654986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3" name="Google Shape;473;p37"/>
            <p:cNvSpPr/>
            <p:nvPr/>
          </p:nvSpPr>
          <p:spPr>
            <a:xfrm>
              <a:off x="2418886" y="650379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37"/>
          <p:cNvGrpSpPr/>
          <p:nvPr/>
        </p:nvGrpSpPr>
        <p:grpSpPr>
          <a:xfrm>
            <a:off x="5858897" y="2451046"/>
            <a:ext cx="298577" cy="97783"/>
            <a:chOff x="2357438" y="5414046"/>
            <a:chExt cx="250800" cy="109500"/>
          </a:xfrm>
        </p:grpSpPr>
        <p:cxnSp>
          <p:nvCxnSpPr>
            <p:cNvPr id="475" name="Google Shape;475;p37"/>
            <p:cNvCxnSpPr/>
            <p:nvPr/>
          </p:nvCxnSpPr>
          <p:spPr>
            <a:xfrm flipH="1" rot="10800000">
              <a:off x="2357438" y="5460113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6" name="Google Shape;476;p37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37"/>
          <p:cNvSpPr txBox="1"/>
          <p:nvPr/>
        </p:nvSpPr>
        <p:spPr>
          <a:xfrm>
            <a:off x="2276988" y="4101650"/>
            <a:ext cx="835200" cy="22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529" l="-7300" r="-80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78" name="Google Shape;478;p37"/>
          <p:cNvSpPr txBox="1"/>
          <p:nvPr/>
        </p:nvSpPr>
        <p:spPr>
          <a:xfrm>
            <a:off x="4656880" y="4183112"/>
            <a:ext cx="1365900" cy="223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529" l="-3120" r="-58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79" name="Google Shape;479;p37"/>
          <p:cNvSpPr txBox="1"/>
          <p:nvPr/>
        </p:nvSpPr>
        <p:spPr>
          <a:xfrm>
            <a:off x="6065725" y="4090478"/>
            <a:ext cx="1212600" cy="22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531" l="-6030" r="-6530" t="-20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0" name="Google Shape;480;p37"/>
          <p:cNvSpPr txBox="1"/>
          <p:nvPr/>
        </p:nvSpPr>
        <p:spPr>
          <a:xfrm>
            <a:off x="6104824" y="3094550"/>
            <a:ext cx="1885800" cy="223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529" l="-2260" r="-389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1" name="Google Shape;481;p37"/>
          <p:cNvSpPr txBox="1"/>
          <p:nvPr/>
        </p:nvSpPr>
        <p:spPr>
          <a:xfrm>
            <a:off x="4625793" y="3473027"/>
            <a:ext cx="15456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320" l="-1980" r="-316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2" name="Google Shape;482;p37"/>
          <p:cNvSpPr txBox="1"/>
          <p:nvPr/>
        </p:nvSpPr>
        <p:spPr>
          <a:xfrm>
            <a:off x="4659492" y="3141082"/>
            <a:ext cx="15036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320" l="-2020" r="-32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3" name="Google Shape;483;p37"/>
          <p:cNvSpPr txBox="1"/>
          <p:nvPr/>
        </p:nvSpPr>
        <p:spPr>
          <a:xfrm>
            <a:off x="6054343" y="2061692"/>
            <a:ext cx="2059800" cy="223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529" l="-2070" r="-35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4" name="Google Shape;484;p37"/>
          <p:cNvSpPr txBox="1"/>
          <p:nvPr/>
        </p:nvSpPr>
        <p:spPr>
          <a:xfrm>
            <a:off x="6160267" y="2522175"/>
            <a:ext cx="16095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3680" l="-1890" r="-30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85" name="Google Shape;48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37"/>
          <p:cNvSpPr txBox="1"/>
          <p:nvPr/>
        </p:nvSpPr>
        <p:spPr>
          <a:xfrm>
            <a:off x="495425" y="81775"/>
            <a:ext cx="782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Derivation of MPL Algorithm for Zone - 0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8"/>
          <p:cNvSpPr txBox="1"/>
          <p:nvPr/>
        </p:nvSpPr>
        <p:spPr>
          <a:xfrm>
            <a:off x="5376367" y="1361075"/>
            <a:ext cx="2807700" cy="44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3" name="Google Shape;493;p38"/>
          <p:cNvSpPr txBox="1"/>
          <p:nvPr/>
        </p:nvSpPr>
        <p:spPr>
          <a:xfrm>
            <a:off x="5957681" y="1674725"/>
            <a:ext cx="3079500" cy="446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5657721" y="1993016"/>
            <a:ext cx="3153900" cy="43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770" r="-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95" name="Google Shape;495;p38"/>
          <p:cNvGrpSpPr/>
          <p:nvPr/>
        </p:nvGrpSpPr>
        <p:grpSpPr>
          <a:xfrm>
            <a:off x="4859334" y="3014628"/>
            <a:ext cx="4040250" cy="1063207"/>
            <a:chOff x="4858914" y="4628616"/>
            <a:chExt cx="4040654" cy="1417988"/>
          </a:xfrm>
        </p:grpSpPr>
        <p:sp>
          <p:nvSpPr>
            <p:cNvPr id="496" name="Google Shape;496;p38"/>
            <p:cNvSpPr txBox="1"/>
            <p:nvPr/>
          </p:nvSpPr>
          <p:spPr>
            <a:xfrm>
              <a:off x="4858914" y="4628616"/>
              <a:ext cx="2896500" cy="5952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-147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97" name="Google Shape;497;p38"/>
            <p:cNvSpPr txBox="1"/>
            <p:nvPr/>
          </p:nvSpPr>
          <p:spPr>
            <a:xfrm>
              <a:off x="5440228" y="5046816"/>
              <a:ext cx="3126000" cy="5952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98" name="Google Shape;498;p38"/>
            <p:cNvSpPr txBox="1"/>
            <p:nvPr/>
          </p:nvSpPr>
          <p:spPr>
            <a:xfrm>
              <a:off x="5140268" y="5471204"/>
              <a:ext cx="3759300" cy="5754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99" name="Google Shape;499;p38"/>
          <p:cNvSpPr txBox="1"/>
          <p:nvPr/>
        </p:nvSpPr>
        <p:spPr>
          <a:xfrm>
            <a:off x="5123539" y="4061395"/>
            <a:ext cx="2019000" cy="623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500" name="Google Shape;500;p38"/>
          <p:cNvGrpSpPr/>
          <p:nvPr/>
        </p:nvGrpSpPr>
        <p:grpSpPr>
          <a:xfrm>
            <a:off x="-119357" y="720644"/>
            <a:ext cx="5179263" cy="3652773"/>
            <a:chOff x="1028751" y="847839"/>
            <a:chExt cx="7161592" cy="6734464"/>
          </a:xfrm>
        </p:grpSpPr>
        <p:grpSp>
          <p:nvGrpSpPr>
            <p:cNvPr id="501" name="Google Shape;501;p38"/>
            <p:cNvGrpSpPr/>
            <p:nvPr/>
          </p:nvGrpSpPr>
          <p:grpSpPr>
            <a:xfrm>
              <a:off x="1028751" y="847839"/>
              <a:ext cx="6870540" cy="6734464"/>
              <a:chOff x="2795954" y="2453054"/>
              <a:chExt cx="4018800" cy="3938283"/>
            </a:xfrm>
          </p:grpSpPr>
          <p:cxnSp>
            <p:nvCxnSpPr>
              <p:cNvPr id="502" name="Google Shape;502;p38"/>
              <p:cNvCxnSpPr/>
              <p:nvPr/>
            </p:nvCxnSpPr>
            <p:spPr>
              <a:xfrm flipH="1" rot="5400000">
                <a:off x="4835134" y="2479159"/>
                <a:ext cx="1890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3" name="Google Shape;503;p38"/>
              <p:cNvCxnSpPr/>
              <p:nvPr/>
            </p:nvCxnSpPr>
            <p:spPr>
              <a:xfrm>
                <a:off x="4844585" y="3264896"/>
                <a:ext cx="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4" name="Google Shape;504;p38"/>
              <p:cNvCxnSpPr/>
              <p:nvPr/>
            </p:nvCxnSpPr>
            <p:spPr>
              <a:xfrm flipH="1" rot="5400000">
                <a:off x="4836634" y="1685323"/>
                <a:ext cx="15900" cy="3604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38"/>
              <p:cNvCxnSpPr/>
              <p:nvPr/>
            </p:nvCxnSpPr>
            <p:spPr>
              <a:xfrm flipH="1">
                <a:off x="4070308" y="2470637"/>
                <a:ext cx="35700" cy="3920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6" name="Google Shape;506;p38"/>
              <p:cNvCxnSpPr/>
              <p:nvPr/>
            </p:nvCxnSpPr>
            <p:spPr>
              <a:xfrm flipH="1">
                <a:off x="4895814" y="2461845"/>
                <a:ext cx="1500" cy="3929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7" name="Google Shape;507;p38"/>
              <p:cNvCxnSpPr/>
              <p:nvPr/>
            </p:nvCxnSpPr>
            <p:spPr>
              <a:xfrm flipH="1">
                <a:off x="5691300" y="2453054"/>
                <a:ext cx="23700" cy="3938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8" name="Google Shape;508;p38"/>
              <p:cNvSpPr/>
              <p:nvPr/>
            </p:nvSpPr>
            <p:spPr>
              <a:xfrm>
                <a:off x="3948113" y="4154488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3951288" y="4935538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3956050" y="3357563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4760913" y="415607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5559425" y="415607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4764088" y="493712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5562600" y="4937125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4768850" y="3359150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5567363" y="3359150"/>
                <a:ext cx="258900" cy="2589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7" name="Google Shape;517;p38"/>
              <p:cNvCxnSpPr/>
              <p:nvPr/>
            </p:nvCxnSpPr>
            <p:spPr>
              <a:xfrm flipH="1" rot="10800000">
                <a:off x="2795954" y="3357509"/>
                <a:ext cx="4018800" cy="2234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18" name="Google Shape;518;p38"/>
            <p:cNvGrpSpPr/>
            <p:nvPr/>
          </p:nvGrpSpPr>
          <p:grpSpPr>
            <a:xfrm>
              <a:off x="3083974" y="4580794"/>
              <a:ext cx="298577" cy="130382"/>
              <a:chOff x="2357438" y="5414046"/>
              <a:chExt cx="250800" cy="109500"/>
            </a:xfrm>
          </p:grpSpPr>
          <p:cxnSp>
            <p:nvCxnSpPr>
              <p:cNvPr id="519" name="Google Shape;519;p38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0" name="Google Shape;520;p38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459950" y="4565798"/>
              <a:ext cx="298577" cy="130382"/>
              <a:chOff x="2340265" y="6503792"/>
              <a:chExt cx="250800" cy="109500"/>
            </a:xfrm>
          </p:grpSpPr>
          <p:cxnSp>
            <p:nvCxnSpPr>
              <p:cNvPr id="522" name="Google Shape;522;p38"/>
              <p:cNvCxnSpPr/>
              <p:nvPr/>
            </p:nvCxnSpPr>
            <p:spPr>
              <a:xfrm flipH="1" rot="10800000">
                <a:off x="2340265" y="6549860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3" name="Google Shape;523;p38"/>
              <p:cNvSpPr/>
              <p:nvPr/>
            </p:nvSpPr>
            <p:spPr>
              <a:xfrm>
                <a:off x="2418886" y="6503792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4" name="Google Shape;524;p38"/>
            <p:cNvGrpSpPr/>
            <p:nvPr/>
          </p:nvGrpSpPr>
          <p:grpSpPr>
            <a:xfrm>
              <a:off x="5858897" y="3268242"/>
              <a:ext cx="298577" cy="130382"/>
              <a:chOff x="2357438" y="5414046"/>
              <a:chExt cx="250800" cy="109500"/>
            </a:xfrm>
          </p:grpSpPr>
          <p:cxnSp>
            <p:nvCxnSpPr>
              <p:cNvPr id="525" name="Google Shape;525;p38"/>
              <p:cNvCxnSpPr/>
              <p:nvPr/>
            </p:nvCxnSpPr>
            <p:spPr>
              <a:xfrm flipH="1" rot="10800000">
                <a:off x="2357438" y="5460113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26" name="Google Shape;526;p38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" name="Google Shape;527;p38"/>
            <p:cNvSpPr txBox="1"/>
            <p:nvPr/>
          </p:nvSpPr>
          <p:spPr>
            <a:xfrm>
              <a:off x="2200788" y="5570467"/>
              <a:ext cx="835200" cy="2985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26529" l="-7300" r="-80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8" name="Google Shape;528;p38"/>
            <p:cNvSpPr txBox="1"/>
            <p:nvPr/>
          </p:nvSpPr>
          <p:spPr>
            <a:xfrm>
              <a:off x="4428280" y="5577482"/>
              <a:ext cx="1365900" cy="29850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6529" l="-3120" r="-581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29" name="Google Shape;529;p38"/>
            <p:cNvSpPr txBox="1"/>
            <p:nvPr/>
          </p:nvSpPr>
          <p:spPr>
            <a:xfrm>
              <a:off x="6218125" y="5453971"/>
              <a:ext cx="1212600" cy="298500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6531" l="-6030" r="-6530" t="-204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0" name="Google Shape;530;p38"/>
            <p:cNvSpPr txBox="1"/>
            <p:nvPr/>
          </p:nvSpPr>
          <p:spPr>
            <a:xfrm>
              <a:off x="6181024" y="4126067"/>
              <a:ext cx="1885800" cy="298500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6529" l="-2260" r="-389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1" name="Google Shape;531;p38"/>
            <p:cNvSpPr txBox="1"/>
            <p:nvPr/>
          </p:nvSpPr>
          <p:spPr>
            <a:xfrm>
              <a:off x="4168593" y="4732302"/>
              <a:ext cx="1545600" cy="232200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26320" l="-1980" r="-316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2" name="Google Shape;532;p38"/>
            <p:cNvSpPr txBox="1"/>
            <p:nvPr/>
          </p:nvSpPr>
          <p:spPr>
            <a:xfrm>
              <a:off x="4354692" y="4188109"/>
              <a:ext cx="1503600" cy="2322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26320" l="-2020" r="-324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3" name="Google Shape;533;p38"/>
            <p:cNvSpPr txBox="1"/>
            <p:nvPr/>
          </p:nvSpPr>
          <p:spPr>
            <a:xfrm>
              <a:off x="6130543" y="2748923"/>
              <a:ext cx="2059800" cy="2985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26529" l="-2070" r="-355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34" name="Google Shape;534;p38"/>
            <p:cNvSpPr txBox="1"/>
            <p:nvPr/>
          </p:nvSpPr>
          <p:spPr>
            <a:xfrm>
              <a:off x="6160267" y="3362900"/>
              <a:ext cx="1609500" cy="2322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23680" l="-1890" r="-30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535" name="Google Shape;535;p38"/>
          <p:cNvSpPr txBox="1"/>
          <p:nvPr/>
        </p:nvSpPr>
        <p:spPr>
          <a:xfrm>
            <a:off x="6181650" y="2610267"/>
            <a:ext cx="2333700" cy="35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8890" l="-1830" r="-18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36" name="Google Shape;536;p38"/>
          <p:cNvSpPr txBox="1"/>
          <p:nvPr/>
        </p:nvSpPr>
        <p:spPr>
          <a:xfrm>
            <a:off x="5123550" y="2550575"/>
            <a:ext cx="123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39"/>
          <p:cNvGrpSpPr/>
          <p:nvPr/>
        </p:nvGrpSpPr>
        <p:grpSpPr>
          <a:xfrm>
            <a:off x="295307" y="852413"/>
            <a:ext cx="4498907" cy="2984825"/>
            <a:chOff x="2795954" y="2453054"/>
            <a:chExt cx="4452600" cy="3938283"/>
          </a:xfrm>
        </p:grpSpPr>
        <p:cxnSp>
          <p:nvCxnSpPr>
            <p:cNvPr id="543" name="Google Shape;543;p39"/>
            <p:cNvCxnSpPr/>
            <p:nvPr/>
          </p:nvCxnSpPr>
          <p:spPr>
            <a:xfrm flipH="1" rot="5400000">
              <a:off x="4835134" y="2479159"/>
              <a:ext cx="18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39"/>
            <p:cNvCxnSpPr/>
            <p:nvPr/>
          </p:nvCxnSpPr>
          <p:spPr>
            <a:xfrm>
              <a:off x="4844585" y="3264896"/>
              <a:ext cx="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39"/>
            <p:cNvCxnSpPr/>
            <p:nvPr/>
          </p:nvCxnSpPr>
          <p:spPr>
            <a:xfrm flipH="1" rot="5400000">
              <a:off x="4836634" y="1685323"/>
              <a:ext cx="15900" cy="36048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39"/>
            <p:cNvCxnSpPr/>
            <p:nvPr/>
          </p:nvCxnSpPr>
          <p:spPr>
            <a:xfrm flipH="1">
              <a:off x="4070308" y="2470637"/>
              <a:ext cx="35700" cy="3920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39"/>
            <p:cNvCxnSpPr/>
            <p:nvPr/>
          </p:nvCxnSpPr>
          <p:spPr>
            <a:xfrm flipH="1">
              <a:off x="4895814" y="2461845"/>
              <a:ext cx="1500" cy="3929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39"/>
            <p:cNvCxnSpPr/>
            <p:nvPr/>
          </p:nvCxnSpPr>
          <p:spPr>
            <a:xfrm flipH="1">
              <a:off x="5691300" y="2453054"/>
              <a:ext cx="23700" cy="3938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9" name="Google Shape;549;p39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8" name="Google Shape;558;p39"/>
            <p:cNvCxnSpPr/>
            <p:nvPr/>
          </p:nvCxnSpPr>
          <p:spPr>
            <a:xfrm flipH="1" rot="10800000">
              <a:off x="2795954" y="3932610"/>
              <a:ext cx="4452600" cy="1659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9" name="Google Shape;559;p39"/>
          <p:cNvGrpSpPr/>
          <p:nvPr/>
        </p:nvGrpSpPr>
        <p:grpSpPr>
          <a:xfrm>
            <a:off x="1509962" y="2507296"/>
            <a:ext cx="176463" cy="57794"/>
            <a:chOff x="2357438" y="5414046"/>
            <a:chExt cx="250800" cy="109500"/>
          </a:xfrm>
        </p:grpSpPr>
        <p:cxnSp>
          <p:nvCxnSpPr>
            <p:cNvPr id="560" name="Google Shape;560;p39"/>
            <p:cNvCxnSpPr/>
            <p:nvPr/>
          </p:nvCxnSpPr>
          <p:spPr>
            <a:xfrm flipH="1" rot="10800000">
              <a:off x="2357438" y="5460115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1" name="Google Shape;561;p39"/>
            <p:cNvSpPr/>
            <p:nvPr/>
          </p:nvSpPr>
          <p:spPr>
            <a:xfrm>
              <a:off x="2428082" y="5414046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39"/>
          <p:cNvGrpSpPr/>
          <p:nvPr/>
        </p:nvGrpSpPr>
        <p:grpSpPr>
          <a:xfrm>
            <a:off x="2323186" y="2500678"/>
            <a:ext cx="176463" cy="57794"/>
            <a:chOff x="2340265" y="6503792"/>
            <a:chExt cx="250800" cy="109500"/>
          </a:xfrm>
        </p:grpSpPr>
        <p:cxnSp>
          <p:nvCxnSpPr>
            <p:cNvPr id="563" name="Google Shape;563;p39"/>
            <p:cNvCxnSpPr/>
            <p:nvPr/>
          </p:nvCxnSpPr>
          <p:spPr>
            <a:xfrm flipH="1" rot="10800000">
              <a:off x="2340265" y="654986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4" name="Google Shape;564;p39"/>
            <p:cNvSpPr/>
            <p:nvPr/>
          </p:nvSpPr>
          <p:spPr>
            <a:xfrm>
              <a:off x="2418886" y="650379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5" name="Google Shape;565;p39"/>
          <p:cNvGrpSpPr/>
          <p:nvPr/>
        </p:nvGrpSpPr>
        <p:grpSpPr>
          <a:xfrm>
            <a:off x="3149983" y="2491799"/>
            <a:ext cx="176463" cy="57794"/>
            <a:chOff x="2357438" y="6486912"/>
            <a:chExt cx="250800" cy="109500"/>
          </a:xfrm>
        </p:grpSpPr>
        <p:cxnSp>
          <p:nvCxnSpPr>
            <p:cNvPr id="566" name="Google Shape;566;p39"/>
            <p:cNvCxnSpPr/>
            <p:nvPr/>
          </p:nvCxnSpPr>
          <p:spPr>
            <a:xfrm flipH="1" rot="10800000">
              <a:off x="2357438" y="6532980"/>
              <a:ext cx="250800" cy="8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7" name="Google Shape;567;p39"/>
            <p:cNvSpPr/>
            <p:nvPr/>
          </p:nvSpPr>
          <p:spPr>
            <a:xfrm>
              <a:off x="2428082" y="6486912"/>
              <a:ext cx="109500" cy="109500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8" name="Google Shape;568;p39"/>
          <p:cNvSpPr txBox="1"/>
          <p:nvPr/>
        </p:nvSpPr>
        <p:spPr>
          <a:xfrm>
            <a:off x="988038" y="2946048"/>
            <a:ext cx="399000" cy="11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829" l="-15381" r="-20000" t="-41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69" name="Google Shape;569;p39"/>
          <p:cNvSpPr txBox="1"/>
          <p:nvPr/>
        </p:nvSpPr>
        <p:spPr>
          <a:xfrm>
            <a:off x="2225537" y="2947916"/>
            <a:ext cx="674100" cy="11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9999" l="-6300" r="-162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0" name="Google Shape;570;p39"/>
          <p:cNvSpPr txBox="1"/>
          <p:nvPr/>
        </p:nvSpPr>
        <p:spPr>
          <a:xfrm>
            <a:off x="3300415" y="2930552"/>
            <a:ext cx="833700" cy="124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69" l="-2190" r="-58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2150905" y="2574497"/>
            <a:ext cx="982800" cy="110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4001" l="-4970" r="-14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2" name="Google Shape;572;p39"/>
          <p:cNvSpPr txBox="1"/>
          <p:nvPr/>
        </p:nvSpPr>
        <p:spPr>
          <a:xfrm>
            <a:off x="2128326" y="2340364"/>
            <a:ext cx="957300" cy="1107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49999" l="-4460" r="-152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3" name="Google Shape;573;p39"/>
          <p:cNvSpPr txBox="1"/>
          <p:nvPr/>
        </p:nvSpPr>
        <p:spPr>
          <a:xfrm>
            <a:off x="3310313" y="2333299"/>
            <a:ext cx="1184100" cy="1245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9630" l="-510" r="-3100" t="-37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4" name="Google Shape;574;p39"/>
          <p:cNvSpPr txBox="1"/>
          <p:nvPr/>
        </p:nvSpPr>
        <p:spPr>
          <a:xfrm>
            <a:off x="3327644" y="2540956"/>
            <a:ext cx="1192500" cy="124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3330" l="-510" r="-25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5" name="Google Shape;575;p39"/>
          <p:cNvSpPr txBox="1"/>
          <p:nvPr/>
        </p:nvSpPr>
        <p:spPr>
          <a:xfrm>
            <a:off x="5376367" y="1437275"/>
            <a:ext cx="2807700" cy="446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173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6" name="Google Shape;576;p39"/>
          <p:cNvSpPr txBox="1"/>
          <p:nvPr/>
        </p:nvSpPr>
        <p:spPr>
          <a:xfrm>
            <a:off x="5957681" y="1750925"/>
            <a:ext cx="3079500" cy="446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5657721" y="2063078"/>
            <a:ext cx="3153900" cy="4317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770" r="-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8" name="Google Shape;578;p39"/>
          <p:cNvSpPr txBox="1"/>
          <p:nvPr/>
        </p:nvSpPr>
        <p:spPr>
          <a:xfrm>
            <a:off x="5123539" y="4137595"/>
            <a:ext cx="1736700" cy="623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79" name="Google Shape;579;p39"/>
          <p:cNvSpPr txBox="1"/>
          <p:nvPr/>
        </p:nvSpPr>
        <p:spPr>
          <a:xfrm>
            <a:off x="6151975" y="2674200"/>
            <a:ext cx="2165400" cy="3066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330" l="-1970" r="-22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580" name="Google Shape;580;p39"/>
          <p:cNvGrpSpPr/>
          <p:nvPr/>
        </p:nvGrpSpPr>
        <p:grpSpPr>
          <a:xfrm>
            <a:off x="4794316" y="3055054"/>
            <a:ext cx="4162675" cy="1129360"/>
            <a:chOff x="4736477" y="4540390"/>
            <a:chExt cx="4163091" cy="1506214"/>
          </a:xfrm>
        </p:grpSpPr>
        <p:sp>
          <p:nvSpPr>
            <p:cNvPr id="581" name="Google Shape;581;p39"/>
            <p:cNvSpPr txBox="1"/>
            <p:nvPr/>
          </p:nvSpPr>
          <p:spPr>
            <a:xfrm>
              <a:off x="4736477" y="4540390"/>
              <a:ext cx="2896500" cy="5952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-147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9"/>
            <p:cNvSpPr txBox="1"/>
            <p:nvPr/>
          </p:nvSpPr>
          <p:spPr>
            <a:xfrm>
              <a:off x="5440228" y="5046816"/>
              <a:ext cx="3126000" cy="5952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83" name="Google Shape;583;p39"/>
            <p:cNvSpPr txBox="1"/>
            <p:nvPr/>
          </p:nvSpPr>
          <p:spPr>
            <a:xfrm>
              <a:off x="5140268" y="5471204"/>
              <a:ext cx="3759300" cy="5754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584" name="Google Shape;584;p39"/>
          <p:cNvSpPr txBox="1"/>
          <p:nvPr/>
        </p:nvSpPr>
        <p:spPr>
          <a:xfrm>
            <a:off x="4581525" y="939299"/>
            <a:ext cx="266700" cy="2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85" name="Google Shape;585;p39"/>
          <p:cNvSpPr txBox="1"/>
          <p:nvPr/>
        </p:nvSpPr>
        <p:spPr>
          <a:xfrm flipH="1" rot="10800000">
            <a:off x="5105439" y="3054975"/>
            <a:ext cx="266700" cy="30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5085368" y="3080532"/>
            <a:ext cx="323400" cy="20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7780" l="-13790" r="-51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9"/>
          <p:cNvSpPr txBox="1"/>
          <p:nvPr/>
        </p:nvSpPr>
        <p:spPr>
          <a:xfrm>
            <a:off x="4650400" y="2589000"/>
            <a:ext cx="1736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 assume,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0"/>
          <p:cNvSpPr txBox="1"/>
          <p:nvPr>
            <p:ph idx="1" type="body"/>
          </p:nvPr>
        </p:nvSpPr>
        <p:spPr>
          <a:xfrm>
            <a:off x="631788" y="1364803"/>
            <a:ext cx="8229600" cy="2332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0" r="0" t="-25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594" name="Google Shape;594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41"/>
          <p:cNvGrpSpPr/>
          <p:nvPr/>
        </p:nvGrpSpPr>
        <p:grpSpPr>
          <a:xfrm>
            <a:off x="234237" y="1273753"/>
            <a:ext cx="5456004" cy="3229018"/>
            <a:chOff x="911225" y="1408113"/>
            <a:chExt cx="7062788" cy="5573037"/>
          </a:xfrm>
        </p:grpSpPr>
        <p:cxnSp>
          <p:nvCxnSpPr>
            <p:cNvPr id="600" name="Google Shape;600;p41"/>
            <p:cNvCxnSpPr/>
            <p:nvPr/>
          </p:nvCxnSpPr>
          <p:spPr>
            <a:xfrm>
              <a:off x="4578313" y="879438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41"/>
            <p:cNvCxnSpPr/>
            <p:nvPr/>
          </p:nvCxnSpPr>
          <p:spPr>
            <a:xfrm>
              <a:off x="4578313" y="1674775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p41"/>
            <p:cNvCxnSpPr/>
            <p:nvPr/>
          </p:nvCxnSpPr>
          <p:spPr>
            <a:xfrm>
              <a:off x="4578313" y="2466938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41"/>
            <p:cNvCxnSpPr/>
            <p:nvPr/>
          </p:nvCxnSpPr>
          <p:spPr>
            <a:xfrm>
              <a:off x="4578313" y="82513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41"/>
            <p:cNvCxnSpPr/>
            <p:nvPr/>
          </p:nvCxnSpPr>
          <p:spPr>
            <a:xfrm>
              <a:off x="1687513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41"/>
            <p:cNvCxnSpPr/>
            <p:nvPr/>
          </p:nvCxnSpPr>
          <p:spPr>
            <a:xfrm>
              <a:off x="2482850" y="1411288"/>
              <a:ext cx="0" cy="4980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41"/>
            <p:cNvCxnSpPr/>
            <p:nvPr/>
          </p:nvCxnSpPr>
          <p:spPr>
            <a:xfrm>
              <a:off x="3278188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41"/>
            <p:cNvCxnSpPr/>
            <p:nvPr/>
          </p:nvCxnSpPr>
          <p:spPr>
            <a:xfrm>
              <a:off x="4070350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41"/>
            <p:cNvCxnSpPr/>
            <p:nvPr/>
          </p:nvCxnSpPr>
          <p:spPr>
            <a:xfrm>
              <a:off x="4895850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41"/>
            <p:cNvCxnSpPr/>
            <p:nvPr/>
          </p:nvCxnSpPr>
          <p:spPr>
            <a:xfrm>
              <a:off x="5691188" y="1411288"/>
              <a:ext cx="0" cy="4980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41"/>
            <p:cNvCxnSpPr/>
            <p:nvPr/>
          </p:nvCxnSpPr>
          <p:spPr>
            <a:xfrm>
              <a:off x="6486525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1" name="Google Shape;611;p41"/>
            <p:cNvCxnSpPr/>
            <p:nvPr/>
          </p:nvCxnSpPr>
          <p:spPr>
            <a:xfrm>
              <a:off x="7278688" y="1408113"/>
              <a:ext cx="0" cy="4983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2" name="Google Shape;612;p41"/>
            <p:cNvSpPr/>
            <p:nvPr/>
          </p:nvSpPr>
          <p:spPr>
            <a:xfrm>
              <a:off x="1552575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1"/>
            <p:cNvSpPr/>
            <p:nvPr/>
          </p:nvSpPr>
          <p:spPr>
            <a:xfrm>
              <a:off x="2351088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3149600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1555750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3951288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1554163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1"/>
            <p:cNvSpPr/>
            <p:nvPr/>
          </p:nvSpPr>
          <p:spPr>
            <a:xfrm>
              <a:off x="3949700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1"/>
            <p:cNvSpPr/>
            <p:nvPr/>
          </p:nvSpPr>
          <p:spPr>
            <a:xfrm>
              <a:off x="2352675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3151188" y="57435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1560513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3956050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2359025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3157538" y="33575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4760913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7156450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5559425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6357938" y="415607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4764088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7159625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5562600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6361113" y="49371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4762500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7158038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5561013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6359525" y="5745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7164388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6365875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9" name="Google Shape;639;p41"/>
            <p:cNvCxnSpPr/>
            <p:nvPr/>
          </p:nvCxnSpPr>
          <p:spPr>
            <a:xfrm>
              <a:off x="4578313" y="-704887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41"/>
            <p:cNvCxnSpPr/>
            <p:nvPr/>
          </p:nvCxnSpPr>
          <p:spPr>
            <a:xfrm>
              <a:off x="4578313" y="-1501812"/>
              <a:ext cx="0" cy="6791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41" name="Google Shape;641;p41"/>
            <p:cNvSpPr/>
            <p:nvPr/>
          </p:nvSpPr>
          <p:spPr>
            <a:xfrm>
              <a:off x="1550988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3946525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2349500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3148013" y="2570163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1558925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3954463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1"/>
            <p:cNvSpPr/>
            <p:nvPr/>
          </p:nvSpPr>
          <p:spPr>
            <a:xfrm>
              <a:off x="2357438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3155950" y="17732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4759325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7154863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5557838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4767263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3948113" y="415448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2354263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3152775" y="4935538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4768850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5567363" y="33591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6356350" y="2571750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7162800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5565775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6364288" y="1774825"/>
              <a:ext cx="258900" cy="2589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1"/>
            <p:cNvSpPr txBox="1"/>
            <p:nvPr/>
          </p:nvSpPr>
          <p:spPr>
            <a:xfrm>
              <a:off x="911225" y="1697038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1"/>
            <p:cNvSpPr txBox="1"/>
            <p:nvPr/>
          </p:nvSpPr>
          <p:spPr>
            <a:xfrm>
              <a:off x="911225" y="566420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1"/>
            <p:cNvSpPr txBox="1"/>
            <p:nvPr/>
          </p:nvSpPr>
          <p:spPr>
            <a:xfrm>
              <a:off x="911225" y="486727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1"/>
            <p:cNvSpPr txBox="1"/>
            <p:nvPr/>
          </p:nvSpPr>
          <p:spPr>
            <a:xfrm>
              <a:off x="911225" y="40703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1"/>
            <p:cNvSpPr txBox="1"/>
            <p:nvPr/>
          </p:nvSpPr>
          <p:spPr>
            <a:xfrm>
              <a:off x="911225" y="3287713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1"/>
            <p:cNvSpPr txBox="1"/>
            <p:nvPr/>
          </p:nvSpPr>
          <p:spPr>
            <a:xfrm>
              <a:off x="911225" y="248602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1"/>
            <p:cNvSpPr txBox="1"/>
            <p:nvPr/>
          </p:nvSpPr>
          <p:spPr>
            <a:xfrm>
              <a:off x="23288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1"/>
            <p:cNvSpPr txBox="1"/>
            <p:nvPr/>
          </p:nvSpPr>
          <p:spPr>
            <a:xfrm>
              <a:off x="31226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1"/>
            <p:cNvSpPr txBox="1"/>
            <p:nvPr/>
          </p:nvSpPr>
          <p:spPr>
            <a:xfrm>
              <a:off x="39052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1"/>
            <p:cNvSpPr txBox="1"/>
            <p:nvPr/>
          </p:nvSpPr>
          <p:spPr>
            <a:xfrm>
              <a:off x="4738688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1"/>
            <p:cNvSpPr txBox="1"/>
            <p:nvPr/>
          </p:nvSpPr>
          <p:spPr>
            <a:xfrm>
              <a:off x="5534025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1"/>
            <p:cNvSpPr txBox="1"/>
            <p:nvPr/>
          </p:nvSpPr>
          <p:spPr>
            <a:xfrm>
              <a:off x="63309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1"/>
            <p:cNvSpPr txBox="1"/>
            <p:nvPr/>
          </p:nvSpPr>
          <p:spPr>
            <a:xfrm>
              <a:off x="15351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1"/>
            <p:cNvSpPr txBox="1"/>
            <p:nvPr/>
          </p:nvSpPr>
          <p:spPr>
            <a:xfrm>
              <a:off x="71167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6" name="Google Shape;676;p41"/>
            <p:cNvCxnSpPr/>
            <p:nvPr/>
          </p:nvCxnSpPr>
          <p:spPr>
            <a:xfrm flipH="1" rot="10800000">
              <a:off x="1687513" y="2063738"/>
              <a:ext cx="5918100" cy="3798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7" name="Google Shape;677;p41"/>
            <p:cNvGrpSpPr/>
            <p:nvPr/>
          </p:nvGrpSpPr>
          <p:grpSpPr>
            <a:xfrm>
              <a:off x="2357438" y="5413375"/>
              <a:ext cx="250800" cy="109500"/>
              <a:chOff x="2357438" y="5414046"/>
              <a:chExt cx="250800" cy="109500"/>
            </a:xfrm>
          </p:grpSpPr>
          <p:cxnSp>
            <p:nvCxnSpPr>
              <p:cNvPr id="678" name="Google Shape;678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9" name="Google Shape;679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0" name="Google Shape;680;p41"/>
            <p:cNvGrpSpPr/>
            <p:nvPr/>
          </p:nvGrpSpPr>
          <p:grpSpPr>
            <a:xfrm>
              <a:off x="3143250" y="4591050"/>
              <a:ext cx="250800" cy="109500"/>
              <a:chOff x="2357438" y="5414046"/>
              <a:chExt cx="250800" cy="109500"/>
            </a:xfrm>
          </p:grpSpPr>
          <p:cxnSp>
            <p:nvCxnSpPr>
              <p:cNvPr id="681" name="Google Shape;681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2" name="Google Shape;682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41"/>
            <p:cNvGrpSpPr/>
            <p:nvPr/>
          </p:nvGrpSpPr>
          <p:grpSpPr>
            <a:xfrm>
              <a:off x="3951288" y="4583162"/>
              <a:ext cx="250800" cy="109500"/>
              <a:chOff x="2357438" y="5414046"/>
              <a:chExt cx="250800" cy="109500"/>
            </a:xfrm>
          </p:grpSpPr>
          <p:cxnSp>
            <p:nvCxnSpPr>
              <p:cNvPr id="684" name="Google Shape;684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5" name="Google Shape;685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6" name="Google Shape;686;p41"/>
            <p:cNvGrpSpPr/>
            <p:nvPr/>
          </p:nvGrpSpPr>
          <p:grpSpPr>
            <a:xfrm>
              <a:off x="4775200" y="3833877"/>
              <a:ext cx="250800" cy="111088"/>
              <a:chOff x="2357438" y="5414046"/>
              <a:chExt cx="250800" cy="109500"/>
            </a:xfrm>
          </p:grpSpPr>
          <p:cxnSp>
            <p:nvCxnSpPr>
              <p:cNvPr id="687" name="Google Shape;687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8" name="Google Shape;688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9" name="Google Shape;689;p41"/>
            <p:cNvGrpSpPr/>
            <p:nvPr/>
          </p:nvGrpSpPr>
          <p:grpSpPr>
            <a:xfrm>
              <a:off x="5568950" y="3036937"/>
              <a:ext cx="250800" cy="109500"/>
              <a:chOff x="2357438" y="5414046"/>
              <a:chExt cx="250800" cy="109500"/>
            </a:xfrm>
          </p:grpSpPr>
          <p:cxnSp>
            <p:nvCxnSpPr>
              <p:cNvPr id="690" name="Google Shape;690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1" name="Google Shape;691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2" name="Google Shape;692;p41"/>
            <p:cNvGrpSpPr/>
            <p:nvPr/>
          </p:nvGrpSpPr>
          <p:grpSpPr>
            <a:xfrm>
              <a:off x="6361113" y="3036937"/>
              <a:ext cx="250800" cy="109500"/>
              <a:chOff x="2357438" y="5414046"/>
              <a:chExt cx="250800" cy="109500"/>
            </a:xfrm>
          </p:grpSpPr>
          <p:cxnSp>
            <p:nvCxnSpPr>
              <p:cNvPr id="693" name="Google Shape;693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4" name="Google Shape;694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5" name="Google Shape;695;p41"/>
            <p:cNvGrpSpPr/>
            <p:nvPr/>
          </p:nvGrpSpPr>
          <p:grpSpPr>
            <a:xfrm>
              <a:off x="7153275" y="2262252"/>
              <a:ext cx="250800" cy="111088"/>
              <a:chOff x="2357438" y="5414046"/>
              <a:chExt cx="250800" cy="109500"/>
            </a:xfrm>
          </p:grpSpPr>
          <p:cxnSp>
            <p:nvCxnSpPr>
              <p:cNvPr id="696" name="Google Shape;696;p41"/>
              <p:cNvCxnSpPr/>
              <p:nvPr/>
            </p:nvCxnSpPr>
            <p:spPr>
              <a:xfrm flipH="1" rot="10800000">
                <a:off x="2357438" y="5460115"/>
                <a:ext cx="250800" cy="87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7" name="Google Shape;697;p41"/>
              <p:cNvSpPr/>
              <p:nvPr/>
            </p:nvSpPr>
            <p:spPr>
              <a:xfrm>
                <a:off x="2428082" y="5414046"/>
                <a:ext cx="109500" cy="109500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8" name="Google Shape;698;p41"/>
            <p:cNvSpPr txBox="1"/>
            <p:nvPr/>
          </p:nvSpPr>
          <p:spPr>
            <a:xfrm>
              <a:off x="4139372" y="4476217"/>
              <a:ext cx="13542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Midpoint</a:t>
              </a:r>
              <a:endParaRPr/>
            </a:p>
          </p:txBody>
        </p:sp>
      </p:grpSp>
      <p:sp>
        <p:nvSpPr>
          <p:cNvPr id="699" name="Google Shape;699;p41"/>
          <p:cNvSpPr txBox="1"/>
          <p:nvPr/>
        </p:nvSpPr>
        <p:spPr>
          <a:xfrm>
            <a:off x="804375" y="3895075"/>
            <a:ext cx="619500" cy="16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289" l="-9800" r="-78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0" name="Google Shape;700;p41"/>
          <p:cNvSpPr txBox="1"/>
          <p:nvPr/>
        </p:nvSpPr>
        <p:spPr>
          <a:xfrm>
            <a:off x="1493515" y="3574225"/>
            <a:ext cx="16080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1890" r="-26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1" name="Google Shape;701;p41"/>
          <p:cNvSpPr txBox="1"/>
          <p:nvPr/>
        </p:nvSpPr>
        <p:spPr>
          <a:xfrm>
            <a:off x="5756286" y="1629712"/>
            <a:ext cx="3171600" cy="923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450" l="0" r="-32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2" name="Google Shape;702;p41"/>
          <p:cNvSpPr txBox="1"/>
          <p:nvPr/>
        </p:nvSpPr>
        <p:spPr>
          <a:xfrm>
            <a:off x="6017489" y="2883577"/>
            <a:ext cx="30072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580" l="-810" r="-1420" t="-11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3" name="Google Shape;703;p41"/>
          <p:cNvSpPr txBox="1"/>
          <p:nvPr/>
        </p:nvSpPr>
        <p:spPr>
          <a:xfrm>
            <a:off x="6042295" y="3516940"/>
            <a:ext cx="22179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091" l="-1650" r="-19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4" name="Google Shape;704;p41"/>
          <p:cNvSpPr txBox="1"/>
          <p:nvPr/>
        </p:nvSpPr>
        <p:spPr>
          <a:xfrm>
            <a:off x="5874348" y="3942554"/>
            <a:ext cx="33213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1100" r="-11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05" name="Google Shape;705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/>
          <p:nvPr/>
        </p:nvSpPr>
        <p:spPr>
          <a:xfrm>
            <a:off x="3674924" y="1225430"/>
            <a:ext cx="17424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1" name="Google Shape;711;p42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2" name="Google Shape;712;p42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230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3" name="Google Shape;713;p42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23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14" name="Google Shape;714;p42"/>
          <p:cNvCxnSpPr>
            <a:stCxn id="710" idx="2"/>
            <a:endCxn id="711" idx="0"/>
          </p:cNvCxnSpPr>
          <p:nvPr/>
        </p:nvCxnSpPr>
        <p:spPr>
          <a:xfrm>
            <a:off x="4546124" y="1640930"/>
            <a:ext cx="261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42"/>
          <p:cNvCxnSpPr>
            <a:stCxn id="711" idx="2"/>
            <a:endCxn id="712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6" name="Google Shape;716;p42"/>
          <p:cNvCxnSpPr>
            <a:stCxn id="711" idx="2"/>
            <a:endCxn id="713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42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18" name="Google Shape;718;p42"/>
          <p:cNvCxnSpPr>
            <a:stCxn id="712" idx="2"/>
            <a:endCxn id="717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9" name="Google Shape;719;p42"/>
          <p:cNvCxnSpPr>
            <a:stCxn id="713" idx="2"/>
            <a:endCxn id="717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0" name="Google Shape;720;p42"/>
          <p:cNvCxnSpPr>
            <a:stCxn id="717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p42"/>
          <p:cNvCxnSpPr>
            <a:stCxn id="717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42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2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4" name="Google Shape;724;p42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2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2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2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2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3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35" name="Google Shape;735;p43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6" name="Google Shape;736;p43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37" name="Google Shape;737;p43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38" name="Google Shape;738;p43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9" name="Google Shape;739;p43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0" name="Google Shape;740;p43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1" name="Google Shape;741;p43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2" name="Google Shape;742;p43"/>
          <p:cNvSpPr txBox="1"/>
          <p:nvPr/>
        </p:nvSpPr>
        <p:spPr>
          <a:xfrm>
            <a:off x="7235083" y="2691327"/>
            <a:ext cx="0" cy="2076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9999" l="-6300" r="-1622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4"/>
          <p:cNvSpPr txBox="1"/>
          <p:nvPr/>
        </p:nvSpPr>
        <p:spPr>
          <a:xfrm>
            <a:off x="3674924" y="1225430"/>
            <a:ext cx="1813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31" l="0" r="-233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9" name="Google Shape;749;p44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50" name="Google Shape;750;p44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31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51" name="Google Shape;751;p44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52" name="Google Shape;752;p44"/>
          <p:cNvCxnSpPr>
            <a:stCxn id="748" idx="2"/>
            <a:endCxn id="749" idx="0"/>
          </p:cNvCxnSpPr>
          <p:nvPr/>
        </p:nvCxnSpPr>
        <p:spPr>
          <a:xfrm flipH="1">
            <a:off x="4572224" y="1640930"/>
            <a:ext cx="96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3" name="Google Shape;753;p44"/>
          <p:cNvCxnSpPr>
            <a:stCxn id="749" idx="2"/>
            <a:endCxn id="750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4" name="Google Shape;754;p44"/>
          <p:cNvCxnSpPr>
            <a:stCxn id="749" idx="2"/>
            <a:endCxn id="751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5" name="Google Shape;755;p44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56" name="Google Shape;756;p44"/>
          <p:cNvCxnSpPr>
            <a:stCxn id="750" idx="2"/>
            <a:endCxn id="755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7" name="Google Shape;757;p44"/>
          <p:cNvCxnSpPr>
            <a:stCxn id="751" idx="2"/>
            <a:endCxn id="755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8" name="Google Shape;758;p44"/>
          <p:cNvCxnSpPr>
            <a:stCxn id="755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44"/>
          <p:cNvCxnSpPr>
            <a:stCxn id="755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44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44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2" name="Google Shape;762;p44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4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4"/>
          <p:cNvSpPr txBox="1"/>
          <p:nvPr/>
        </p:nvSpPr>
        <p:spPr>
          <a:xfrm>
            <a:off x="333523" y="1395971"/>
            <a:ext cx="9321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7840" r="-45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66" name="Google Shape;766;p44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4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74" name="Google Shape;774;p45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45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76" name="Google Shape;776;p45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77" name="Google Shape;777;p45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8" name="Google Shape;778;p45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>
            <a:off x="3374350" y="4520345"/>
            <a:ext cx="16941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480" l="-2530" r="-288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1" name="Google Shape;781;p45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2" name="Google Shape;782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6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3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88" name="Google Shape;788;p46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9" name="Google Shape;789;p46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90" name="Google Shape;790;p46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91" name="Google Shape;791;p46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9" l="-9900" r="-89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2" name="Google Shape;792;p46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9" l="-9000" r="-90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3" name="Google Shape;793;p46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90" l="-34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4" name="Google Shape;794;p46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30" r="0" t="-460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95" name="Google Shape;795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"/>
          <p:cNvSpPr txBox="1"/>
          <p:nvPr/>
        </p:nvSpPr>
        <p:spPr>
          <a:xfrm>
            <a:off x="3674932" y="328001"/>
            <a:ext cx="1824300" cy="51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1" name="Google Shape;801;p47"/>
          <p:cNvSpPr txBox="1"/>
          <p:nvPr/>
        </p:nvSpPr>
        <p:spPr>
          <a:xfrm>
            <a:off x="4087611" y="1774147"/>
            <a:ext cx="969000" cy="257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2" name="Google Shape;802;p47"/>
          <p:cNvSpPr txBox="1"/>
          <p:nvPr/>
        </p:nvSpPr>
        <p:spPr>
          <a:xfrm>
            <a:off x="1353075" y="2871415"/>
            <a:ext cx="2643300" cy="513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31" l="0" r="-4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03" name="Google Shape;803;p47"/>
          <p:cNvSpPr txBox="1"/>
          <p:nvPr/>
        </p:nvSpPr>
        <p:spPr>
          <a:xfrm>
            <a:off x="5523128" y="2871415"/>
            <a:ext cx="2643300" cy="513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04" name="Google Shape;804;p47"/>
          <p:cNvCxnSpPr>
            <a:stCxn id="800" idx="2"/>
            <a:endCxn id="801" idx="0"/>
          </p:cNvCxnSpPr>
          <p:nvPr/>
        </p:nvCxnSpPr>
        <p:spPr>
          <a:xfrm flipH="1">
            <a:off x="4572082" y="841601"/>
            <a:ext cx="15000" cy="932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5" name="Google Shape;805;p47"/>
          <p:cNvCxnSpPr>
            <a:stCxn id="801" idx="2"/>
            <a:endCxn id="802" idx="0"/>
          </p:cNvCxnSpPr>
          <p:nvPr/>
        </p:nvCxnSpPr>
        <p:spPr>
          <a:xfrm flipH="1">
            <a:off x="2674611" y="2031247"/>
            <a:ext cx="18975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6" name="Google Shape;806;p47"/>
          <p:cNvCxnSpPr>
            <a:stCxn id="801" idx="2"/>
            <a:endCxn id="803" idx="0"/>
          </p:cNvCxnSpPr>
          <p:nvPr/>
        </p:nvCxnSpPr>
        <p:spPr>
          <a:xfrm>
            <a:off x="4572111" y="2031247"/>
            <a:ext cx="22728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7" name="Google Shape;807;p47"/>
          <p:cNvSpPr txBox="1"/>
          <p:nvPr/>
        </p:nvSpPr>
        <p:spPr>
          <a:xfrm>
            <a:off x="2986354" y="4019486"/>
            <a:ext cx="3405000" cy="2568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08" name="Google Shape;808;p47"/>
          <p:cNvCxnSpPr>
            <a:stCxn id="802" idx="2"/>
            <a:endCxn id="807" idx="0"/>
          </p:cNvCxnSpPr>
          <p:nvPr/>
        </p:nvCxnSpPr>
        <p:spPr>
          <a:xfrm>
            <a:off x="2674725" y="3385015"/>
            <a:ext cx="20142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7"/>
          <p:cNvCxnSpPr>
            <a:stCxn id="803" idx="2"/>
            <a:endCxn id="807" idx="0"/>
          </p:cNvCxnSpPr>
          <p:nvPr/>
        </p:nvCxnSpPr>
        <p:spPr>
          <a:xfrm flipH="1">
            <a:off x="4688978" y="3385015"/>
            <a:ext cx="21558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47"/>
          <p:cNvCxnSpPr>
            <a:stCxn id="807" idx="2"/>
          </p:cNvCxnSpPr>
          <p:nvPr/>
        </p:nvCxnSpPr>
        <p:spPr>
          <a:xfrm>
            <a:off x="4688854" y="4276286"/>
            <a:ext cx="0" cy="3657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7"/>
          <p:cNvCxnSpPr/>
          <p:nvPr/>
        </p:nvCxnSpPr>
        <p:spPr>
          <a:xfrm rot="10800000">
            <a:off x="8632900" y="1303000"/>
            <a:ext cx="88500" cy="2846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47"/>
          <p:cNvCxnSpPr/>
          <p:nvPr/>
        </p:nvCxnSpPr>
        <p:spPr>
          <a:xfrm rot="10800000">
            <a:off x="4546114" y="1307929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3" name="Google Shape;813;p47"/>
          <p:cNvSpPr txBox="1"/>
          <p:nvPr/>
        </p:nvSpPr>
        <p:spPr>
          <a:xfrm>
            <a:off x="6519041" y="411799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4824719" y="427431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4468296" y="4585455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7"/>
          <p:cNvSpPr txBox="1"/>
          <p:nvPr/>
        </p:nvSpPr>
        <p:spPr>
          <a:xfrm>
            <a:off x="333523" y="1395971"/>
            <a:ext cx="10605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90" l="-6900" r="-40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17" name="Google Shape;817;p47"/>
          <p:cNvSpPr txBox="1"/>
          <p:nvPr/>
        </p:nvSpPr>
        <p:spPr>
          <a:xfrm>
            <a:off x="2920113" y="2195190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7"/>
          <p:cNvSpPr txBox="1"/>
          <p:nvPr/>
        </p:nvSpPr>
        <p:spPr>
          <a:xfrm>
            <a:off x="5930873" y="2178395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9" name="Google Shape;819;p47"/>
          <p:cNvCxnSpPr/>
          <p:nvPr/>
        </p:nvCxnSpPr>
        <p:spPr>
          <a:xfrm rot="10800000">
            <a:off x="6430375" y="4131350"/>
            <a:ext cx="2300100" cy="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 txBox="1"/>
          <p:nvPr/>
        </p:nvSpPr>
        <p:spPr>
          <a:xfrm>
            <a:off x="565375" y="433500"/>
            <a:ext cx="63318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 MidpointLine(int x0, int y0, int x1, int y1, int value){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int dx, dy, incrE, incrNE, d, x, 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dx = x1 -x0;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dy = y1 -y0;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 = 2 * dy - dx;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incrE = 2 * dy;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incrNE = 2 * (dy - dx);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x = 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y = 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WritePixel (x, y, value);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while (x &lt; x1)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 (d &lt;= 0) {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incrNE;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y = y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WritePixel (x,y, value) //The selected pixel closest to the line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7" name="Google Shape;827;p48"/>
          <p:cNvSpPr txBox="1"/>
          <p:nvPr/>
        </p:nvSpPr>
        <p:spPr>
          <a:xfrm>
            <a:off x="565375" y="0"/>
            <a:ext cx="419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 Algorithm: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/>
        </p:nvSpPr>
        <p:spPr>
          <a:xfrm>
            <a:off x="366375" y="1552325"/>
            <a:ext cx="86310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none" cap="none" strike="noStrike">
                <a:solidFill>
                  <a:schemeClr val="dk1"/>
                </a:solidFill>
              </a:rPr>
              <a:t>Find out the </a:t>
            </a:r>
            <a:r>
              <a:rPr b="1" lang="en" sz="1800" u="none" cap="none" strike="noStrike">
                <a:solidFill>
                  <a:schemeClr val="dk1"/>
                </a:solidFill>
              </a:rPr>
              <a:t>first 7 pixels</a:t>
            </a:r>
            <a:r>
              <a:rPr lang="en" sz="1800" u="none" cap="none" strike="noStrike">
                <a:solidFill>
                  <a:schemeClr val="dk1"/>
                </a:solidFill>
              </a:rPr>
              <a:t> of the line segment starting from (0, 2) to (70, 52) using midpoint line algorithm</a:t>
            </a:r>
            <a:endParaRPr sz="1800"/>
          </a:p>
        </p:txBody>
      </p:sp>
      <p:sp>
        <p:nvSpPr>
          <p:cNvPr id="833" name="Google Shape;833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4" name="Google Shape;834;p49"/>
          <p:cNvSpPr txBox="1"/>
          <p:nvPr/>
        </p:nvSpPr>
        <p:spPr>
          <a:xfrm>
            <a:off x="432550" y="566250"/>
            <a:ext cx="467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Problem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0"/>
          <p:cNvSpPr txBox="1"/>
          <p:nvPr/>
        </p:nvSpPr>
        <p:spPr>
          <a:xfrm>
            <a:off x="3558228" y="1043129"/>
            <a:ext cx="2027700" cy="83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9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40" name="Google Shape;840;p50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10" l="-4350" r="-37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41" name="Google Shape;841;p50"/>
          <p:cNvSpPr txBox="1"/>
          <p:nvPr/>
        </p:nvSpPr>
        <p:spPr>
          <a:xfrm>
            <a:off x="1353065" y="3282830"/>
            <a:ext cx="2335200" cy="646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0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42" name="Google Shape;842;p50"/>
          <p:cNvSpPr txBox="1"/>
          <p:nvPr/>
        </p:nvSpPr>
        <p:spPr>
          <a:xfrm>
            <a:off x="5523122" y="3282830"/>
            <a:ext cx="23754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31" l="-1790" r="-25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43" name="Google Shape;843;p50"/>
          <p:cNvCxnSpPr>
            <a:stCxn id="839" idx="2"/>
            <a:endCxn id="840" idx="0"/>
          </p:cNvCxnSpPr>
          <p:nvPr/>
        </p:nvCxnSpPr>
        <p:spPr>
          <a:xfrm>
            <a:off x="4572078" y="1874429"/>
            <a:ext cx="0" cy="520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4" name="Google Shape;844;p50"/>
          <p:cNvCxnSpPr>
            <a:stCxn id="840" idx="2"/>
            <a:endCxn id="841" idx="0"/>
          </p:cNvCxnSpPr>
          <p:nvPr/>
        </p:nvCxnSpPr>
        <p:spPr>
          <a:xfrm flipH="1">
            <a:off x="2520704" y="2603137"/>
            <a:ext cx="20514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5" name="Google Shape;845;p50"/>
          <p:cNvCxnSpPr>
            <a:stCxn id="840" idx="2"/>
            <a:endCxn id="842" idx="0"/>
          </p:cNvCxnSpPr>
          <p:nvPr/>
        </p:nvCxnSpPr>
        <p:spPr>
          <a:xfrm>
            <a:off x="4572104" y="2603137"/>
            <a:ext cx="21387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6" name="Google Shape;846;p50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51" l="-540" r="-14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847" name="Google Shape;847;p50"/>
          <p:cNvCxnSpPr>
            <a:stCxn id="841" idx="2"/>
            <a:endCxn id="846" idx="0"/>
          </p:cNvCxnSpPr>
          <p:nvPr/>
        </p:nvCxnSpPr>
        <p:spPr>
          <a:xfrm>
            <a:off x="2520665" y="3929330"/>
            <a:ext cx="2168100" cy="282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8" name="Google Shape;848;p50"/>
          <p:cNvCxnSpPr>
            <a:stCxn id="842" idx="2"/>
            <a:endCxn id="846" idx="0"/>
          </p:cNvCxnSpPr>
          <p:nvPr/>
        </p:nvCxnSpPr>
        <p:spPr>
          <a:xfrm flipH="1">
            <a:off x="4688822" y="3698330"/>
            <a:ext cx="20220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9" name="Google Shape;849;p50"/>
          <p:cNvCxnSpPr>
            <a:stCxn id="846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50"/>
          <p:cNvCxnSpPr>
            <a:stCxn id="846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50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50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3" name="Google Shape;853;p50"/>
          <p:cNvSpPr txBox="1"/>
          <p:nvPr/>
        </p:nvSpPr>
        <p:spPr>
          <a:xfrm>
            <a:off x="6519037" y="4291208"/>
            <a:ext cx="4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0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50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0"/>
          <p:cNvSpPr txBox="1"/>
          <p:nvPr/>
        </p:nvSpPr>
        <p:spPr>
          <a:xfrm>
            <a:off x="333522" y="1395971"/>
            <a:ext cx="2210700" cy="831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040" l="-49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57" name="Google Shape;857;p50"/>
          <p:cNvSpPr txBox="1"/>
          <p:nvPr/>
        </p:nvSpPr>
        <p:spPr>
          <a:xfrm>
            <a:off x="2920105" y="2728784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50"/>
          <p:cNvSpPr txBox="1"/>
          <p:nvPr/>
        </p:nvSpPr>
        <p:spPr>
          <a:xfrm>
            <a:off x="5802029" y="2697903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" name="Google Shape;864;p51"/>
          <p:cNvGraphicFramePr/>
          <p:nvPr/>
        </p:nvGraphicFramePr>
        <p:xfrm>
          <a:off x="782516" y="1773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{147BC95C-0C86-4293-852A-084F5E03F782}</a:tableStyleId>
              </a:tblPr>
              <a:tblGrid>
                <a:gridCol w="1288075"/>
                <a:gridCol w="1288075"/>
                <a:gridCol w="786475"/>
                <a:gridCol w="1262150"/>
                <a:gridCol w="2031025"/>
                <a:gridCol w="107265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NE(+1,+1)/E(+1,0)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 updating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Pixel</a:t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NE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30+2x50-2x70 = -10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(0, 2)</a:t>
                      </a:r>
                      <a:endParaRPr b="1"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865" name="Google Shape;865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00" y="152400"/>
            <a:ext cx="8402100" cy="45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2" name="Google Shape;872;p52"/>
          <p:cNvSpPr txBox="1"/>
          <p:nvPr/>
        </p:nvSpPr>
        <p:spPr>
          <a:xfrm>
            <a:off x="4420225" y="708275"/>
            <a:ext cx="3241500" cy="379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for Next Pixel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3"/>
          <p:cNvSpPr txBox="1"/>
          <p:nvPr>
            <p:ph type="title"/>
          </p:nvPr>
        </p:nvSpPr>
        <p:spPr>
          <a:xfrm>
            <a:off x="628650" y="49876"/>
            <a:ext cx="7886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Midpoint Line Drawing Algorithm</a:t>
            </a:r>
            <a:endParaRPr/>
          </a:p>
        </p:txBody>
      </p:sp>
      <p:sp>
        <p:nvSpPr>
          <p:cNvPr id="878" name="Google Shape;878;p53"/>
          <p:cNvSpPr txBox="1"/>
          <p:nvPr>
            <p:ph idx="1" type="body"/>
          </p:nvPr>
        </p:nvSpPr>
        <p:spPr>
          <a:xfrm>
            <a:off x="628650" y="511233"/>
            <a:ext cx="78867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Midpoint (x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D = 2*dy – dx; ∆NE = 2*(dy-dx) ; ∆E = 2*dy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x=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 y = y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while( x ≤ x</a:t>
            </a:r>
            <a:r>
              <a:rPr baseline="-25000" lang="en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Draw(x, y);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x++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if (D&gt;0){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y++;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D = D+ ∆NE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else{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D = D+ ∆E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879" name="Google Shape;879;p53"/>
          <p:cNvSpPr/>
          <p:nvPr/>
        </p:nvSpPr>
        <p:spPr>
          <a:xfrm>
            <a:off x="1022465" y="2409651"/>
            <a:ext cx="1272000" cy="11565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3"/>
          <p:cNvSpPr/>
          <p:nvPr/>
        </p:nvSpPr>
        <p:spPr>
          <a:xfrm>
            <a:off x="1022465" y="3653444"/>
            <a:ext cx="1272000" cy="7107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3"/>
          <p:cNvSpPr/>
          <p:nvPr/>
        </p:nvSpPr>
        <p:spPr>
          <a:xfrm>
            <a:off x="798022" y="1627217"/>
            <a:ext cx="1610700" cy="311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53"/>
          <p:cNvSpPr/>
          <p:nvPr/>
        </p:nvSpPr>
        <p:spPr>
          <a:xfrm>
            <a:off x="628651" y="511233"/>
            <a:ext cx="3430200" cy="44826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4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(-30, 20) to (90, 40)</a:t>
            </a:r>
            <a:endParaRPr/>
          </a:p>
        </p:txBody>
      </p:sp>
      <p:sp>
        <p:nvSpPr>
          <p:cNvPr id="889" name="Google Shape;889;p54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dx= 90 + 30 = 120 ; dy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 = 2*20 – 120 = -80; ∆NE = 2*(20-120) = -200 ; ∆E = 2*20 = 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90" name="Google Shape;8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901" y="85719"/>
            <a:ext cx="23717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83" y="1458884"/>
            <a:ext cx="4725600" cy="25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4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893" name="Google Shape;893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5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(20, -30) to (40, 90)</a:t>
            </a:r>
            <a:endParaRPr/>
          </a:p>
        </p:txBody>
      </p:sp>
      <p:sp>
        <p:nvSpPr>
          <p:cNvPr id="899" name="Google Shape;899;p55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dy= 90 + 30 = 120 ; dx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 = 2*120 – 20 = 220; ∆NE = 2*(120-20) = 200 ; ∆E = 2*120 = 240;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900" name="Google Shape;9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9636" y="74338"/>
            <a:ext cx="2450306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936" y="1371600"/>
            <a:ext cx="5137200" cy="2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55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903" name="Google Shape;903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6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(30, -20) to (-90, 40)</a:t>
            </a:r>
            <a:endParaRPr/>
          </a:p>
        </p:txBody>
      </p:sp>
      <p:sp>
        <p:nvSpPr>
          <p:cNvPr id="909" name="Google Shape;909;p56"/>
          <p:cNvSpPr txBox="1"/>
          <p:nvPr>
            <p:ph idx="1" type="body"/>
          </p:nvPr>
        </p:nvSpPr>
        <p:spPr>
          <a:xfrm>
            <a:off x="628649" y="542405"/>
            <a:ext cx="4109700" cy="409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5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 </a:t>
            </a:r>
            <a:endParaRPr/>
          </a:p>
        </p:txBody>
      </p:sp>
      <p:pic>
        <p:nvPicPr>
          <p:cNvPr id="910" name="Google Shape;91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631" y="276263"/>
            <a:ext cx="3768544" cy="4704694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7"/>
          <p:cNvSpPr/>
          <p:nvPr/>
        </p:nvSpPr>
        <p:spPr>
          <a:xfrm>
            <a:off x="2824249" y="1496291"/>
            <a:ext cx="2612400" cy="147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 Line Drawing Algorithm</a:t>
            </a:r>
            <a:endParaRPr sz="1100"/>
          </a:p>
        </p:txBody>
      </p:sp>
      <p:cxnSp>
        <p:nvCxnSpPr>
          <p:cNvPr id="917" name="Google Shape;917;p57"/>
          <p:cNvCxnSpPr/>
          <p:nvPr/>
        </p:nvCxnSpPr>
        <p:spPr>
          <a:xfrm>
            <a:off x="1415242" y="1895301"/>
            <a:ext cx="1434000" cy="36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18" name="Google Shape;918;p57"/>
          <p:cNvCxnSpPr/>
          <p:nvPr/>
        </p:nvCxnSpPr>
        <p:spPr>
          <a:xfrm flipH="1" rot="10800000">
            <a:off x="1377835" y="2336297"/>
            <a:ext cx="1471200" cy="38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9" name="Google Shape;919;p57"/>
          <p:cNvSpPr txBox="1"/>
          <p:nvPr/>
        </p:nvSpPr>
        <p:spPr>
          <a:xfrm>
            <a:off x="1097280" y="1558636"/>
            <a:ext cx="673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7"/>
          <p:cNvSpPr txBox="1"/>
          <p:nvPr/>
        </p:nvSpPr>
        <p:spPr>
          <a:xfrm>
            <a:off x="1097280" y="2391947"/>
            <a:ext cx="59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1" name="Google Shape;921;p57"/>
          <p:cNvCxnSpPr/>
          <p:nvPr/>
        </p:nvCxnSpPr>
        <p:spPr>
          <a:xfrm>
            <a:off x="5436524" y="2256905"/>
            <a:ext cx="100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2" name="Google Shape;922;p57"/>
          <p:cNvSpPr txBox="1"/>
          <p:nvPr/>
        </p:nvSpPr>
        <p:spPr>
          <a:xfrm>
            <a:off x="6440285" y="1992710"/>
            <a:ext cx="164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(x, y) of points on the line</a:t>
            </a:r>
            <a:endParaRPr sz="1100"/>
          </a:p>
        </p:txBody>
      </p:sp>
      <p:sp>
        <p:nvSpPr>
          <p:cNvPr id="923" name="Google Shape;923;p57"/>
          <p:cNvSpPr/>
          <p:nvPr/>
        </p:nvSpPr>
        <p:spPr>
          <a:xfrm>
            <a:off x="734200" y="1415800"/>
            <a:ext cx="1939200" cy="2076000"/>
          </a:xfrm>
          <a:prstGeom prst="mathMultiply">
            <a:avLst>
              <a:gd fmla="val 23520" name="adj1"/>
            </a:avLst>
          </a:prstGeom>
          <a:solidFill>
            <a:srgbClr val="FF0000">
              <a:alpha val="53729"/>
            </a:srgbClr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1" name="Google Shape;931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Eight-way Symmetry</a:t>
            </a:r>
            <a:endParaRPr/>
          </a:p>
        </p:txBody>
      </p:sp>
      <p:sp>
        <p:nvSpPr>
          <p:cNvPr id="932" name="Google Shape;932;p5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900"/>
              <a:t>Check this article to understand 8-way symmetry:</a:t>
            </a:r>
            <a:r>
              <a:rPr b="1" lang="en" sz="3000"/>
              <a:t> </a:t>
            </a:r>
            <a:endParaRPr b="1" sz="3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hlink"/>
                </a:solidFill>
                <a:hlinkClick r:id="rId3"/>
              </a:rPr>
              <a:t>https://studyresearch.in/bresenhams-circle-algorithm/</a:t>
            </a:r>
            <a:endParaRPr b="1"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9"/>
          <p:cNvSpPr txBox="1"/>
          <p:nvPr/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find Zone?</a:t>
            </a:r>
            <a:endParaRPr sz="1100"/>
          </a:p>
        </p:txBody>
      </p:sp>
      <p:cxnSp>
        <p:nvCxnSpPr>
          <p:cNvPr id="938" name="Google Shape;938;p59"/>
          <p:cNvCxnSpPr/>
          <p:nvPr/>
        </p:nvCxnSpPr>
        <p:spPr>
          <a:xfrm>
            <a:off x="1948685" y="447328"/>
            <a:ext cx="11700" cy="47010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39" name="Google Shape;939;p59"/>
          <p:cNvCxnSpPr/>
          <p:nvPr/>
        </p:nvCxnSpPr>
        <p:spPr>
          <a:xfrm flipH="1" rot="10800000">
            <a:off x="54032" y="2632349"/>
            <a:ext cx="4459800" cy="93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40" name="Google Shape;940;p59"/>
          <p:cNvCxnSpPr/>
          <p:nvPr/>
        </p:nvCxnSpPr>
        <p:spPr>
          <a:xfrm>
            <a:off x="0" y="751262"/>
            <a:ext cx="4301700" cy="41679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941" name="Google Shape;941;p59"/>
          <p:cNvCxnSpPr/>
          <p:nvPr/>
        </p:nvCxnSpPr>
        <p:spPr>
          <a:xfrm flipH="1">
            <a:off x="37336" y="531496"/>
            <a:ext cx="4264500" cy="38406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942" name="Google Shape;942;p59"/>
          <p:cNvSpPr/>
          <p:nvPr/>
        </p:nvSpPr>
        <p:spPr>
          <a:xfrm>
            <a:off x="2793850" y="1893625"/>
            <a:ext cx="17700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|dx|&gt;|dy|</a:t>
            </a:r>
            <a:endParaRPr sz="1100"/>
          </a:p>
        </p:txBody>
      </p:sp>
      <p:sp>
        <p:nvSpPr>
          <p:cNvPr id="943" name="Google Shape;943;p59"/>
          <p:cNvSpPr/>
          <p:nvPr/>
        </p:nvSpPr>
        <p:spPr>
          <a:xfrm>
            <a:off x="1973225" y="663975"/>
            <a:ext cx="17487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|dy|&gt;|dx|</a:t>
            </a:r>
            <a:endParaRPr sz="1100"/>
          </a:p>
        </p:txBody>
      </p:sp>
      <p:sp>
        <p:nvSpPr>
          <p:cNvPr id="944" name="Google Shape;944;p59"/>
          <p:cNvSpPr/>
          <p:nvPr/>
        </p:nvSpPr>
        <p:spPr>
          <a:xfrm>
            <a:off x="38575" y="189362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3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|dx|&gt;|dy|</a:t>
            </a:r>
            <a:endParaRPr sz="1100"/>
          </a:p>
        </p:txBody>
      </p:sp>
      <p:sp>
        <p:nvSpPr>
          <p:cNvPr id="945" name="Google Shape;945;p59"/>
          <p:cNvSpPr/>
          <p:nvPr/>
        </p:nvSpPr>
        <p:spPr>
          <a:xfrm>
            <a:off x="141450" y="66397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|dy|&gt;|dx|</a:t>
            </a:r>
            <a:endParaRPr sz="1100"/>
          </a:p>
        </p:txBody>
      </p:sp>
      <p:sp>
        <p:nvSpPr>
          <p:cNvPr id="946" name="Google Shape;946;p59"/>
          <p:cNvSpPr/>
          <p:nvPr/>
        </p:nvSpPr>
        <p:spPr>
          <a:xfrm>
            <a:off x="52993" y="2797752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4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7" name="Google Shape;947;p59"/>
          <p:cNvSpPr/>
          <p:nvPr/>
        </p:nvSpPr>
        <p:spPr>
          <a:xfrm>
            <a:off x="161708" y="4264430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5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8" name="Google Shape;948;p59"/>
          <p:cNvSpPr/>
          <p:nvPr/>
        </p:nvSpPr>
        <p:spPr>
          <a:xfrm>
            <a:off x="2120914" y="4267548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6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49" name="Google Shape;949;p59"/>
          <p:cNvSpPr/>
          <p:nvPr/>
        </p:nvSpPr>
        <p:spPr>
          <a:xfrm>
            <a:off x="2871138" y="2827364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7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50" name="Google Shape;950;p59"/>
          <p:cNvSpPr txBox="1"/>
          <p:nvPr/>
        </p:nvSpPr>
        <p:spPr>
          <a:xfrm>
            <a:off x="4941272" y="663001"/>
            <a:ext cx="41649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FindZone(x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if(|dx| &gt; |dy|){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0;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=3;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1;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=2;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951" name="Google Shape;951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677" y="625865"/>
            <a:ext cx="3629400" cy="38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6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580" y="806245"/>
            <a:ext cx="3629400" cy="38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8" name="Google Shape;958;p60"/>
          <p:cNvCxnSpPr/>
          <p:nvPr/>
        </p:nvCxnSpPr>
        <p:spPr>
          <a:xfrm flipH="1" rot="10800000">
            <a:off x="2874125" y="1814389"/>
            <a:ext cx="1116000" cy="5298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9" name="Google Shape;959;p60"/>
          <p:cNvCxnSpPr/>
          <p:nvPr/>
        </p:nvCxnSpPr>
        <p:spPr>
          <a:xfrm flipH="1" rot="10800000">
            <a:off x="4968933" y="2428150"/>
            <a:ext cx="3298200" cy="11784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0" name="Google Shape;960;p60"/>
          <p:cNvSpPr txBox="1"/>
          <p:nvPr/>
        </p:nvSpPr>
        <p:spPr>
          <a:xfrm>
            <a:off x="7718367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/>
          </a:p>
        </p:txBody>
      </p:sp>
      <p:sp>
        <p:nvSpPr>
          <p:cNvPr id="961" name="Google Shape;961;p60"/>
          <p:cNvSpPr txBox="1"/>
          <p:nvPr/>
        </p:nvSpPr>
        <p:spPr>
          <a:xfrm>
            <a:off x="6850415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962" name="Google Shape;962;p60"/>
          <p:cNvSpPr txBox="1"/>
          <p:nvPr/>
        </p:nvSpPr>
        <p:spPr>
          <a:xfrm>
            <a:off x="5783579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963" name="Google Shape;963;p60"/>
          <p:cNvSpPr txBox="1"/>
          <p:nvPr/>
        </p:nvSpPr>
        <p:spPr>
          <a:xfrm>
            <a:off x="5068685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964" name="Google Shape;964;p60"/>
          <p:cNvSpPr txBox="1"/>
          <p:nvPr/>
        </p:nvSpPr>
        <p:spPr>
          <a:xfrm>
            <a:off x="5068685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965" name="Google Shape;965;p60"/>
          <p:cNvSpPr txBox="1"/>
          <p:nvPr/>
        </p:nvSpPr>
        <p:spPr>
          <a:xfrm>
            <a:off x="5771111" y="3982114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966" name="Google Shape;966;p60"/>
          <p:cNvSpPr txBox="1"/>
          <p:nvPr/>
        </p:nvSpPr>
        <p:spPr>
          <a:xfrm>
            <a:off x="7037451" y="3992822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967" name="Google Shape;967;p60"/>
          <p:cNvSpPr txBox="1"/>
          <p:nvPr/>
        </p:nvSpPr>
        <p:spPr>
          <a:xfrm>
            <a:off x="7718367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  <p:sp>
        <p:nvSpPr>
          <p:cNvPr id="968" name="Google Shape;968;p60"/>
          <p:cNvSpPr txBox="1"/>
          <p:nvPr/>
        </p:nvSpPr>
        <p:spPr>
          <a:xfrm>
            <a:off x="4420370" y="3298075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-15)</a:t>
            </a:r>
            <a:endParaRPr sz="1100"/>
          </a:p>
        </p:txBody>
      </p:sp>
      <p:sp>
        <p:nvSpPr>
          <p:cNvPr id="969" name="Google Shape;969;p60"/>
          <p:cNvSpPr txBox="1"/>
          <p:nvPr/>
        </p:nvSpPr>
        <p:spPr>
          <a:xfrm>
            <a:off x="7969243" y="2151222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(100, 35)</a:t>
            </a:r>
            <a:endParaRPr sz="1100"/>
          </a:p>
        </p:txBody>
      </p:sp>
      <p:sp>
        <p:nvSpPr>
          <p:cNvPr id="970" name="Google Shape;970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05" y="1369219"/>
            <a:ext cx="3706200" cy="3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61"/>
          <p:cNvSpPr txBox="1"/>
          <p:nvPr>
            <p:ph idx="2" type="body"/>
          </p:nvPr>
        </p:nvSpPr>
        <p:spPr>
          <a:xfrm>
            <a:off x="4798838" y="1347889"/>
            <a:ext cx="29148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dx = 100 + 50 = 150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dy = 35 + 15 = 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|dx| &gt; |dy|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Zone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77" name="Google Shape;977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2"/>
          <p:cNvSpPr txBox="1"/>
          <p:nvPr>
            <p:ph type="title"/>
          </p:nvPr>
        </p:nvSpPr>
        <p:spPr>
          <a:xfrm>
            <a:off x="623888" y="1820419"/>
            <a:ext cx="7886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How do we utilize the zones?</a:t>
            </a:r>
            <a:endParaRPr/>
          </a:p>
        </p:txBody>
      </p:sp>
      <p:sp>
        <p:nvSpPr>
          <p:cNvPr id="983" name="Google Shape;983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63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989" name="Google Shape;989;p63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63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3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3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3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00" name="Google Shape;100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63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63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1003" name="Google Shape;1003;p63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3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4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1 → Zone 0</a:t>
            </a:r>
            <a:endParaRPr/>
          </a:p>
        </p:txBody>
      </p:sp>
      <p:pic>
        <p:nvPicPr>
          <p:cNvPr id="1011" name="Google Shape;101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64"/>
          <p:cNvSpPr/>
          <p:nvPr/>
        </p:nvSpPr>
        <p:spPr>
          <a:xfrm>
            <a:off x="2076104" y="17145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4"/>
          <p:cNvSpPr txBox="1"/>
          <p:nvPr/>
        </p:nvSpPr>
        <p:spPr>
          <a:xfrm>
            <a:off x="2169622" y="153725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1014" name="Google Shape;1014;p64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4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16" name="Google Shape;1016;p64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1: ( X, Y ) becomes (Y ,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4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18" name="Google Shape;1018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5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2 → Zone 0</a:t>
            </a:r>
            <a:endParaRPr/>
          </a:p>
        </p:txBody>
      </p:sp>
      <p:pic>
        <p:nvPicPr>
          <p:cNvPr id="1024" name="Google Shape;102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65"/>
          <p:cNvSpPr/>
          <p:nvPr/>
        </p:nvSpPr>
        <p:spPr>
          <a:xfrm>
            <a:off x="1598122" y="1537254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5"/>
          <p:cNvSpPr txBox="1"/>
          <p:nvPr/>
        </p:nvSpPr>
        <p:spPr>
          <a:xfrm>
            <a:off x="1314450" y="120901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1027" name="Google Shape;1027;p65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5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29" name="Google Shape;1029;p65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2: ( X, Y ) becomes (Y , -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65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31" name="Google Shape;1031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66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Convert the coordinates of Zone </a:t>
            </a:r>
            <a:r>
              <a:rPr i="1" lang="en" sz="2400"/>
              <a:t>M </a:t>
            </a:r>
            <a:r>
              <a:rPr i="0" lang="en" sz="2400"/>
              <a:t>into the coordinates of Zone 0</a:t>
            </a:r>
            <a:br>
              <a:rPr i="0" lang="en" sz="2400"/>
            </a:br>
            <a:r>
              <a:rPr lang="en" sz="2400"/>
              <a:t>Zone 3 → Zone 0</a:t>
            </a:r>
            <a:endParaRPr/>
          </a:p>
        </p:txBody>
      </p:sp>
      <p:pic>
        <p:nvPicPr>
          <p:cNvPr id="1037" name="Google Shape;103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66"/>
          <p:cNvSpPr/>
          <p:nvPr/>
        </p:nvSpPr>
        <p:spPr>
          <a:xfrm>
            <a:off x="906087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6"/>
          <p:cNvSpPr txBox="1"/>
          <p:nvPr/>
        </p:nvSpPr>
        <p:spPr>
          <a:xfrm>
            <a:off x="706581" y="208733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1040" name="Google Shape;1040;p66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66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42" name="Google Shape;1042;p66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3: ( X, Y ) becomes (-X, Y)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6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44" name="Google Shape;1044;p66"/>
          <p:cNvSpPr/>
          <p:nvPr/>
        </p:nvSpPr>
        <p:spPr>
          <a:xfrm>
            <a:off x="5143691" y="3694089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1045" name="Google Shape;1045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67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1051" name="Google Shape;1051;p67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7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67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7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67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7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1057" name="Google Shape;1057;p67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7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1059" name="Google Shape;1059;p67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7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7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62" name="Google Shape;10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67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7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1065" name="Google Shape;1065;p67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7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8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1</a:t>
            </a:r>
            <a:endParaRPr/>
          </a:p>
        </p:txBody>
      </p:sp>
      <p:pic>
        <p:nvPicPr>
          <p:cNvPr id="1073" name="Google Shape;107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68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68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76" name="Google Shape;1076;p68"/>
          <p:cNvSpPr/>
          <p:nvPr/>
        </p:nvSpPr>
        <p:spPr>
          <a:xfrm>
            <a:off x="2102987" y="139172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8"/>
          <p:cNvSpPr txBox="1"/>
          <p:nvPr/>
        </p:nvSpPr>
        <p:spPr>
          <a:xfrm>
            <a:off x="1975313" y="110297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1078" name="Google Shape;1078;p68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(Y , X) in Zone 1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8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80" name="Google Shape;1080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69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2</a:t>
            </a:r>
            <a:endParaRPr/>
          </a:p>
        </p:txBody>
      </p:sp>
      <p:pic>
        <p:nvPicPr>
          <p:cNvPr id="1086" name="Google Shape;108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9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69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89" name="Google Shape;1089;p69"/>
          <p:cNvSpPr/>
          <p:nvPr/>
        </p:nvSpPr>
        <p:spPr>
          <a:xfrm>
            <a:off x="1601541" y="1437501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69"/>
          <p:cNvSpPr txBox="1"/>
          <p:nvPr/>
        </p:nvSpPr>
        <p:spPr>
          <a:xfrm>
            <a:off x="1314450" y="1160502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1091" name="Google Shape;1091;p69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(-Y , X) in Zone 2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9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93" name="Google Shape;1093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0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2400"/>
              <a:t>Go back to original zone M</a:t>
            </a:r>
            <a:br>
              <a:rPr lang="en" sz="2400"/>
            </a:br>
            <a:r>
              <a:rPr lang="en" sz="2400"/>
              <a:t>Zone 0 → Zone 3</a:t>
            </a:r>
            <a:endParaRPr/>
          </a:p>
        </p:txBody>
      </p:sp>
      <p:pic>
        <p:nvPicPr>
          <p:cNvPr id="1099" name="Google Shape;109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70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0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102" name="Google Shape;1102;p70"/>
          <p:cNvSpPr/>
          <p:nvPr/>
        </p:nvSpPr>
        <p:spPr>
          <a:xfrm>
            <a:off x="989483" y="23571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0"/>
          <p:cNvSpPr txBox="1"/>
          <p:nvPr/>
        </p:nvSpPr>
        <p:spPr>
          <a:xfrm>
            <a:off x="743716" y="206777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1104" name="Google Shape;1104;p70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(-X , Y) in Zone 3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70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106" name="Google Shape;1106;p70"/>
          <p:cNvSpPr/>
          <p:nvPr/>
        </p:nvSpPr>
        <p:spPr>
          <a:xfrm>
            <a:off x="5096741" y="3643828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1107" name="Google Shape;1107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71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1113" name="Google Shape;1113;p71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71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71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71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71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71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1119" name="Google Shape;1119;p71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71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1121" name="Google Shape;1121;p71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71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71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4" name="Google Shape;112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71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1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1127" name="Google Shape;1127;p71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71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OriginalZone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2"/>
          <p:cNvSpPr txBox="1"/>
          <p:nvPr>
            <p:ph type="title"/>
          </p:nvPr>
        </p:nvSpPr>
        <p:spPr>
          <a:xfrm>
            <a:off x="166750" y="74750"/>
            <a:ext cx="7938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Sample Problem and Step by Step Solution</a:t>
            </a:r>
            <a:endParaRPr b="1"/>
          </a:p>
        </p:txBody>
      </p:sp>
      <p:sp>
        <p:nvSpPr>
          <p:cNvPr id="1135" name="Google Shape;1135;p72"/>
          <p:cNvSpPr txBox="1"/>
          <p:nvPr>
            <p:ph idx="1" type="body"/>
          </p:nvPr>
        </p:nvSpPr>
        <p:spPr>
          <a:xfrm>
            <a:off x="106325" y="1645825"/>
            <a:ext cx="4687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600" u="sng"/>
              <a:t>Step 1 (Find out the Zone):</a:t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dx = -20 +10 = -10 &lt;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dy = 70 + 20 = 90 &gt;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1500"/>
              <a:t>|dy| &gt; |dx|,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1500"/>
              <a:t>So, Zone = 2</a:t>
            </a:r>
            <a:endParaRPr b="1" sz="1500"/>
          </a:p>
        </p:txBody>
      </p:sp>
      <p:pic>
        <p:nvPicPr>
          <p:cNvPr id="1136" name="Google Shape;113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925" y="1026350"/>
            <a:ext cx="3634851" cy="37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8" name="Google Shape;1138;p72"/>
          <p:cNvSpPr txBox="1"/>
          <p:nvPr/>
        </p:nvSpPr>
        <p:spPr>
          <a:xfrm>
            <a:off x="106325" y="3093025"/>
            <a:ext cx="4687200" cy="16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 (Convert to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= 2, so, (x = Y, y = -X)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Start: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(-10, -20) →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10)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70) →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(70, 20)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new endpoints in Zone 0: (-20, 10) and (70, 20)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9" name="Google Shape;113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950" y="1026350"/>
            <a:ext cx="3908325" cy="37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72"/>
          <p:cNvSpPr txBox="1"/>
          <p:nvPr/>
        </p:nvSpPr>
        <p:spPr>
          <a:xfrm>
            <a:off x="166750" y="885425"/>
            <a:ext cx="501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Find first 7 pixels of the line having endpoints (-10,-20) and (-20, 70)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3500" y="719050"/>
            <a:ext cx="3477451" cy="40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73"/>
          <p:cNvSpPr txBox="1"/>
          <p:nvPr/>
        </p:nvSpPr>
        <p:spPr>
          <a:xfrm>
            <a:off x="117975" y="118919"/>
            <a:ext cx="46311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 (Apply MPL for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dx’ = 70 + 20 = 90,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dy’ = 20 - 10 = 10,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2*10 - 90 = -70,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∆NE = 2*(10-90) = -160,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∆E = 2*10 = 20 </a:t>
            </a:r>
            <a:endParaRPr sz="1100"/>
          </a:p>
        </p:txBody>
      </p:sp>
      <p:graphicFrame>
        <p:nvGraphicFramePr>
          <p:cNvPr id="1147" name="Google Shape;1147;p73"/>
          <p:cNvGraphicFramePr/>
          <p:nvPr/>
        </p:nvGraphicFramePr>
        <p:xfrm>
          <a:off x="117987" y="2663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{B441E42C-29FE-4EB1-B417-28462B50F69A}</a:tableStyleId>
              </a:tblPr>
              <a:tblGrid>
                <a:gridCol w="681525"/>
                <a:gridCol w="681525"/>
                <a:gridCol w="681525"/>
                <a:gridCol w="681525"/>
                <a:gridCol w="6815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X’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Y’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E/NE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Updating 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-20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-70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-50</a:t>
                      </a:r>
                      <a:endParaRPr b="1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-19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-18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-17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-16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NE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-14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-130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-110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pic>
        <p:nvPicPr>
          <p:cNvPr id="1148" name="Google Shape;114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975" y="529063"/>
            <a:ext cx="3296512" cy="443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0" name="Google Shape;1150;p73"/>
          <p:cNvSpPr txBox="1"/>
          <p:nvPr/>
        </p:nvSpPr>
        <p:spPr>
          <a:xfrm>
            <a:off x="48225" y="1434250"/>
            <a:ext cx="477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 (Convert to Original Zone):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Orange Colored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X’ and Y’ are in Zone 0,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Convert back to </a:t>
            </a:r>
            <a:r>
              <a:rPr lang="en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Original Zone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Original Zone = 2, So,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= -Y, y = X)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Green Colored Part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actual Pixels (X, 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1" name="Google Shape;1151;p73"/>
          <p:cNvGraphicFramePr/>
          <p:nvPr/>
        </p:nvGraphicFramePr>
        <p:xfrm>
          <a:off x="3525600" y="237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{0CE14584-2C8C-4910-97C3-930F1B3C572C}</a:tableStyleId>
              </a:tblPr>
              <a:tblGrid>
                <a:gridCol w="769600"/>
                <a:gridCol w="769600"/>
              </a:tblGrid>
              <a:tr h="2829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Pixels (in Zone 2)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hMerge="1"/>
              </a:tr>
              <a:tr h="40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X = -Y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Y = X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-20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-19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-18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-17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-16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/>
                        <a:t>-14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1152" name="Google Shape;1152;p73"/>
          <p:cNvCxnSpPr>
            <a:endCxn id="1153" idx="3"/>
          </p:cNvCxnSpPr>
          <p:nvPr/>
        </p:nvCxnSpPr>
        <p:spPr>
          <a:xfrm flipH="1">
            <a:off x="1360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3" name="Google Shape;1153;p73"/>
          <p:cNvSpPr/>
          <p:nvPr/>
        </p:nvSpPr>
        <p:spPr>
          <a:xfrm>
            <a:off x="215775" y="3357550"/>
            <a:ext cx="1144500" cy="273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4" name="Google Shape;1154;p73"/>
          <p:cNvCxnSpPr/>
          <p:nvPr/>
        </p:nvCxnSpPr>
        <p:spPr>
          <a:xfrm flipH="1">
            <a:off x="2005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4"/>
          <p:cNvSpPr txBox="1"/>
          <p:nvPr>
            <p:ph idx="1" type="body"/>
          </p:nvPr>
        </p:nvSpPr>
        <p:spPr>
          <a:xfrm>
            <a:off x="0" y="306725"/>
            <a:ext cx="8525400" cy="4585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4572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0000"/>
                </a:solidFill>
              </a:rPr>
              <a:t>     </a:t>
            </a:r>
            <a:endParaRPr b="1" sz="3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FF0000"/>
                </a:solidFill>
              </a:rPr>
              <a:t>    Unfortunately </a:t>
            </a:r>
            <a:r>
              <a:rPr b="1" i="1" lang="en" sz="3800">
                <a:solidFill>
                  <a:srgbClr val="FF0000"/>
                </a:solidFill>
              </a:rPr>
              <a:t>NO</a:t>
            </a:r>
            <a:r>
              <a:rPr b="1" lang="en" sz="3400">
                <a:solidFill>
                  <a:srgbClr val="FF0000"/>
                </a:solidFill>
              </a:rPr>
              <a:t>!! </a:t>
            </a:r>
            <a:endParaRPr b="1" sz="3400">
              <a:solidFill>
                <a:srgbClr val="FF0000"/>
              </a:solidFill>
            </a:endParaRPr>
          </a:p>
        </p:txBody>
      </p:sp>
      <p:pic>
        <p:nvPicPr>
          <p:cNvPr id="1160" name="Google Shape;116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7775" y="773500"/>
            <a:ext cx="2754750" cy="18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74"/>
          <p:cNvSpPr txBox="1"/>
          <p:nvPr/>
        </p:nvSpPr>
        <p:spPr>
          <a:xfrm>
            <a:off x="94375" y="1128350"/>
            <a:ext cx="49134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No More </a:t>
            </a: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Staircasing Effect</a:t>
            </a:r>
            <a:r>
              <a:rPr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2" name="Google Shape;116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900" y="2980700"/>
            <a:ext cx="1917075" cy="17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75"/>
          <p:cNvSpPr txBox="1"/>
          <p:nvPr>
            <p:ph type="title"/>
          </p:nvPr>
        </p:nvSpPr>
        <p:spPr>
          <a:xfrm>
            <a:off x="457200" y="6858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Aliasing and </a:t>
            </a: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/>
          </a:p>
        </p:txBody>
      </p:sp>
      <p:sp>
        <p:nvSpPr>
          <p:cNvPr id="1169" name="Google Shape;1169;p75"/>
          <p:cNvSpPr txBox="1"/>
          <p:nvPr>
            <p:ph idx="1" type="body"/>
          </p:nvPr>
        </p:nvSpPr>
        <p:spPr>
          <a:xfrm>
            <a:off x="457200" y="85725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Aliasing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Approximating a continuous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entity with discrete samples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Jagging / staircasing effect </a:t>
            </a:r>
            <a:endParaRPr/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 of an all-or-nothing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approach to scan conversion</a:t>
            </a:r>
            <a:endParaRPr/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Each pixel is either colored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or left unchanged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application of techniques that reduce or eliminate aliasing. Eg. Unweighted Area Sampling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Supersampling 2D anti-aliasing.gif" id="1170" name="Google Shape;1170;p75"/>
          <p:cNvPicPr preferRelativeResize="0"/>
          <p:nvPr/>
        </p:nvPicPr>
        <p:blipFill rotWithShape="1">
          <a:blip r:embed="rId3">
            <a:alphaModFix/>
          </a:blip>
          <a:srcRect b="24124" l="0" r="50841" t="1283"/>
          <a:stretch/>
        </p:blipFill>
        <p:spPr>
          <a:xfrm>
            <a:off x="5715000" y="1028700"/>
            <a:ext cx="2899240" cy="221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75"/>
          <p:cNvSpPr txBox="1"/>
          <p:nvPr>
            <p:ph idx="12" type="sldNum"/>
          </p:nvPr>
        </p:nvSpPr>
        <p:spPr>
          <a:xfrm>
            <a:off x="7415213" y="47665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76"/>
          <p:cNvSpPr txBox="1"/>
          <p:nvPr>
            <p:ph type="title"/>
          </p:nvPr>
        </p:nvSpPr>
        <p:spPr>
          <a:xfrm>
            <a:off x="457200" y="6858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1177" name="Google Shape;1177;p76"/>
          <p:cNvSpPr txBox="1"/>
          <p:nvPr>
            <p:ph idx="1" type="body"/>
          </p:nvPr>
        </p:nvSpPr>
        <p:spPr>
          <a:xfrm>
            <a:off x="457200" y="857250"/>
            <a:ext cx="80838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254000" lvl="0" marL="254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Pixels on the grid overlapped by the rectangle are colored to an appropriate intensity.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rule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: A line contributes to each pixel’s intensity an </a:t>
            </a: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amount proportional to the percentage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of the pixel’s tile it covers.</a:t>
            </a:r>
            <a:endParaRPr/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55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8" name="Google Shape;1178;p76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914400" y="2514600"/>
            <a:ext cx="7315200" cy="2457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9" name="Google Shape;1179;p76"/>
          <p:cNvCxnSpPr/>
          <p:nvPr/>
        </p:nvCxnSpPr>
        <p:spPr>
          <a:xfrm rot="5400000">
            <a:off x="3399600" y="3571800"/>
            <a:ext cx="515100" cy="9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80" name="Google Shape;1180;p76"/>
          <p:cNvCxnSpPr/>
          <p:nvPr/>
        </p:nvCxnSpPr>
        <p:spPr>
          <a:xfrm rot="5400000">
            <a:off x="3961650" y="3314550"/>
            <a:ext cx="457800" cy="9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81" name="Google Shape;1181;p76"/>
          <p:cNvCxnSpPr/>
          <p:nvPr/>
        </p:nvCxnSpPr>
        <p:spPr>
          <a:xfrm rot="5400000">
            <a:off x="4390994" y="3171746"/>
            <a:ext cx="514500" cy="1500"/>
          </a:xfrm>
          <a:prstGeom prst="straightConnector1">
            <a:avLst/>
          </a:prstGeom>
          <a:noFill/>
          <a:ln cap="flat" cmpd="sng" w="7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82" name="Google Shape;1182;p76"/>
          <p:cNvSpPr/>
          <p:nvPr/>
        </p:nvSpPr>
        <p:spPr>
          <a:xfrm>
            <a:off x="3124200" y="308610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6"/>
          <p:cNvSpPr/>
          <p:nvPr/>
        </p:nvSpPr>
        <p:spPr>
          <a:xfrm>
            <a:off x="3733800" y="28003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6"/>
          <p:cNvSpPr/>
          <p:nvPr/>
        </p:nvSpPr>
        <p:spPr>
          <a:xfrm>
            <a:off x="4267200" y="2686050"/>
            <a:ext cx="83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76"/>
          <p:cNvSpPr txBox="1"/>
          <p:nvPr>
            <p:ph idx="12" type="sldNum"/>
          </p:nvPr>
        </p:nvSpPr>
        <p:spPr>
          <a:xfrm>
            <a:off x="4843463" y="35754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7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192" name="Google Shape;1192;p7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Computer Graphics: Principles and Practice: John F. Hughes, James D. Foley, Andries van Dam, Steven K. Feiner (2nd Edition)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Chapter: 3.2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
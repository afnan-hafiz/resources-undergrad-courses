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2490" autoAdjust="0"/>
  </p:normalViewPr>
  <p:slideViewPr>
    <p:cSldViewPr snapToGrid="0">
      <p:cViewPr varScale="1">
        <p:scale>
          <a:sx n="56" d="100"/>
          <a:sy n="56" d="100"/>
        </p:scale>
        <p:origin x="12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CE29E-A9BB-A3DF-A7DA-8F7F9BB0BF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4F9731-D4E3-0175-62A9-D038A151B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2143A-05E7-1400-3A10-4DD333A54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E3201-1A4D-43FA-AD37-C561C0A038FB}" type="datetimeFigureOut">
              <a:rPr lang="en-US" smtClean="0"/>
              <a:t>09-Jun-26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460D2-1844-7EA6-6E41-83F061FA2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28DBC-43C8-3547-4BB4-161EBBF1B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84D54-C7D9-4113-A810-17E45011F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296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444C5-4DE3-C9BF-4369-AA525C0D2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729C6-59BA-0CA4-E080-78CA53EF2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F34D6-C055-C43F-0CB8-47A7D04A2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E3201-1A4D-43FA-AD37-C561C0A038FB}" type="datetimeFigureOut">
              <a:rPr lang="en-US" smtClean="0"/>
              <a:t>09-Jun-26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E9110-86A5-ABED-D0CC-160EA014F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DDCB2-EA41-4B34-F80A-190566D28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84D54-C7D9-4113-A810-17E45011F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718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B6AF7-0640-231F-3200-B695D972A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C9CE55-AB26-79BA-D0D0-F627C7BEC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36911-D406-451B-C4EC-B46105FC4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E3201-1A4D-43FA-AD37-C561C0A038FB}" type="datetimeFigureOut">
              <a:rPr lang="en-US" smtClean="0"/>
              <a:t>09-Jun-26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6CE6F-C443-2C0B-31D4-7A6C26CD0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86832-3450-AB9A-F8B7-ACD8FEE03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84D54-C7D9-4113-A810-17E45011F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791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C11F2-12F0-6846-057D-1B181B0D1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FEDB3-D06B-4E17-37FD-630A1B3D47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668976-1E62-52B6-483E-D54089085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E0C25-4923-F2AA-9995-12BAB4843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E3201-1A4D-43FA-AD37-C561C0A038FB}" type="datetimeFigureOut">
              <a:rPr lang="en-US" smtClean="0"/>
              <a:t>09-Jun-26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8E2E9-18AD-CE95-9B28-1623173FE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24C9D9-EF6B-6C50-4FC6-0781BB9AE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84D54-C7D9-4113-A810-17E45011F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920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58D1D-D786-4601-8922-320C9AFEE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C7638-17EA-13A1-7D92-3AA46C823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F8CFA7-B4FB-BDC2-5812-FA0EB17D5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176EC3-F641-B42F-4AA8-1D1ED5AE8B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A1F7BD-6DA6-FED2-0403-A7395AA50B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32827F-BF02-121A-8FDA-23F9F0BBD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E3201-1A4D-43FA-AD37-C561C0A038FB}" type="datetimeFigureOut">
              <a:rPr lang="en-US" smtClean="0"/>
              <a:t>09-Jun-26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91490A-C39B-B4F0-1B6A-069BF6CD1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3C669E-FFE1-F09A-5A26-A4C86923B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84D54-C7D9-4113-A810-17E45011F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234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13C20-AD6B-3D23-3C04-35BA7BD5F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F9BAF4-7E67-977B-DF40-C40B0D872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E3201-1A4D-43FA-AD37-C561C0A038FB}" type="datetimeFigureOut">
              <a:rPr lang="en-US" smtClean="0"/>
              <a:t>09-Jun-26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B9FB8-6E0A-E84A-9A1F-B81ABD5DB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76BED3-675C-77A1-416C-A3C96EB86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84D54-C7D9-4113-A810-17E45011F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60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C41011-E3D8-6945-A88A-21E52A62A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E3201-1A4D-43FA-AD37-C561C0A038FB}" type="datetimeFigureOut">
              <a:rPr lang="en-US" smtClean="0"/>
              <a:t>09-Jun-26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FCD49D-D0BE-8C85-B680-96755B169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BC14E-FF80-1FF0-2C8E-721E7111C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84D54-C7D9-4113-A810-17E45011F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187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68E78-37FC-E6A5-71AF-B41711B4B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20382-42BC-2799-0EDE-A107AE168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09D1E9-D7C3-D001-B291-AC2AF682B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500E8F-D8BD-03EC-BBD1-B803F8F21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E3201-1A4D-43FA-AD37-C561C0A038FB}" type="datetimeFigureOut">
              <a:rPr lang="en-US" smtClean="0"/>
              <a:t>09-Jun-26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E60756-4137-A826-6E90-1F25A04E0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F7EE0-4349-FFF6-5D09-1CE314B7C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84D54-C7D9-4113-A810-17E45011F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182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C47A7-6F20-986F-68CC-B3538D6E1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242C33-9CA0-D0C2-C82C-BDA2E64912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10C359-00D6-9D5C-10C9-3C96E5374B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AA3EE-CE19-4705-0907-0DBA56A6A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E3201-1A4D-43FA-AD37-C561C0A038FB}" type="datetimeFigureOut">
              <a:rPr lang="en-US" smtClean="0"/>
              <a:t>09-Jun-26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27E0AB-0B37-B035-C705-2A5B15BC1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43D4DF-2AEE-255C-D0B3-B88CEA4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84D54-C7D9-4113-A810-17E45011F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258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919E5-0871-F51F-22B0-C5BD37C0C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18D434-4DC4-631B-7852-E08DC7781D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95D80-E43F-8378-C3B9-8C9414737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E3201-1A4D-43FA-AD37-C561C0A038FB}" type="datetimeFigureOut">
              <a:rPr lang="en-US" smtClean="0"/>
              <a:t>09-Jun-26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D38A9-5D1F-6BF9-4C4E-292CE0934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447BC-2A36-FAF2-3DB1-DDAE9835E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84D54-C7D9-4113-A810-17E45011F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313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71515B-7BF3-7C65-D9DC-0B871AE5A2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CAA1F0-68C8-5639-5589-D39A541880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84689-119D-515C-2148-87C01CBF7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E3201-1A4D-43FA-AD37-C561C0A038FB}" type="datetimeFigureOut">
              <a:rPr lang="en-US" smtClean="0"/>
              <a:t>09-Jun-26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5503E-57EB-EA3E-106D-6D7FAC0EE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48EA5-CF61-35E7-1548-F73AB14F6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84D54-C7D9-4113-A810-17E45011F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910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C11D3F-BC30-AE7C-1E4B-9B22AA156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21FFB-AE0E-E1A0-DA8D-62D8133B6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B7CCE-9A96-5CEA-D033-AD8556811E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4E3201-1A4D-43FA-AD37-C561C0A038FB}" type="datetimeFigureOut">
              <a:rPr lang="en-US" smtClean="0"/>
              <a:t>09-Jun-26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C46F6-2A9E-EF05-8CB5-D73E5BD027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FC204-9DE0-5948-1AC3-A599F367EF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284D54-C7D9-4113-A810-17E45011F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476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E509E-70BB-3B4B-33CE-38068B02E1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8BF151-C819-8ED1-7579-FAAFED0785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665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299EA5-5F34-7EDC-5EAA-6BCC4E1F8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02" y="212752"/>
            <a:ext cx="3812227" cy="34448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F65C26-DAB8-2793-0853-66D81E0D9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7777" y="4212236"/>
            <a:ext cx="4676931" cy="24330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1F57EB-429B-C768-D107-C57A616D1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9" y="212752"/>
            <a:ext cx="6970426" cy="387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46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6247FE-5FBE-3B3F-C03F-0A0710FD2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24" y="345399"/>
            <a:ext cx="5342198" cy="27575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478554-093B-F72A-FE05-FED640BE1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5158"/>
            <a:ext cx="5342198" cy="25680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451D63-6912-4097-3AC7-77D16D127A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517" y="3207369"/>
            <a:ext cx="10703681" cy="15027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898A25-1A65-3490-BAFA-643DAB85AB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517" y="4814516"/>
            <a:ext cx="10953750" cy="167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551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9D3E36-77E8-3BD6-90F1-41C36C32C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82" y="0"/>
            <a:ext cx="12012118" cy="40473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D7A90D-305D-CE95-4E30-89CE346F0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854" y="4197247"/>
            <a:ext cx="5414261" cy="26607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784882-8B5B-509F-7E2F-7D5861B0B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525935"/>
            <a:ext cx="5589146" cy="211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07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B4A787-A789-C54F-B3EE-F3C5C9150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085" y="219075"/>
            <a:ext cx="5533089" cy="32099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88A785-0CD5-107C-0E84-0D211AA54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85" y="3429000"/>
            <a:ext cx="4962525" cy="3257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682B26-1DD7-B960-8AF6-80FDFFECE4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6321" y="1"/>
            <a:ext cx="6004107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061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096BCA-80E9-7818-556F-1C30E5987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060367" cy="37625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FD5B09-6088-F7A3-CF72-53DFF8CFE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367" y="0"/>
            <a:ext cx="4916774" cy="42480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FBD1A7-7C5D-5F47-5C8D-4C6C992364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1547" y="3938589"/>
            <a:ext cx="4916774" cy="2755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327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E0549F-F867-B3C1-553F-4EDFB10C2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08" y="345056"/>
            <a:ext cx="10662249" cy="626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1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B008D5-B35F-3F66-7DE0-EF2532B0E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049" y="169833"/>
            <a:ext cx="5382884" cy="29874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116888-C07A-A43A-16CC-7E890D870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564" y="3429000"/>
            <a:ext cx="4513000" cy="28208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660DB7-C4F9-C8A1-DF1A-05A8F8C2C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1311" y="3478495"/>
            <a:ext cx="5602908" cy="2987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097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89B6A4-B2B6-351E-9249-E1C6456E2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78" y="138023"/>
            <a:ext cx="5286645" cy="33672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1C0CC9-9EAC-880E-8628-7883AC77C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5737"/>
            <a:ext cx="5758222" cy="3506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23C439-3658-F132-E7F2-BF0946CA5F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92106"/>
            <a:ext cx="12192000" cy="316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643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454AFF-3930-0EFF-DDD5-3D1449AD4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087" y="538162"/>
            <a:ext cx="10029825" cy="578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078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BBD20E-3563-1A33-A5AA-85F3E9219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14" y="237226"/>
            <a:ext cx="11785372" cy="6383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567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Mofizur Rahman Chowdhury</dc:creator>
  <cp:lastModifiedBy>Mofizur Rahman Chowdhury</cp:lastModifiedBy>
  <cp:revision>1</cp:revision>
  <dcterms:created xsi:type="dcterms:W3CDTF">2026-06-09T12:24:51Z</dcterms:created>
  <dcterms:modified xsi:type="dcterms:W3CDTF">2026-06-09T12:25:48Z</dcterms:modified>
</cp:coreProperties>
</file>